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02" r:id="rId4"/>
    <p:sldMasterId id="2147483925" r:id="rId5"/>
  </p:sldMasterIdLst>
  <p:notesMasterIdLst>
    <p:notesMasterId r:id="rId42"/>
  </p:notesMasterIdLst>
  <p:handoutMasterIdLst>
    <p:handoutMasterId r:id="rId43"/>
  </p:handoutMasterIdLst>
  <p:sldIdLst>
    <p:sldId id="257" r:id="rId6"/>
    <p:sldId id="2147483038" r:id="rId7"/>
    <p:sldId id="2147483036" r:id="rId8"/>
    <p:sldId id="2147483037" r:id="rId9"/>
    <p:sldId id="263" r:id="rId10"/>
    <p:sldId id="261" r:id="rId11"/>
    <p:sldId id="306" r:id="rId12"/>
    <p:sldId id="2147483048" r:id="rId13"/>
    <p:sldId id="258" r:id="rId14"/>
    <p:sldId id="2147483050" r:id="rId15"/>
    <p:sldId id="2147483049" r:id="rId16"/>
    <p:sldId id="262" r:id="rId17"/>
    <p:sldId id="2147483047" r:id="rId18"/>
    <p:sldId id="256" r:id="rId19"/>
    <p:sldId id="285" r:id="rId20"/>
    <p:sldId id="275" r:id="rId21"/>
    <p:sldId id="286" r:id="rId22"/>
    <p:sldId id="274" r:id="rId23"/>
    <p:sldId id="2147483043" r:id="rId24"/>
    <p:sldId id="2147483039" r:id="rId25"/>
    <p:sldId id="2147483040" r:id="rId26"/>
    <p:sldId id="259" r:id="rId27"/>
    <p:sldId id="260" r:id="rId28"/>
    <p:sldId id="2147483044" r:id="rId29"/>
    <p:sldId id="2147483045" r:id="rId30"/>
    <p:sldId id="2147483046" r:id="rId31"/>
    <p:sldId id="265" r:id="rId32"/>
    <p:sldId id="266" r:id="rId33"/>
    <p:sldId id="267" r:id="rId34"/>
    <p:sldId id="268" r:id="rId35"/>
    <p:sldId id="269" r:id="rId36"/>
    <p:sldId id="270" r:id="rId37"/>
    <p:sldId id="307" r:id="rId38"/>
    <p:sldId id="276" r:id="rId39"/>
    <p:sldId id="277" r:id="rId40"/>
    <p:sldId id="2147483051" r:id="rId41"/>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ヒラギノ角ゴ Pro W3"/>
        <a:cs typeface="ヒラギノ角ゴ Pro W3"/>
      </a:defRPr>
    </a:lvl1pPr>
    <a:lvl2pPr marL="457200" algn="l" rtl="0" fontAlgn="base">
      <a:spcBef>
        <a:spcPct val="0"/>
      </a:spcBef>
      <a:spcAft>
        <a:spcPct val="0"/>
      </a:spcAft>
      <a:defRPr kern="1200">
        <a:solidFill>
          <a:schemeClr val="tx1"/>
        </a:solidFill>
        <a:latin typeface="Arial" panose="020B0604020202020204" pitchFamily="34" charset="0"/>
        <a:ea typeface="ヒラギノ角ゴ Pro W3"/>
        <a:cs typeface="ヒラギノ角ゴ Pro W3"/>
      </a:defRPr>
    </a:lvl2pPr>
    <a:lvl3pPr marL="914400" algn="l" rtl="0" fontAlgn="base">
      <a:spcBef>
        <a:spcPct val="0"/>
      </a:spcBef>
      <a:spcAft>
        <a:spcPct val="0"/>
      </a:spcAft>
      <a:defRPr kern="1200">
        <a:solidFill>
          <a:schemeClr val="tx1"/>
        </a:solidFill>
        <a:latin typeface="Arial" panose="020B0604020202020204" pitchFamily="34" charset="0"/>
        <a:ea typeface="ヒラギノ角ゴ Pro W3"/>
        <a:cs typeface="ヒラギノ角ゴ Pro W3"/>
      </a:defRPr>
    </a:lvl3pPr>
    <a:lvl4pPr marL="1371600" algn="l" rtl="0" fontAlgn="base">
      <a:spcBef>
        <a:spcPct val="0"/>
      </a:spcBef>
      <a:spcAft>
        <a:spcPct val="0"/>
      </a:spcAft>
      <a:defRPr kern="1200">
        <a:solidFill>
          <a:schemeClr val="tx1"/>
        </a:solidFill>
        <a:latin typeface="Arial" panose="020B0604020202020204" pitchFamily="34" charset="0"/>
        <a:ea typeface="ヒラギノ角ゴ Pro W3"/>
        <a:cs typeface="ヒラギノ角ゴ Pro W3"/>
      </a:defRPr>
    </a:lvl4pPr>
    <a:lvl5pPr marL="1828800" algn="l" rtl="0" fontAlgn="base">
      <a:spcBef>
        <a:spcPct val="0"/>
      </a:spcBef>
      <a:spcAft>
        <a:spcPct val="0"/>
      </a:spcAft>
      <a:defRPr kern="1200">
        <a:solidFill>
          <a:schemeClr val="tx1"/>
        </a:solidFill>
        <a:latin typeface="Arial" panose="020B0604020202020204" pitchFamily="34" charset="0"/>
        <a:ea typeface="ヒラギノ角ゴ Pro W3"/>
        <a:cs typeface="ヒラギノ角ゴ Pro W3"/>
      </a:defRPr>
    </a:lvl5pPr>
    <a:lvl6pPr marL="2286000" algn="l" defTabSz="914400" rtl="0" eaLnBrk="1" latinLnBrk="0" hangingPunct="1">
      <a:defRPr kern="1200">
        <a:solidFill>
          <a:schemeClr val="tx1"/>
        </a:solidFill>
        <a:latin typeface="Arial" panose="020B0604020202020204" pitchFamily="34" charset="0"/>
        <a:ea typeface="ヒラギノ角ゴ Pro W3"/>
        <a:cs typeface="ヒラギノ角ゴ Pro W3"/>
      </a:defRPr>
    </a:lvl6pPr>
    <a:lvl7pPr marL="2743200" algn="l" defTabSz="914400" rtl="0" eaLnBrk="1" latinLnBrk="0" hangingPunct="1">
      <a:defRPr kern="1200">
        <a:solidFill>
          <a:schemeClr val="tx1"/>
        </a:solidFill>
        <a:latin typeface="Arial" panose="020B0604020202020204" pitchFamily="34" charset="0"/>
        <a:ea typeface="ヒラギノ角ゴ Pro W3"/>
        <a:cs typeface="ヒラギノ角ゴ Pro W3"/>
      </a:defRPr>
    </a:lvl7pPr>
    <a:lvl8pPr marL="3200400" algn="l" defTabSz="914400" rtl="0" eaLnBrk="1" latinLnBrk="0" hangingPunct="1">
      <a:defRPr kern="1200">
        <a:solidFill>
          <a:schemeClr val="tx1"/>
        </a:solidFill>
        <a:latin typeface="Arial" panose="020B0604020202020204" pitchFamily="34" charset="0"/>
        <a:ea typeface="ヒラギノ角ゴ Pro W3"/>
        <a:cs typeface="ヒラギノ角ゴ Pro W3"/>
      </a:defRPr>
    </a:lvl8pPr>
    <a:lvl9pPr marL="3657600" algn="l" defTabSz="914400" rtl="0" eaLnBrk="1" latinLnBrk="0" hangingPunct="1">
      <a:defRPr kern="1200">
        <a:solidFill>
          <a:schemeClr val="tx1"/>
        </a:solidFill>
        <a:latin typeface="Arial" panose="020B0604020202020204" pitchFamily="34" charset="0"/>
        <a:ea typeface="ヒラギノ角ゴ Pro W3"/>
        <a:cs typeface="ヒラギノ角ゴ Pro W3"/>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EDFB"/>
    <a:srgbClr val="C1F0C8"/>
    <a:srgbClr val="0077C8"/>
    <a:srgbClr val="A9D7E5"/>
    <a:srgbClr val="66BE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20917A-B69F-409F-90DD-D90528637934}" v="381" dt="2026-09-28T12:20:58.627"/>
    <p1510:client id="{C06C45A1-B25E-4B48-A7BD-D392E7F94D2B}" v="1" dt="2026-09-28T12:45:57.487"/>
    <p1510:client id="{C906EAFC-0354-7EB5-FD9C-A9EF27F2ACD0}" v="47" dt="2026-09-28T06:34:15.267"/>
  </p1510:revLst>
</p1510:revInfo>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purva Shah" userId="ee5a058c-b03a-457f-85ea-287505910733" providerId="ADAL" clId="{2D202746-A295-43AE-A3F9-F2DBE42DD571}"/>
    <pc:docChg chg="undo custSel addSld delSld modSld sldOrd">
      <pc:chgData name="Apurva Shah" userId="ee5a058c-b03a-457f-85ea-287505910733" providerId="ADAL" clId="{2D202746-A295-43AE-A3F9-F2DBE42DD571}" dt="2026-09-28T12:20:58.627" v="677" actId="20577"/>
      <pc:docMkLst>
        <pc:docMk/>
      </pc:docMkLst>
      <pc:sldChg chg="modSp add mod">
        <pc:chgData name="Apurva Shah" userId="ee5a058c-b03a-457f-85ea-287505910733" providerId="ADAL" clId="{2D202746-A295-43AE-A3F9-F2DBE42DD571}" dt="2026-09-28T09:42:30.506" v="371" actId="20577"/>
        <pc:sldMkLst>
          <pc:docMk/>
          <pc:sldMk cId="0" sldId="256"/>
        </pc:sldMkLst>
        <pc:spChg chg="mod">
          <ac:chgData name="Apurva Shah" userId="ee5a058c-b03a-457f-85ea-287505910733" providerId="ADAL" clId="{2D202746-A295-43AE-A3F9-F2DBE42DD571}" dt="2026-09-28T09:42:20.659" v="339" actId="20577"/>
          <ac:spMkLst>
            <pc:docMk/>
            <pc:sldMk cId="0" sldId="256"/>
            <ac:spMk id="2" creationId="{00000000-0000-0000-0000-000000000000}"/>
          </ac:spMkLst>
        </pc:spChg>
        <pc:spChg chg="mod">
          <ac:chgData name="Apurva Shah" userId="ee5a058c-b03a-457f-85ea-287505910733" providerId="ADAL" clId="{2D202746-A295-43AE-A3F9-F2DBE42DD571}" dt="2026-09-28T09:42:30.506" v="371" actId="20577"/>
          <ac:spMkLst>
            <pc:docMk/>
            <pc:sldMk cId="0" sldId="256"/>
            <ac:spMk id="8" creationId="{15D604C7-C176-3C9D-E20D-BFD7AB39631D}"/>
          </ac:spMkLst>
        </pc:spChg>
      </pc:sldChg>
      <pc:sldChg chg="modSp mod">
        <pc:chgData name="Apurva Shah" userId="ee5a058c-b03a-457f-85ea-287505910733" providerId="ADAL" clId="{2D202746-A295-43AE-A3F9-F2DBE42DD571}" dt="2026-09-25T10:27:30.063" v="29" actId="20577"/>
        <pc:sldMkLst>
          <pc:docMk/>
          <pc:sldMk cId="2158578739" sldId="257"/>
        </pc:sldMkLst>
        <pc:spChg chg="mod">
          <ac:chgData name="Apurva Shah" userId="ee5a058c-b03a-457f-85ea-287505910733" providerId="ADAL" clId="{2D202746-A295-43AE-A3F9-F2DBE42DD571}" dt="2026-09-25T10:27:30.063" v="29" actId="20577"/>
          <ac:spMkLst>
            <pc:docMk/>
            <pc:sldMk cId="2158578739" sldId="257"/>
            <ac:spMk id="5" creationId="{079230F3-C1E4-4091-9387-49358E40BFEC}"/>
          </ac:spMkLst>
        </pc:spChg>
      </pc:sldChg>
      <pc:sldChg chg="addSp delSp modSp add mod ord modTransition setBg delDesignElem chgLayout">
        <pc:chgData name="Apurva Shah" userId="ee5a058c-b03a-457f-85ea-287505910733" providerId="ADAL" clId="{2D202746-A295-43AE-A3F9-F2DBE42DD571}" dt="2026-09-28T12:03:00.479" v="595"/>
        <pc:sldMkLst>
          <pc:docMk/>
          <pc:sldMk cId="3010301604" sldId="258"/>
        </pc:sldMkLst>
        <pc:spChg chg="mod ord">
          <ac:chgData name="Apurva Shah" userId="ee5a058c-b03a-457f-85ea-287505910733" providerId="ADAL" clId="{2D202746-A295-43AE-A3F9-F2DBE42DD571}" dt="2026-09-28T11:56:18.097" v="545" actId="6264"/>
          <ac:spMkLst>
            <pc:docMk/>
            <pc:sldMk cId="3010301604" sldId="258"/>
            <ac:spMk id="2" creationId="{7E7A1F30-7B99-4CE8-5649-0D1E7D40A767}"/>
          </ac:spMkLst>
        </pc:spChg>
        <pc:spChg chg="add del mod">
          <ac:chgData name="Apurva Shah" userId="ee5a058c-b03a-457f-85ea-287505910733" providerId="ADAL" clId="{2D202746-A295-43AE-A3F9-F2DBE42DD571}" dt="2026-09-28T11:55:23.980" v="538" actId="6264"/>
          <ac:spMkLst>
            <pc:docMk/>
            <pc:sldMk cId="3010301604" sldId="258"/>
            <ac:spMk id="3" creationId="{FDDBAD43-7625-C05A-470C-793A06F20183}"/>
          </ac:spMkLst>
        </pc:spChg>
        <pc:spChg chg="add del mod">
          <ac:chgData name="Apurva Shah" userId="ee5a058c-b03a-457f-85ea-287505910733" providerId="ADAL" clId="{2D202746-A295-43AE-A3F9-F2DBE42DD571}" dt="2026-09-28T11:56:18.097" v="545" actId="6264"/>
          <ac:spMkLst>
            <pc:docMk/>
            <pc:sldMk cId="3010301604" sldId="258"/>
            <ac:spMk id="4" creationId="{B62B03A2-2AD5-5901-BE70-6AC4C2286F19}"/>
          </ac:spMkLst>
        </pc:spChg>
        <pc:spChg chg="del">
          <ac:chgData name="Apurva Shah" userId="ee5a058c-b03a-457f-85ea-287505910733" providerId="ADAL" clId="{2D202746-A295-43AE-A3F9-F2DBE42DD571}" dt="2026-09-28T11:52:36.145" v="518"/>
          <ac:spMkLst>
            <pc:docMk/>
            <pc:sldMk cId="3010301604" sldId="258"/>
            <ac:spMk id="46" creationId="{BACC6370-2D7E-4714-9D71-7542949D7D5D}"/>
          </ac:spMkLst>
        </pc:spChg>
        <pc:spChg chg="del">
          <ac:chgData name="Apurva Shah" userId="ee5a058c-b03a-457f-85ea-287505910733" providerId="ADAL" clId="{2D202746-A295-43AE-A3F9-F2DBE42DD571}" dt="2026-09-28T11:52:36.145" v="518"/>
          <ac:spMkLst>
            <pc:docMk/>
            <pc:sldMk cId="3010301604" sldId="258"/>
            <ac:spMk id="48" creationId="{F68B3F68-107C-434F-AA38-110D5EA91B85}"/>
          </ac:spMkLst>
        </pc:spChg>
        <pc:spChg chg="del">
          <ac:chgData name="Apurva Shah" userId="ee5a058c-b03a-457f-85ea-287505910733" providerId="ADAL" clId="{2D202746-A295-43AE-A3F9-F2DBE42DD571}" dt="2026-09-28T11:52:36.145" v="518"/>
          <ac:spMkLst>
            <pc:docMk/>
            <pc:sldMk cId="3010301604" sldId="258"/>
            <ac:spMk id="50" creationId="{AAD0DBB9-1A4B-4391-81D4-CB19F9AB918A}"/>
          </ac:spMkLst>
        </pc:spChg>
        <pc:spChg chg="del">
          <ac:chgData name="Apurva Shah" userId="ee5a058c-b03a-457f-85ea-287505910733" providerId="ADAL" clId="{2D202746-A295-43AE-A3F9-F2DBE42DD571}" dt="2026-09-28T11:52:36.145" v="518"/>
          <ac:spMkLst>
            <pc:docMk/>
            <pc:sldMk cId="3010301604" sldId="258"/>
            <ac:spMk id="52" creationId="{063BBA22-50EA-4C4D-BE05-F1CE4E63AA56}"/>
          </ac:spMkLst>
        </pc:spChg>
        <pc:graphicFrameChg chg="mod">
          <ac:chgData name="Apurva Shah" userId="ee5a058c-b03a-457f-85ea-287505910733" providerId="ADAL" clId="{2D202746-A295-43AE-A3F9-F2DBE42DD571}" dt="2026-09-28T11:55:45.354" v="544" actId="113"/>
          <ac:graphicFrameMkLst>
            <pc:docMk/>
            <pc:sldMk cId="3010301604" sldId="258"/>
            <ac:graphicFrameMk id="41" creationId="{7683526B-1511-7821-964B-E608A81BD7E9}"/>
          </ac:graphicFrameMkLst>
        </pc:graphicFrameChg>
      </pc:sldChg>
      <pc:sldChg chg="add">
        <pc:chgData name="Apurva Shah" userId="ee5a058c-b03a-457f-85ea-287505910733" providerId="ADAL" clId="{2D202746-A295-43AE-A3F9-F2DBE42DD571}" dt="2026-09-25T10:27:52.348" v="30"/>
        <pc:sldMkLst>
          <pc:docMk/>
          <pc:sldMk cId="0" sldId="259"/>
        </pc:sldMkLst>
      </pc:sldChg>
      <pc:sldChg chg="modSp add mod">
        <pc:chgData name="Apurva Shah" userId="ee5a058c-b03a-457f-85ea-287505910733" providerId="ADAL" clId="{2D202746-A295-43AE-A3F9-F2DBE42DD571}" dt="2026-09-28T10:27:25.094" v="380" actId="6549"/>
        <pc:sldMkLst>
          <pc:docMk/>
          <pc:sldMk cId="0" sldId="260"/>
        </pc:sldMkLst>
        <pc:spChg chg="mod">
          <ac:chgData name="Apurva Shah" userId="ee5a058c-b03a-457f-85ea-287505910733" providerId="ADAL" clId="{2D202746-A295-43AE-A3F9-F2DBE42DD571}" dt="2026-09-28T10:27:25.094" v="380" actId="6549"/>
          <ac:spMkLst>
            <pc:docMk/>
            <pc:sldMk cId="0" sldId="260"/>
            <ac:spMk id="110" creationId="{00000000-0000-0000-0000-000000000000}"/>
          </ac:spMkLst>
        </pc:spChg>
        <pc:spChg chg="mod">
          <ac:chgData name="Apurva Shah" userId="ee5a058c-b03a-457f-85ea-287505910733" providerId="ADAL" clId="{2D202746-A295-43AE-A3F9-F2DBE42DD571}" dt="2026-09-28T06:40:21.244" v="290" actId="1076"/>
          <ac:spMkLst>
            <pc:docMk/>
            <pc:sldMk cId="0" sldId="260"/>
            <ac:spMk id="130" creationId="{00000000-0000-0000-0000-000000000000}"/>
          </ac:spMkLst>
        </pc:spChg>
      </pc:sldChg>
      <pc:sldChg chg="modSp add del mod">
        <pc:chgData name="Apurva Shah" userId="ee5a058c-b03a-457f-85ea-287505910733" providerId="ADAL" clId="{2D202746-A295-43AE-A3F9-F2DBE42DD571}" dt="2026-09-28T10:28:19.076" v="384" actId="47"/>
        <pc:sldMkLst>
          <pc:docMk/>
          <pc:sldMk cId="0" sldId="262"/>
        </pc:sldMkLst>
        <pc:spChg chg="mod">
          <ac:chgData name="Apurva Shah" userId="ee5a058c-b03a-457f-85ea-287505910733" providerId="ADAL" clId="{2D202746-A295-43AE-A3F9-F2DBE42DD571}" dt="2026-09-28T10:27:34.138" v="382" actId="6549"/>
          <ac:spMkLst>
            <pc:docMk/>
            <pc:sldMk cId="0" sldId="262"/>
            <ac:spMk id="110" creationId="{00000000-0000-0000-0000-000000000000}"/>
          </ac:spMkLst>
        </pc:spChg>
      </pc:sldChg>
      <pc:sldChg chg="addSp delSp modSp add mod modTransition setBg modClrScheme delDesignElem chgLayout">
        <pc:chgData name="Apurva Shah" userId="ee5a058c-b03a-457f-85ea-287505910733" providerId="ADAL" clId="{2D202746-A295-43AE-A3F9-F2DBE42DD571}" dt="2026-09-28T11:59:02.061" v="581" actId="478"/>
        <pc:sldMkLst>
          <pc:docMk/>
          <pc:sldMk cId="1411393859" sldId="262"/>
        </pc:sldMkLst>
        <pc:spChg chg="mod ord">
          <ac:chgData name="Apurva Shah" userId="ee5a058c-b03a-457f-85ea-287505910733" providerId="ADAL" clId="{2D202746-A295-43AE-A3F9-F2DBE42DD571}" dt="2026-09-28T11:58:19.315" v="571" actId="6264"/>
          <ac:spMkLst>
            <pc:docMk/>
            <pc:sldMk cId="1411393859" sldId="262"/>
            <ac:spMk id="2" creationId="{C293A3CB-28AD-AF2F-D8E7-6C3DD414FD05}"/>
          </ac:spMkLst>
        </pc:spChg>
        <pc:spChg chg="add del mod">
          <ac:chgData name="Apurva Shah" userId="ee5a058c-b03a-457f-85ea-287505910733" providerId="ADAL" clId="{2D202746-A295-43AE-A3F9-F2DBE42DD571}" dt="2026-09-28T11:54:11.071" v="532" actId="6264"/>
          <ac:spMkLst>
            <pc:docMk/>
            <pc:sldMk cId="1411393859" sldId="262"/>
            <ac:spMk id="3" creationId="{13DB7F48-D5E7-785C-1586-CBCC99E70EF2}"/>
          </ac:spMkLst>
        </pc:spChg>
        <pc:spChg chg="add del mod">
          <ac:chgData name="Apurva Shah" userId="ee5a058c-b03a-457f-85ea-287505910733" providerId="ADAL" clId="{2D202746-A295-43AE-A3F9-F2DBE42DD571}" dt="2026-09-28T11:58:19.315" v="571" actId="6264"/>
          <ac:spMkLst>
            <pc:docMk/>
            <pc:sldMk cId="1411393859" sldId="262"/>
            <ac:spMk id="5" creationId="{9ABD97C7-0101-88C3-23C6-AAE53DF21840}"/>
          </ac:spMkLst>
        </pc:spChg>
        <pc:spChg chg="add del mod">
          <ac:chgData name="Apurva Shah" userId="ee5a058c-b03a-457f-85ea-287505910733" providerId="ADAL" clId="{2D202746-A295-43AE-A3F9-F2DBE42DD571}" dt="2026-09-28T11:58:19.315" v="571" actId="6264"/>
          <ac:spMkLst>
            <pc:docMk/>
            <pc:sldMk cId="1411393859" sldId="262"/>
            <ac:spMk id="6" creationId="{F9EBD807-AA01-7111-BAAE-77801CFB0E03}"/>
          </ac:spMkLst>
        </pc:spChg>
        <pc:spChg chg="add del mod">
          <ac:chgData name="Apurva Shah" userId="ee5a058c-b03a-457f-85ea-287505910733" providerId="ADAL" clId="{2D202746-A295-43AE-A3F9-F2DBE42DD571}" dt="2026-09-28T11:58:17.619" v="570" actId="700"/>
          <ac:spMkLst>
            <pc:docMk/>
            <pc:sldMk cId="1411393859" sldId="262"/>
            <ac:spMk id="9" creationId="{2023C073-BF18-D9FB-4C9D-15EA04E96C63}"/>
          </ac:spMkLst>
        </pc:spChg>
        <pc:spChg chg="add del mod ord">
          <ac:chgData name="Apurva Shah" userId="ee5a058c-b03a-457f-85ea-287505910733" providerId="ADAL" clId="{2D202746-A295-43AE-A3F9-F2DBE42DD571}" dt="2026-09-28T11:59:02.061" v="581" actId="478"/>
          <ac:spMkLst>
            <pc:docMk/>
            <pc:sldMk cId="1411393859" sldId="262"/>
            <ac:spMk id="11" creationId="{9873AF4B-9E8B-3AFD-4F53-00981C74EA03}"/>
          </ac:spMkLst>
        </pc:spChg>
        <pc:spChg chg="del">
          <ac:chgData name="Apurva Shah" userId="ee5a058c-b03a-457f-85ea-287505910733" providerId="ADAL" clId="{2D202746-A295-43AE-A3F9-F2DBE42DD571}" dt="2026-09-28T11:52:36.145" v="518"/>
          <ac:spMkLst>
            <pc:docMk/>
            <pc:sldMk cId="1411393859" sldId="262"/>
            <ac:spMk id="28" creationId="{41E8AD9B-10BE-515A-3294-D429028E8DB2}"/>
          </ac:spMkLst>
        </pc:spChg>
        <pc:spChg chg="del">
          <ac:chgData name="Apurva Shah" userId="ee5a058c-b03a-457f-85ea-287505910733" providerId="ADAL" clId="{2D202746-A295-43AE-A3F9-F2DBE42DD571}" dt="2026-09-28T11:52:36.145" v="518"/>
          <ac:spMkLst>
            <pc:docMk/>
            <pc:sldMk cId="1411393859" sldId="262"/>
            <ac:spMk id="30" creationId="{D4A7EB67-A0FC-210B-C1D2-691C783FBA94}"/>
          </ac:spMkLst>
        </pc:spChg>
        <pc:spChg chg="del">
          <ac:chgData name="Apurva Shah" userId="ee5a058c-b03a-457f-85ea-287505910733" providerId="ADAL" clId="{2D202746-A295-43AE-A3F9-F2DBE42DD571}" dt="2026-09-28T11:52:36.145" v="518"/>
          <ac:spMkLst>
            <pc:docMk/>
            <pc:sldMk cId="1411393859" sldId="262"/>
            <ac:spMk id="32" creationId="{11BBE431-8340-D553-602A-60C5F6356790}"/>
          </ac:spMkLst>
        </pc:spChg>
        <pc:spChg chg="del">
          <ac:chgData name="Apurva Shah" userId="ee5a058c-b03a-457f-85ea-287505910733" providerId="ADAL" clId="{2D202746-A295-43AE-A3F9-F2DBE42DD571}" dt="2026-09-28T11:52:36.145" v="518"/>
          <ac:spMkLst>
            <pc:docMk/>
            <pc:sldMk cId="1411393859" sldId="262"/>
            <ac:spMk id="34" creationId="{D39CABF8-273C-9A8F-E80F-48F97BB10F78}"/>
          </ac:spMkLst>
        </pc:spChg>
        <pc:graphicFrameChg chg="mod modGraphic">
          <ac:chgData name="Apurva Shah" userId="ee5a058c-b03a-457f-85ea-287505910733" providerId="ADAL" clId="{2D202746-A295-43AE-A3F9-F2DBE42DD571}" dt="2026-09-28T11:58:45.189" v="580" actId="113"/>
          <ac:graphicFrameMkLst>
            <pc:docMk/>
            <pc:sldMk cId="1411393859" sldId="262"/>
            <ac:graphicFrameMk id="4" creationId="{52AF5F75-48A5-6E75-DB34-7E07194C61E6}"/>
          </ac:graphicFrameMkLst>
        </pc:graphicFrameChg>
      </pc:sldChg>
      <pc:sldChg chg="add del">
        <pc:chgData name="Apurva Shah" userId="ee5a058c-b03a-457f-85ea-287505910733" providerId="ADAL" clId="{2D202746-A295-43AE-A3F9-F2DBE42DD571}" dt="2026-09-28T10:28:43.313" v="386" actId="47"/>
        <pc:sldMkLst>
          <pc:docMk/>
          <pc:sldMk cId="0" sldId="264"/>
        </pc:sldMkLst>
      </pc:sldChg>
      <pc:sldChg chg="delSp modSp add mod">
        <pc:chgData name="Apurva Shah" userId="ee5a058c-b03a-457f-85ea-287505910733" providerId="ADAL" clId="{2D202746-A295-43AE-A3F9-F2DBE42DD571}" dt="2026-09-28T10:29:26.393" v="396" actId="478"/>
        <pc:sldMkLst>
          <pc:docMk/>
          <pc:sldMk cId="0" sldId="265"/>
        </pc:sldMkLst>
        <pc:spChg chg="del">
          <ac:chgData name="Apurva Shah" userId="ee5a058c-b03a-457f-85ea-287505910733" providerId="ADAL" clId="{2D202746-A295-43AE-A3F9-F2DBE42DD571}" dt="2026-09-28T10:29:26.393" v="396" actId="478"/>
          <ac:spMkLst>
            <pc:docMk/>
            <pc:sldMk cId="0" sldId="265"/>
            <ac:spMk id="8" creationId="{2A2DED83-1D9D-A288-6850-36100F7F577F}"/>
          </ac:spMkLst>
        </pc:spChg>
        <pc:spChg chg="mod">
          <ac:chgData name="Apurva Shah" userId="ee5a058c-b03a-457f-85ea-287505910733" providerId="ADAL" clId="{2D202746-A295-43AE-A3F9-F2DBE42DD571}" dt="2026-09-28T10:28:51.909" v="388" actId="6549"/>
          <ac:spMkLst>
            <pc:docMk/>
            <pc:sldMk cId="0" sldId="265"/>
            <ac:spMk id="110" creationId="{00000000-0000-0000-0000-000000000000}"/>
          </ac:spMkLst>
        </pc:spChg>
      </pc:sldChg>
      <pc:sldChg chg="delSp modSp add mod">
        <pc:chgData name="Apurva Shah" userId="ee5a058c-b03a-457f-85ea-287505910733" providerId="ADAL" clId="{2D202746-A295-43AE-A3F9-F2DBE42DD571}" dt="2026-09-28T10:29:23.877" v="395" actId="478"/>
        <pc:sldMkLst>
          <pc:docMk/>
          <pc:sldMk cId="0" sldId="266"/>
        </pc:sldMkLst>
        <pc:spChg chg="del">
          <ac:chgData name="Apurva Shah" userId="ee5a058c-b03a-457f-85ea-287505910733" providerId="ADAL" clId="{2D202746-A295-43AE-A3F9-F2DBE42DD571}" dt="2026-09-28T10:29:23.877" v="395" actId="478"/>
          <ac:spMkLst>
            <pc:docMk/>
            <pc:sldMk cId="0" sldId="266"/>
            <ac:spMk id="8" creationId="{A1F9686E-D185-0620-C4FB-FC34B6E457A1}"/>
          </ac:spMkLst>
        </pc:spChg>
        <pc:spChg chg="mod">
          <ac:chgData name="Apurva Shah" userId="ee5a058c-b03a-457f-85ea-287505910733" providerId="ADAL" clId="{2D202746-A295-43AE-A3F9-F2DBE42DD571}" dt="2026-09-28T10:28:59.732" v="389" actId="6549"/>
          <ac:spMkLst>
            <pc:docMk/>
            <pc:sldMk cId="0" sldId="266"/>
            <ac:spMk id="110" creationId="{00000000-0000-0000-0000-000000000000}"/>
          </ac:spMkLst>
        </pc:spChg>
      </pc:sldChg>
      <pc:sldChg chg="delSp modSp add mod">
        <pc:chgData name="Apurva Shah" userId="ee5a058c-b03a-457f-85ea-287505910733" providerId="ADAL" clId="{2D202746-A295-43AE-A3F9-F2DBE42DD571}" dt="2026-09-28T10:29:21.617" v="394" actId="478"/>
        <pc:sldMkLst>
          <pc:docMk/>
          <pc:sldMk cId="0" sldId="267"/>
        </pc:sldMkLst>
        <pc:spChg chg="del">
          <ac:chgData name="Apurva Shah" userId="ee5a058c-b03a-457f-85ea-287505910733" providerId="ADAL" clId="{2D202746-A295-43AE-A3F9-F2DBE42DD571}" dt="2026-09-28T10:29:21.617" v="394" actId="478"/>
          <ac:spMkLst>
            <pc:docMk/>
            <pc:sldMk cId="0" sldId="267"/>
            <ac:spMk id="8" creationId="{C2AF768C-ED2A-7235-BABD-718AB33B1A16}"/>
          </ac:spMkLst>
        </pc:spChg>
        <pc:spChg chg="del">
          <ac:chgData name="Apurva Shah" userId="ee5a058c-b03a-457f-85ea-287505910733" providerId="ADAL" clId="{2D202746-A295-43AE-A3F9-F2DBE42DD571}" dt="2026-09-28T10:29:19.589" v="393" actId="478"/>
          <ac:spMkLst>
            <pc:docMk/>
            <pc:sldMk cId="0" sldId="267"/>
            <ac:spMk id="10" creationId="{E7C8B8AB-ADC6-E66E-374B-FEB7FAA40019}"/>
          </ac:spMkLst>
        </pc:spChg>
        <pc:spChg chg="mod">
          <ac:chgData name="Apurva Shah" userId="ee5a058c-b03a-457f-85ea-287505910733" providerId="ADAL" clId="{2D202746-A295-43AE-A3F9-F2DBE42DD571}" dt="2026-09-28T10:29:04.024" v="390" actId="6549"/>
          <ac:spMkLst>
            <pc:docMk/>
            <pc:sldMk cId="0" sldId="267"/>
            <ac:spMk id="110" creationId="{00000000-0000-0000-0000-000000000000}"/>
          </ac:spMkLst>
        </pc:spChg>
      </pc:sldChg>
      <pc:sldChg chg="delSp modSp add mod">
        <pc:chgData name="Apurva Shah" userId="ee5a058c-b03a-457f-85ea-287505910733" providerId="ADAL" clId="{2D202746-A295-43AE-A3F9-F2DBE42DD571}" dt="2026-09-28T10:29:17.193" v="392" actId="478"/>
        <pc:sldMkLst>
          <pc:docMk/>
          <pc:sldMk cId="0" sldId="268"/>
        </pc:sldMkLst>
        <pc:spChg chg="del">
          <ac:chgData name="Apurva Shah" userId="ee5a058c-b03a-457f-85ea-287505910733" providerId="ADAL" clId="{2D202746-A295-43AE-A3F9-F2DBE42DD571}" dt="2026-09-28T10:29:17.193" v="392" actId="478"/>
          <ac:spMkLst>
            <pc:docMk/>
            <pc:sldMk cId="0" sldId="268"/>
            <ac:spMk id="8" creationId="{828F4423-3D9C-6DBD-02ED-456EF1B38202}"/>
          </ac:spMkLst>
        </pc:spChg>
        <pc:spChg chg="mod">
          <ac:chgData name="Apurva Shah" userId="ee5a058c-b03a-457f-85ea-287505910733" providerId="ADAL" clId="{2D202746-A295-43AE-A3F9-F2DBE42DD571}" dt="2026-09-28T10:29:10.693" v="391" actId="6549"/>
          <ac:spMkLst>
            <pc:docMk/>
            <pc:sldMk cId="0" sldId="268"/>
            <ac:spMk id="110" creationId="{00000000-0000-0000-0000-000000000000}"/>
          </ac:spMkLst>
        </pc:spChg>
      </pc:sldChg>
      <pc:sldChg chg="add">
        <pc:chgData name="Apurva Shah" userId="ee5a058c-b03a-457f-85ea-287505910733" providerId="ADAL" clId="{2D202746-A295-43AE-A3F9-F2DBE42DD571}" dt="2026-09-25T10:27:52.348" v="30"/>
        <pc:sldMkLst>
          <pc:docMk/>
          <pc:sldMk cId="0" sldId="269"/>
        </pc:sldMkLst>
      </pc:sldChg>
      <pc:sldChg chg="add">
        <pc:chgData name="Apurva Shah" userId="ee5a058c-b03a-457f-85ea-287505910733" providerId="ADAL" clId="{2D202746-A295-43AE-A3F9-F2DBE42DD571}" dt="2026-09-25T10:27:52.348" v="30"/>
        <pc:sldMkLst>
          <pc:docMk/>
          <pc:sldMk cId="0" sldId="270"/>
        </pc:sldMkLst>
      </pc:sldChg>
      <pc:sldChg chg="add">
        <pc:chgData name="Apurva Shah" userId="ee5a058c-b03a-457f-85ea-287505910733" providerId="ADAL" clId="{2D202746-A295-43AE-A3F9-F2DBE42DD571}" dt="2026-09-28T09:42:46.508" v="372"/>
        <pc:sldMkLst>
          <pc:docMk/>
          <pc:sldMk cId="0" sldId="274"/>
        </pc:sldMkLst>
      </pc:sldChg>
      <pc:sldChg chg="add">
        <pc:chgData name="Apurva Shah" userId="ee5a058c-b03a-457f-85ea-287505910733" providerId="ADAL" clId="{2D202746-A295-43AE-A3F9-F2DBE42DD571}" dt="2026-09-28T09:42:46.508" v="372"/>
        <pc:sldMkLst>
          <pc:docMk/>
          <pc:sldMk cId="0" sldId="275"/>
        </pc:sldMkLst>
      </pc:sldChg>
      <pc:sldChg chg="add">
        <pc:chgData name="Apurva Shah" userId="ee5a058c-b03a-457f-85ea-287505910733" providerId="ADAL" clId="{2D202746-A295-43AE-A3F9-F2DBE42DD571}" dt="2026-09-25T10:27:52.348" v="30"/>
        <pc:sldMkLst>
          <pc:docMk/>
          <pc:sldMk cId="0" sldId="276"/>
        </pc:sldMkLst>
      </pc:sldChg>
      <pc:sldChg chg="add">
        <pc:chgData name="Apurva Shah" userId="ee5a058c-b03a-457f-85ea-287505910733" providerId="ADAL" clId="{2D202746-A295-43AE-A3F9-F2DBE42DD571}" dt="2026-09-25T10:27:52.348" v="30"/>
        <pc:sldMkLst>
          <pc:docMk/>
          <pc:sldMk cId="0" sldId="277"/>
        </pc:sldMkLst>
      </pc:sldChg>
      <pc:sldChg chg="add">
        <pc:chgData name="Apurva Shah" userId="ee5a058c-b03a-457f-85ea-287505910733" providerId="ADAL" clId="{2D202746-A295-43AE-A3F9-F2DBE42DD571}" dt="2026-09-28T09:42:46.508" v="372"/>
        <pc:sldMkLst>
          <pc:docMk/>
          <pc:sldMk cId="2948891714" sldId="285"/>
        </pc:sldMkLst>
      </pc:sldChg>
      <pc:sldChg chg="modSp add mod">
        <pc:chgData name="Apurva Shah" userId="ee5a058c-b03a-457f-85ea-287505910733" providerId="ADAL" clId="{2D202746-A295-43AE-A3F9-F2DBE42DD571}" dt="2026-09-28T11:01:25.452" v="454" actId="20577"/>
        <pc:sldMkLst>
          <pc:docMk/>
          <pc:sldMk cId="0" sldId="286"/>
        </pc:sldMkLst>
        <pc:graphicFrameChg chg="mod modGraphic">
          <ac:chgData name="Apurva Shah" userId="ee5a058c-b03a-457f-85ea-287505910733" providerId="ADAL" clId="{2D202746-A295-43AE-A3F9-F2DBE42DD571}" dt="2026-09-28T11:01:25.452" v="454" actId="20577"/>
          <ac:graphicFrameMkLst>
            <pc:docMk/>
            <pc:sldMk cId="0" sldId="286"/>
            <ac:graphicFrameMk id="4" creationId="{00000000-0000-0000-0000-000000000000}"/>
          </ac:graphicFrameMkLst>
        </pc:graphicFrameChg>
      </pc:sldChg>
      <pc:sldChg chg="add del">
        <pc:chgData name="Apurva Shah" userId="ee5a058c-b03a-457f-85ea-287505910733" providerId="ADAL" clId="{2D202746-A295-43AE-A3F9-F2DBE42DD571}" dt="2026-09-24T12:11:39.636" v="20"/>
        <pc:sldMkLst>
          <pc:docMk/>
          <pc:sldMk cId="3371001778" sldId="306"/>
        </pc:sldMkLst>
      </pc:sldChg>
      <pc:sldChg chg="add">
        <pc:chgData name="Apurva Shah" userId="ee5a058c-b03a-457f-85ea-287505910733" providerId="ADAL" clId="{2D202746-A295-43AE-A3F9-F2DBE42DD571}" dt="2026-09-25T10:27:52.348" v="30"/>
        <pc:sldMkLst>
          <pc:docMk/>
          <pc:sldMk cId="1344928974" sldId="307"/>
        </pc:sldMkLst>
      </pc:sldChg>
      <pc:sldChg chg="modSp add mod">
        <pc:chgData name="Apurva Shah" userId="ee5a058c-b03a-457f-85ea-287505910733" providerId="ADAL" clId="{2D202746-A295-43AE-A3F9-F2DBE42DD571}" dt="2026-09-25T10:32:49.723" v="31" actId="20577"/>
        <pc:sldMkLst>
          <pc:docMk/>
          <pc:sldMk cId="0" sldId="2147483039"/>
        </pc:sldMkLst>
        <pc:spChg chg="mod">
          <ac:chgData name="Apurva Shah" userId="ee5a058c-b03a-457f-85ea-287505910733" providerId="ADAL" clId="{2D202746-A295-43AE-A3F9-F2DBE42DD571}" dt="2026-09-25T10:32:49.723" v="31" actId="20577"/>
          <ac:spMkLst>
            <pc:docMk/>
            <pc:sldMk cId="0" sldId="2147483039"/>
            <ac:spMk id="2" creationId="{00000000-0000-0000-0000-000000000000}"/>
          </ac:spMkLst>
        </pc:spChg>
      </pc:sldChg>
      <pc:sldChg chg="add">
        <pc:chgData name="Apurva Shah" userId="ee5a058c-b03a-457f-85ea-287505910733" providerId="ADAL" clId="{2D202746-A295-43AE-A3F9-F2DBE42DD571}" dt="2026-09-25T10:27:52.348" v="30"/>
        <pc:sldMkLst>
          <pc:docMk/>
          <pc:sldMk cId="0" sldId="2147483040"/>
        </pc:sldMkLst>
      </pc:sldChg>
      <pc:sldChg chg="modSp add del mod">
        <pc:chgData name="Apurva Shah" userId="ee5a058c-b03a-457f-85ea-287505910733" providerId="ADAL" clId="{2D202746-A295-43AE-A3F9-F2DBE42DD571}" dt="2026-09-28T10:28:19.076" v="384" actId="47"/>
        <pc:sldMkLst>
          <pc:docMk/>
          <pc:sldMk cId="0" sldId="2147483041"/>
        </pc:sldMkLst>
        <pc:spChg chg="mod">
          <ac:chgData name="Apurva Shah" userId="ee5a058c-b03a-457f-85ea-287505910733" providerId="ADAL" clId="{2D202746-A295-43AE-A3F9-F2DBE42DD571}" dt="2026-09-28T10:27:29.677" v="381" actId="6549"/>
          <ac:spMkLst>
            <pc:docMk/>
            <pc:sldMk cId="0" sldId="2147483041"/>
            <ac:spMk id="110" creationId="{00000000-0000-0000-0000-000000000000}"/>
          </ac:spMkLst>
        </pc:spChg>
        <pc:spChg chg="mod">
          <ac:chgData name="Apurva Shah" userId="ee5a058c-b03a-457f-85ea-287505910733" providerId="ADAL" clId="{2D202746-A295-43AE-A3F9-F2DBE42DD571}" dt="2026-09-28T06:41:46.270" v="299" actId="20577"/>
          <ac:spMkLst>
            <pc:docMk/>
            <pc:sldMk cId="0" sldId="2147483041"/>
            <ac:spMk id="126" creationId="{00000000-0000-0000-0000-000000000000}"/>
          </ac:spMkLst>
        </pc:spChg>
      </pc:sldChg>
      <pc:sldChg chg="modSp add del mod">
        <pc:chgData name="Apurva Shah" userId="ee5a058c-b03a-457f-85ea-287505910733" providerId="ADAL" clId="{2D202746-A295-43AE-A3F9-F2DBE42DD571}" dt="2026-09-28T10:28:29.123" v="385" actId="47"/>
        <pc:sldMkLst>
          <pc:docMk/>
          <pc:sldMk cId="0" sldId="2147483042"/>
        </pc:sldMkLst>
        <pc:spChg chg="mod">
          <ac:chgData name="Apurva Shah" userId="ee5a058c-b03a-457f-85ea-287505910733" providerId="ADAL" clId="{2D202746-A295-43AE-A3F9-F2DBE42DD571}" dt="2026-09-28T06:42:17.259" v="302" actId="1076"/>
          <ac:spMkLst>
            <pc:docMk/>
            <pc:sldMk cId="0" sldId="2147483042"/>
            <ac:spMk id="12" creationId="{CD141AB7-DD42-E005-DE08-056F8E3A0604}"/>
          </ac:spMkLst>
        </pc:spChg>
      </pc:sldChg>
      <pc:sldChg chg="add">
        <pc:chgData name="Apurva Shah" userId="ee5a058c-b03a-457f-85ea-287505910733" providerId="ADAL" clId="{2D202746-A295-43AE-A3F9-F2DBE42DD571}" dt="2026-09-28T09:42:11.360" v="303" actId="2890"/>
        <pc:sldMkLst>
          <pc:docMk/>
          <pc:sldMk cId="2859030901" sldId="2147483043"/>
        </pc:sldMkLst>
      </pc:sldChg>
      <pc:sldChg chg="add">
        <pc:chgData name="Apurva Shah" userId="ee5a058c-b03a-457f-85ea-287505910733" providerId="ADAL" clId="{2D202746-A295-43AE-A3F9-F2DBE42DD571}" dt="2026-09-28T10:27:58.197" v="383"/>
        <pc:sldMkLst>
          <pc:docMk/>
          <pc:sldMk cId="0" sldId="2147483044"/>
        </pc:sldMkLst>
      </pc:sldChg>
      <pc:sldChg chg="add">
        <pc:chgData name="Apurva Shah" userId="ee5a058c-b03a-457f-85ea-287505910733" providerId="ADAL" clId="{2D202746-A295-43AE-A3F9-F2DBE42DD571}" dt="2026-09-28T10:27:58.197" v="383"/>
        <pc:sldMkLst>
          <pc:docMk/>
          <pc:sldMk cId="0" sldId="2147483045"/>
        </pc:sldMkLst>
      </pc:sldChg>
      <pc:sldChg chg="add">
        <pc:chgData name="Apurva Shah" userId="ee5a058c-b03a-457f-85ea-287505910733" providerId="ADAL" clId="{2D202746-A295-43AE-A3F9-F2DBE42DD571}" dt="2026-09-28T10:27:58.197" v="383"/>
        <pc:sldMkLst>
          <pc:docMk/>
          <pc:sldMk cId="0" sldId="2147483046"/>
        </pc:sldMkLst>
      </pc:sldChg>
      <pc:sldChg chg="delSp modSp add mod setBg chgLayout modNotes">
        <pc:chgData name="Apurva Shah" userId="ee5a058c-b03a-457f-85ea-287505910733" providerId="ADAL" clId="{2D202746-A295-43AE-A3F9-F2DBE42DD571}" dt="2026-09-28T11:46:43.557" v="512" actId="20577"/>
        <pc:sldMkLst>
          <pc:docMk/>
          <pc:sldMk cId="0" sldId="2147483047"/>
        </pc:sldMkLst>
        <pc:spChg chg="mod">
          <ac:chgData name="Apurva Shah" userId="ee5a058c-b03a-457f-85ea-287505910733" providerId="ADAL" clId="{2D202746-A295-43AE-A3F9-F2DBE42DD571}" dt="2026-09-28T11:45:00.987" v="457"/>
          <ac:spMkLst>
            <pc:docMk/>
            <pc:sldMk cId="0" sldId="2147483047"/>
            <ac:spMk id="2" creationId="{00000000-0000-0000-0000-000000000000}"/>
          </ac:spMkLst>
        </pc:spChg>
        <pc:spChg chg="mod">
          <ac:chgData name="Apurva Shah" userId="ee5a058c-b03a-457f-85ea-287505910733" providerId="ADAL" clId="{2D202746-A295-43AE-A3F9-F2DBE42DD571}" dt="2026-09-28T11:45:09.987" v="458" actId="1076"/>
          <ac:spMkLst>
            <pc:docMk/>
            <pc:sldMk cId="0" sldId="2147483047"/>
            <ac:spMk id="3" creationId="{00000000-0000-0000-0000-000000000000}"/>
          </ac:spMkLst>
        </pc:spChg>
        <pc:spChg chg="mod">
          <ac:chgData name="Apurva Shah" userId="ee5a058c-b03a-457f-85ea-287505910733" providerId="ADAL" clId="{2D202746-A295-43AE-A3F9-F2DBE42DD571}" dt="2026-09-28T11:45:00.987" v="457"/>
          <ac:spMkLst>
            <pc:docMk/>
            <pc:sldMk cId="0" sldId="2147483047"/>
            <ac:spMk id="5" creationId="{00000000-0000-0000-0000-000000000000}"/>
          </ac:spMkLst>
        </pc:spChg>
        <pc:spChg chg="mod">
          <ac:chgData name="Apurva Shah" userId="ee5a058c-b03a-457f-85ea-287505910733" providerId="ADAL" clId="{2D202746-A295-43AE-A3F9-F2DBE42DD571}" dt="2026-09-28T11:45:00.987" v="457"/>
          <ac:spMkLst>
            <pc:docMk/>
            <pc:sldMk cId="0" sldId="2147483047"/>
            <ac:spMk id="29" creationId="{00000000-0000-0000-0000-000000000000}"/>
          </ac:spMkLst>
        </pc:spChg>
        <pc:spChg chg="mod">
          <ac:chgData name="Apurva Shah" userId="ee5a058c-b03a-457f-85ea-287505910733" providerId="ADAL" clId="{2D202746-A295-43AE-A3F9-F2DBE42DD571}" dt="2026-09-28T11:45:40.209" v="483" actId="207"/>
          <ac:spMkLst>
            <pc:docMk/>
            <pc:sldMk cId="0" sldId="2147483047"/>
            <ac:spMk id="60" creationId="{00000000-0000-0000-0000-000000000000}"/>
          </ac:spMkLst>
        </pc:spChg>
        <pc:spChg chg="mod">
          <ac:chgData name="Apurva Shah" userId="ee5a058c-b03a-457f-85ea-287505910733" providerId="ADAL" clId="{2D202746-A295-43AE-A3F9-F2DBE42DD571}" dt="2026-09-28T11:45:00.987" v="457"/>
          <ac:spMkLst>
            <pc:docMk/>
            <pc:sldMk cId="0" sldId="2147483047"/>
            <ac:spMk id="68" creationId="{00000000-0000-0000-0000-000000000000}"/>
          </ac:spMkLst>
        </pc:spChg>
        <pc:spChg chg="del">
          <ac:chgData name="Apurva Shah" userId="ee5a058c-b03a-457f-85ea-287505910733" providerId="ADAL" clId="{2D202746-A295-43AE-A3F9-F2DBE42DD571}" dt="2026-09-28T11:45:18.453" v="459" actId="478"/>
          <ac:spMkLst>
            <pc:docMk/>
            <pc:sldMk cId="0" sldId="2147483047"/>
            <ac:spMk id="80" creationId="{00000000-0000-0000-0000-000000000000}"/>
          </ac:spMkLst>
        </pc:spChg>
        <pc:spChg chg="del">
          <ac:chgData name="Apurva Shah" userId="ee5a058c-b03a-457f-85ea-287505910733" providerId="ADAL" clId="{2D202746-A295-43AE-A3F9-F2DBE42DD571}" dt="2026-09-28T11:45:20.371" v="460" actId="478"/>
          <ac:spMkLst>
            <pc:docMk/>
            <pc:sldMk cId="0" sldId="2147483047"/>
            <ac:spMk id="81" creationId="{00000000-0000-0000-0000-000000000000}"/>
          </ac:spMkLst>
        </pc:spChg>
        <pc:spChg chg="mod">
          <ac:chgData name="Apurva Shah" userId="ee5a058c-b03a-457f-85ea-287505910733" providerId="ADAL" clId="{2D202746-A295-43AE-A3F9-F2DBE42DD571}" dt="2026-09-28T11:45:29.272" v="461" actId="1076"/>
          <ac:spMkLst>
            <pc:docMk/>
            <pc:sldMk cId="0" sldId="2147483047"/>
            <ac:spMk id="82" creationId="{00000000-0000-0000-0000-000000000000}"/>
          </ac:spMkLst>
        </pc:spChg>
        <pc:spChg chg="mod">
          <ac:chgData name="Apurva Shah" userId="ee5a058c-b03a-457f-85ea-287505910733" providerId="ADAL" clId="{2D202746-A295-43AE-A3F9-F2DBE42DD571}" dt="2026-09-28T11:46:43.557" v="512" actId="20577"/>
          <ac:spMkLst>
            <pc:docMk/>
            <pc:sldMk cId="0" sldId="2147483047"/>
            <ac:spMk id="83" creationId="{00000000-0000-0000-0000-000000000000}"/>
          </ac:spMkLst>
        </pc:spChg>
        <pc:spChg chg="mod">
          <ac:chgData name="Apurva Shah" userId="ee5a058c-b03a-457f-85ea-287505910733" providerId="ADAL" clId="{2D202746-A295-43AE-A3F9-F2DBE42DD571}" dt="2026-09-28T11:45:29.272" v="461" actId="1076"/>
          <ac:spMkLst>
            <pc:docMk/>
            <pc:sldMk cId="0" sldId="2147483047"/>
            <ac:spMk id="84" creationId="{00000000-0000-0000-0000-000000000000}"/>
          </ac:spMkLst>
        </pc:spChg>
        <pc:spChg chg="mod">
          <ac:chgData name="Apurva Shah" userId="ee5a058c-b03a-457f-85ea-287505910733" providerId="ADAL" clId="{2D202746-A295-43AE-A3F9-F2DBE42DD571}" dt="2026-09-28T11:45:29.272" v="461" actId="1076"/>
          <ac:spMkLst>
            <pc:docMk/>
            <pc:sldMk cId="0" sldId="2147483047"/>
            <ac:spMk id="85" creationId="{00000000-0000-0000-0000-000000000000}"/>
          </ac:spMkLst>
        </pc:spChg>
        <pc:spChg chg="mod">
          <ac:chgData name="Apurva Shah" userId="ee5a058c-b03a-457f-85ea-287505910733" providerId="ADAL" clId="{2D202746-A295-43AE-A3F9-F2DBE42DD571}" dt="2026-09-28T11:45:29.272" v="461" actId="1076"/>
          <ac:spMkLst>
            <pc:docMk/>
            <pc:sldMk cId="0" sldId="2147483047"/>
            <ac:spMk id="86" creationId="{00000000-0000-0000-0000-000000000000}"/>
          </ac:spMkLst>
        </pc:spChg>
        <pc:spChg chg="mod">
          <ac:chgData name="Apurva Shah" userId="ee5a058c-b03a-457f-85ea-287505910733" providerId="ADAL" clId="{2D202746-A295-43AE-A3F9-F2DBE42DD571}" dt="2026-09-28T11:45:29.272" v="461" actId="1076"/>
          <ac:spMkLst>
            <pc:docMk/>
            <pc:sldMk cId="0" sldId="2147483047"/>
            <ac:spMk id="87" creationId="{00000000-0000-0000-0000-000000000000}"/>
          </ac:spMkLst>
        </pc:spChg>
        <pc:spChg chg="mod">
          <ac:chgData name="Apurva Shah" userId="ee5a058c-b03a-457f-85ea-287505910733" providerId="ADAL" clId="{2D202746-A295-43AE-A3F9-F2DBE42DD571}" dt="2026-09-28T11:45:29.272" v="461" actId="1076"/>
          <ac:spMkLst>
            <pc:docMk/>
            <pc:sldMk cId="0" sldId="2147483047"/>
            <ac:spMk id="88" creationId="{00000000-0000-0000-0000-000000000000}"/>
          </ac:spMkLst>
        </pc:spChg>
      </pc:sldChg>
      <pc:sldChg chg="addSp delSp modSp add mod modTransition setBg delDesignElem chgLayout">
        <pc:chgData name="Apurva Shah" userId="ee5a058c-b03a-457f-85ea-287505910733" providerId="ADAL" clId="{2D202746-A295-43AE-A3F9-F2DBE42DD571}" dt="2026-09-28T11:59:16.208" v="591" actId="20577"/>
        <pc:sldMkLst>
          <pc:docMk/>
          <pc:sldMk cId="2777047554" sldId="2147483048"/>
        </pc:sldMkLst>
        <pc:spChg chg="add del mod">
          <ac:chgData name="Apurva Shah" userId="ee5a058c-b03a-457f-85ea-287505910733" providerId="ADAL" clId="{2D202746-A295-43AE-A3F9-F2DBE42DD571}" dt="2026-09-28T11:52:51.278" v="521" actId="6264"/>
          <ac:spMkLst>
            <pc:docMk/>
            <pc:sldMk cId="2777047554" sldId="2147483048"/>
            <ac:spMk id="2" creationId="{4CA89F5C-1D50-8030-2CFA-7CD0C52D63FF}"/>
          </ac:spMkLst>
        </pc:spChg>
        <pc:spChg chg="mod ord">
          <ac:chgData name="Apurva Shah" userId="ee5a058c-b03a-457f-85ea-287505910733" providerId="ADAL" clId="{2D202746-A295-43AE-A3F9-F2DBE42DD571}" dt="2026-09-28T11:59:16.208" v="591" actId="20577"/>
          <ac:spMkLst>
            <pc:docMk/>
            <pc:sldMk cId="2777047554" sldId="2147483048"/>
            <ac:spMk id="6" creationId="{8C172F32-1ED4-A2FD-FA46-F32B444DA473}"/>
          </ac:spMkLst>
        </pc:spChg>
        <pc:spChg chg="mod">
          <ac:chgData name="Apurva Shah" userId="ee5a058c-b03a-457f-85ea-287505910733" providerId="ADAL" clId="{2D202746-A295-43AE-A3F9-F2DBE42DD571}" dt="2026-09-28T11:53:08.965" v="524" actId="1076"/>
          <ac:spMkLst>
            <pc:docMk/>
            <pc:sldMk cId="2777047554" sldId="2147483048"/>
            <ac:spMk id="14" creationId="{48288AF7-800F-3E7D-7732-4B3DC3D6763E}"/>
          </ac:spMkLst>
        </pc:spChg>
        <pc:spChg chg="del">
          <ac:chgData name="Apurva Shah" userId="ee5a058c-b03a-457f-85ea-287505910733" providerId="ADAL" clId="{2D202746-A295-43AE-A3F9-F2DBE42DD571}" dt="2026-09-28T11:52:36.145" v="518"/>
          <ac:spMkLst>
            <pc:docMk/>
            <pc:sldMk cId="2777047554" sldId="2147483048"/>
            <ac:spMk id="15" creationId="{BACC6370-2D7E-4714-9D71-7542949D7D5D}"/>
          </ac:spMkLst>
        </pc:spChg>
        <pc:spChg chg="del">
          <ac:chgData name="Apurva Shah" userId="ee5a058c-b03a-457f-85ea-287505910733" providerId="ADAL" clId="{2D202746-A295-43AE-A3F9-F2DBE42DD571}" dt="2026-09-28T11:52:36.145" v="518"/>
          <ac:spMkLst>
            <pc:docMk/>
            <pc:sldMk cId="2777047554" sldId="2147483048"/>
            <ac:spMk id="17" creationId="{F68B3F68-107C-434F-AA38-110D5EA91B85}"/>
          </ac:spMkLst>
        </pc:spChg>
        <pc:spChg chg="mod">
          <ac:chgData name="Apurva Shah" userId="ee5a058c-b03a-457f-85ea-287505910733" providerId="ADAL" clId="{2D202746-A295-43AE-A3F9-F2DBE42DD571}" dt="2026-09-28T11:53:08.965" v="524" actId="1076"/>
          <ac:spMkLst>
            <pc:docMk/>
            <pc:sldMk cId="2777047554" sldId="2147483048"/>
            <ac:spMk id="18" creationId="{21B95A4A-BA36-4875-1DAD-A625F59914E4}"/>
          </ac:spMkLst>
        </pc:spChg>
        <pc:spChg chg="del">
          <ac:chgData name="Apurva Shah" userId="ee5a058c-b03a-457f-85ea-287505910733" providerId="ADAL" clId="{2D202746-A295-43AE-A3F9-F2DBE42DD571}" dt="2026-09-28T11:52:36.145" v="518"/>
          <ac:spMkLst>
            <pc:docMk/>
            <pc:sldMk cId="2777047554" sldId="2147483048"/>
            <ac:spMk id="19" creationId="{AAD0DBB9-1A4B-4391-81D4-CB19F9AB918A}"/>
          </ac:spMkLst>
        </pc:spChg>
        <pc:spChg chg="del">
          <ac:chgData name="Apurva Shah" userId="ee5a058c-b03a-457f-85ea-287505910733" providerId="ADAL" clId="{2D202746-A295-43AE-A3F9-F2DBE42DD571}" dt="2026-09-28T11:52:36.145" v="518"/>
          <ac:spMkLst>
            <pc:docMk/>
            <pc:sldMk cId="2777047554" sldId="2147483048"/>
            <ac:spMk id="21" creationId="{063BBA22-50EA-4C4D-BE05-F1CE4E63AA56}"/>
          </ac:spMkLst>
        </pc:spChg>
        <pc:spChg chg="mod">
          <ac:chgData name="Apurva Shah" userId="ee5a058c-b03a-457f-85ea-287505910733" providerId="ADAL" clId="{2D202746-A295-43AE-A3F9-F2DBE42DD571}" dt="2026-09-28T11:53:08.965" v="524" actId="1076"/>
          <ac:spMkLst>
            <pc:docMk/>
            <pc:sldMk cId="2777047554" sldId="2147483048"/>
            <ac:spMk id="22" creationId="{A316F404-C8A7-46F5-469A-26468DFD21A4}"/>
          </ac:spMkLst>
        </pc:spChg>
        <pc:spChg chg="mod">
          <ac:chgData name="Apurva Shah" userId="ee5a058c-b03a-457f-85ea-287505910733" providerId="ADAL" clId="{2D202746-A295-43AE-A3F9-F2DBE42DD571}" dt="2026-09-28T11:53:08.965" v="524" actId="1076"/>
          <ac:spMkLst>
            <pc:docMk/>
            <pc:sldMk cId="2777047554" sldId="2147483048"/>
            <ac:spMk id="24" creationId="{FBC42E6E-4408-1C5B-3678-E9BCBDDE4358}"/>
          </ac:spMkLst>
        </pc:spChg>
        <pc:spChg chg="mod">
          <ac:chgData name="Apurva Shah" userId="ee5a058c-b03a-457f-85ea-287505910733" providerId="ADAL" clId="{2D202746-A295-43AE-A3F9-F2DBE42DD571}" dt="2026-09-28T11:53:08.965" v="524" actId="1076"/>
          <ac:spMkLst>
            <pc:docMk/>
            <pc:sldMk cId="2777047554" sldId="2147483048"/>
            <ac:spMk id="26" creationId="{1EF86E71-04D3-E5EF-112C-54FE2D8CF20C}"/>
          </ac:spMkLst>
        </pc:spChg>
        <pc:graphicFrameChg chg="mod">
          <ac:chgData name="Apurva Shah" userId="ee5a058c-b03a-457f-85ea-287505910733" providerId="ADAL" clId="{2D202746-A295-43AE-A3F9-F2DBE42DD571}" dt="2026-09-28T11:53:01.513" v="523" actId="1076"/>
          <ac:graphicFrameMkLst>
            <pc:docMk/>
            <pc:sldMk cId="2777047554" sldId="2147483048"/>
            <ac:graphicFrameMk id="11" creationId="{3FFF0B3A-0BBA-5FAA-BE6D-35EA1D0218F0}"/>
          </ac:graphicFrameMkLst>
        </pc:graphicFrameChg>
      </pc:sldChg>
      <pc:sldChg chg="addSp delSp modSp add mod modTransition setBg delDesignElem chgLayout">
        <pc:chgData name="Apurva Shah" userId="ee5a058c-b03a-457f-85ea-287505910733" providerId="ADAL" clId="{2D202746-A295-43AE-A3F9-F2DBE42DD571}" dt="2026-09-28T11:53:58.396" v="531" actId="20577"/>
        <pc:sldMkLst>
          <pc:docMk/>
          <pc:sldMk cId="275982918" sldId="2147483049"/>
        </pc:sldMkLst>
        <pc:spChg chg="mod ord">
          <ac:chgData name="Apurva Shah" userId="ee5a058c-b03a-457f-85ea-287505910733" providerId="ADAL" clId="{2D202746-A295-43AE-A3F9-F2DBE42DD571}" dt="2026-09-28T11:53:15.133" v="525" actId="6264"/>
          <ac:spMkLst>
            <pc:docMk/>
            <pc:sldMk cId="275982918" sldId="2147483049"/>
            <ac:spMk id="2" creationId="{C0CFEBC9-88DB-666F-CD81-07E17DAEE948}"/>
          </ac:spMkLst>
        </pc:spChg>
        <pc:spChg chg="add del mod">
          <ac:chgData name="Apurva Shah" userId="ee5a058c-b03a-457f-85ea-287505910733" providerId="ADAL" clId="{2D202746-A295-43AE-A3F9-F2DBE42DD571}" dt="2026-09-28T11:53:15.133" v="525" actId="6264"/>
          <ac:spMkLst>
            <pc:docMk/>
            <pc:sldMk cId="275982918" sldId="2147483049"/>
            <ac:spMk id="3" creationId="{B0F132FE-1200-E420-FCE0-56BAB4FC43B8}"/>
          </ac:spMkLst>
        </pc:spChg>
        <pc:spChg chg="del">
          <ac:chgData name="Apurva Shah" userId="ee5a058c-b03a-457f-85ea-287505910733" providerId="ADAL" clId="{2D202746-A295-43AE-A3F9-F2DBE42DD571}" dt="2026-09-28T11:52:36.145" v="518"/>
          <ac:spMkLst>
            <pc:docMk/>
            <pc:sldMk cId="275982918" sldId="2147483049"/>
            <ac:spMk id="28" creationId="{BACC6370-2D7E-4714-9D71-7542949D7D5D}"/>
          </ac:spMkLst>
        </pc:spChg>
        <pc:spChg chg="del">
          <ac:chgData name="Apurva Shah" userId="ee5a058c-b03a-457f-85ea-287505910733" providerId="ADAL" clId="{2D202746-A295-43AE-A3F9-F2DBE42DD571}" dt="2026-09-28T11:52:36.145" v="518"/>
          <ac:spMkLst>
            <pc:docMk/>
            <pc:sldMk cId="275982918" sldId="2147483049"/>
            <ac:spMk id="30" creationId="{F68B3F68-107C-434F-AA38-110D5EA91B85}"/>
          </ac:spMkLst>
        </pc:spChg>
        <pc:spChg chg="del">
          <ac:chgData name="Apurva Shah" userId="ee5a058c-b03a-457f-85ea-287505910733" providerId="ADAL" clId="{2D202746-A295-43AE-A3F9-F2DBE42DD571}" dt="2026-09-28T11:52:36.145" v="518"/>
          <ac:spMkLst>
            <pc:docMk/>
            <pc:sldMk cId="275982918" sldId="2147483049"/>
            <ac:spMk id="32" creationId="{AAD0DBB9-1A4B-4391-81D4-CB19F9AB918A}"/>
          </ac:spMkLst>
        </pc:spChg>
        <pc:spChg chg="del">
          <ac:chgData name="Apurva Shah" userId="ee5a058c-b03a-457f-85ea-287505910733" providerId="ADAL" clId="{2D202746-A295-43AE-A3F9-F2DBE42DD571}" dt="2026-09-28T11:52:36.145" v="518"/>
          <ac:spMkLst>
            <pc:docMk/>
            <pc:sldMk cId="275982918" sldId="2147483049"/>
            <ac:spMk id="34" creationId="{063BBA22-50EA-4C4D-BE05-F1CE4E63AA56}"/>
          </ac:spMkLst>
        </pc:spChg>
        <pc:graphicFrameChg chg="mod modGraphic">
          <ac:chgData name="Apurva Shah" userId="ee5a058c-b03a-457f-85ea-287505910733" providerId="ADAL" clId="{2D202746-A295-43AE-A3F9-F2DBE42DD571}" dt="2026-09-28T11:53:58.396" v="531" actId="20577"/>
          <ac:graphicFrameMkLst>
            <pc:docMk/>
            <pc:sldMk cId="275982918" sldId="2147483049"/>
            <ac:graphicFrameMk id="23" creationId="{F274CBF5-D4B0-AE73-2254-CAECB9608A12}"/>
          </ac:graphicFrameMkLst>
        </pc:graphicFrameChg>
      </pc:sldChg>
      <pc:sldChg chg="addSp delSp modSp add mod ord modTransition setBg modClrScheme delDesignElem chgLayout">
        <pc:chgData name="Apurva Shah" userId="ee5a058c-b03a-457f-85ea-287505910733" providerId="ADAL" clId="{2D202746-A295-43AE-A3F9-F2DBE42DD571}" dt="2026-09-28T12:03:17.137" v="597"/>
        <pc:sldMkLst>
          <pc:docMk/>
          <pc:sldMk cId="1668868660" sldId="2147483050"/>
        </pc:sldMkLst>
        <pc:spChg chg="mod ord">
          <ac:chgData name="Apurva Shah" userId="ee5a058c-b03a-457f-85ea-287505910733" providerId="ADAL" clId="{2D202746-A295-43AE-A3F9-F2DBE42DD571}" dt="2026-09-28T11:57:02.235" v="554" actId="6264"/>
          <ac:spMkLst>
            <pc:docMk/>
            <pc:sldMk cId="1668868660" sldId="2147483050"/>
            <ac:spMk id="2" creationId="{092CBD55-CD33-3C1B-4529-AB7F63D4B7BC}"/>
          </ac:spMkLst>
        </pc:spChg>
        <pc:spChg chg="add del mod">
          <ac:chgData name="Apurva Shah" userId="ee5a058c-b03a-457f-85ea-287505910733" providerId="ADAL" clId="{2D202746-A295-43AE-A3F9-F2DBE42DD571}" dt="2026-09-28T11:56:21.413" v="546" actId="6264"/>
          <ac:spMkLst>
            <pc:docMk/>
            <pc:sldMk cId="1668868660" sldId="2147483050"/>
            <ac:spMk id="3" creationId="{42319040-7CF2-B8A8-D15B-00F4C062E997}"/>
          </ac:spMkLst>
        </pc:spChg>
        <pc:spChg chg="add del mod">
          <ac:chgData name="Apurva Shah" userId="ee5a058c-b03a-457f-85ea-287505910733" providerId="ADAL" clId="{2D202746-A295-43AE-A3F9-F2DBE42DD571}" dt="2026-09-28T11:57:02.235" v="554" actId="6264"/>
          <ac:spMkLst>
            <pc:docMk/>
            <pc:sldMk cId="1668868660" sldId="2147483050"/>
            <ac:spMk id="4" creationId="{034D79A3-54A4-2925-CE30-5240FC5C5BD7}"/>
          </ac:spMkLst>
        </pc:spChg>
        <pc:spChg chg="add del mod">
          <ac:chgData name="Apurva Shah" userId="ee5a058c-b03a-457f-85ea-287505910733" providerId="ADAL" clId="{2D202746-A295-43AE-A3F9-F2DBE42DD571}" dt="2026-09-28T11:57:02.235" v="554" actId="6264"/>
          <ac:spMkLst>
            <pc:docMk/>
            <pc:sldMk cId="1668868660" sldId="2147483050"/>
            <ac:spMk id="5" creationId="{7F324218-F234-78DB-77BB-1BD32B103805}"/>
          </ac:spMkLst>
        </pc:spChg>
        <pc:spChg chg="del">
          <ac:chgData name="Apurva Shah" userId="ee5a058c-b03a-457f-85ea-287505910733" providerId="ADAL" clId="{2D202746-A295-43AE-A3F9-F2DBE42DD571}" dt="2026-09-28T11:52:36.145" v="518"/>
          <ac:spMkLst>
            <pc:docMk/>
            <pc:sldMk cId="1668868660" sldId="2147483050"/>
            <ac:spMk id="10" creationId="{BACC6370-2D7E-4714-9D71-7542949D7D5D}"/>
          </ac:spMkLst>
        </pc:spChg>
        <pc:spChg chg="add del mod">
          <ac:chgData name="Apurva Shah" userId="ee5a058c-b03a-457f-85ea-287505910733" providerId="ADAL" clId="{2D202746-A295-43AE-A3F9-F2DBE42DD571}" dt="2026-09-28T11:56:41.825" v="549" actId="26606"/>
          <ac:spMkLst>
            <pc:docMk/>
            <pc:sldMk cId="1668868660" sldId="2147483050"/>
            <ac:spMk id="11" creationId="{63F039E5-0A5F-5C89-3F58-3B1443792123}"/>
          </ac:spMkLst>
        </pc:spChg>
        <pc:spChg chg="del">
          <ac:chgData name="Apurva Shah" userId="ee5a058c-b03a-457f-85ea-287505910733" providerId="ADAL" clId="{2D202746-A295-43AE-A3F9-F2DBE42DD571}" dt="2026-09-28T11:52:36.145" v="518"/>
          <ac:spMkLst>
            <pc:docMk/>
            <pc:sldMk cId="1668868660" sldId="2147483050"/>
            <ac:spMk id="12" creationId="{F68B3F68-107C-434F-AA38-110D5EA91B85}"/>
          </ac:spMkLst>
        </pc:spChg>
        <pc:spChg chg="add del mod">
          <ac:chgData name="Apurva Shah" userId="ee5a058c-b03a-457f-85ea-287505910733" providerId="ADAL" clId="{2D202746-A295-43AE-A3F9-F2DBE42DD571}" dt="2026-09-28T11:56:41.825" v="549" actId="26606"/>
          <ac:spMkLst>
            <pc:docMk/>
            <pc:sldMk cId="1668868660" sldId="2147483050"/>
            <ac:spMk id="13" creationId="{0A2C4C1E-2D44-36F9-775D-4D12881FF576}"/>
          </ac:spMkLst>
        </pc:spChg>
        <pc:spChg chg="del">
          <ac:chgData name="Apurva Shah" userId="ee5a058c-b03a-457f-85ea-287505910733" providerId="ADAL" clId="{2D202746-A295-43AE-A3F9-F2DBE42DD571}" dt="2026-09-28T11:52:36.145" v="518"/>
          <ac:spMkLst>
            <pc:docMk/>
            <pc:sldMk cId="1668868660" sldId="2147483050"/>
            <ac:spMk id="14" creationId="{AAD0DBB9-1A4B-4391-81D4-CB19F9AB918A}"/>
          </ac:spMkLst>
        </pc:spChg>
        <pc:spChg chg="add del mod">
          <ac:chgData name="Apurva Shah" userId="ee5a058c-b03a-457f-85ea-287505910733" providerId="ADAL" clId="{2D202746-A295-43AE-A3F9-F2DBE42DD571}" dt="2026-09-28T11:56:48.485" v="551" actId="700"/>
          <ac:spMkLst>
            <pc:docMk/>
            <pc:sldMk cId="1668868660" sldId="2147483050"/>
            <ac:spMk id="15" creationId="{5CB523FE-C206-0376-D5B6-F8F99089FDC3}"/>
          </ac:spMkLst>
        </pc:spChg>
        <pc:spChg chg="del">
          <ac:chgData name="Apurva Shah" userId="ee5a058c-b03a-457f-85ea-287505910733" providerId="ADAL" clId="{2D202746-A295-43AE-A3F9-F2DBE42DD571}" dt="2026-09-28T11:52:36.145" v="518"/>
          <ac:spMkLst>
            <pc:docMk/>
            <pc:sldMk cId="1668868660" sldId="2147483050"/>
            <ac:spMk id="16" creationId="{063BBA22-50EA-4C4D-BE05-F1CE4E63AA56}"/>
          </ac:spMkLst>
        </pc:spChg>
        <pc:spChg chg="add mod ord">
          <ac:chgData name="Apurva Shah" userId="ee5a058c-b03a-457f-85ea-287505910733" providerId="ADAL" clId="{2D202746-A295-43AE-A3F9-F2DBE42DD571}" dt="2026-09-28T11:57:02.235" v="554" actId="6264"/>
          <ac:spMkLst>
            <pc:docMk/>
            <pc:sldMk cId="1668868660" sldId="2147483050"/>
            <ac:spMk id="17" creationId="{5C385290-9AF6-2B76-5279-842C7A64A7FF}"/>
          </ac:spMkLst>
        </pc:spChg>
        <pc:graphicFrameChg chg="mod modGraphic">
          <ac:chgData name="Apurva Shah" userId="ee5a058c-b03a-457f-85ea-287505910733" providerId="ADAL" clId="{2D202746-A295-43AE-A3F9-F2DBE42DD571}" dt="2026-09-28T11:57:51.339" v="568" actId="20577"/>
          <ac:graphicFrameMkLst>
            <pc:docMk/>
            <pc:sldMk cId="1668868660" sldId="2147483050"/>
            <ac:graphicFrameMk id="6" creationId="{A3E18C47-1F4F-F19A-BAB0-CE432191E2B2}"/>
          </ac:graphicFrameMkLst>
        </pc:graphicFrameChg>
      </pc:sldChg>
      <pc:sldChg chg="addSp delSp modSp new mod modClrScheme chgLayout">
        <pc:chgData name="Apurva Shah" userId="ee5a058c-b03a-457f-85ea-287505910733" providerId="ADAL" clId="{2D202746-A295-43AE-A3F9-F2DBE42DD571}" dt="2026-09-28T12:20:58.627" v="677" actId="20577"/>
        <pc:sldMkLst>
          <pc:docMk/>
          <pc:sldMk cId="3188131239" sldId="2147483051"/>
        </pc:sldMkLst>
        <pc:spChg chg="del mod ord">
          <ac:chgData name="Apurva Shah" userId="ee5a058c-b03a-457f-85ea-287505910733" providerId="ADAL" clId="{2D202746-A295-43AE-A3F9-F2DBE42DD571}" dt="2026-09-28T12:19:18.808" v="599" actId="700"/>
          <ac:spMkLst>
            <pc:docMk/>
            <pc:sldMk cId="3188131239" sldId="2147483051"/>
            <ac:spMk id="2" creationId="{CD24CA6C-9ECA-CC2B-799E-AA307FF4AD22}"/>
          </ac:spMkLst>
        </pc:spChg>
        <pc:spChg chg="del">
          <ac:chgData name="Apurva Shah" userId="ee5a058c-b03a-457f-85ea-287505910733" providerId="ADAL" clId="{2D202746-A295-43AE-A3F9-F2DBE42DD571}" dt="2026-09-28T12:19:18.808" v="599" actId="700"/>
          <ac:spMkLst>
            <pc:docMk/>
            <pc:sldMk cId="3188131239" sldId="2147483051"/>
            <ac:spMk id="3" creationId="{FB52BE54-2410-0F03-AB89-1EE5BEAD7D47}"/>
          </ac:spMkLst>
        </pc:spChg>
        <pc:spChg chg="del">
          <ac:chgData name="Apurva Shah" userId="ee5a058c-b03a-457f-85ea-287505910733" providerId="ADAL" clId="{2D202746-A295-43AE-A3F9-F2DBE42DD571}" dt="2026-09-28T12:19:18.808" v="599" actId="700"/>
          <ac:spMkLst>
            <pc:docMk/>
            <pc:sldMk cId="3188131239" sldId="2147483051"/>
            <ac:spMk id="4" creationId="{7FC69EB5-5B1F-4753-A646-A14A6DF52F17}"/>
          </ac:spMkLst>
        </pc:spChg>
        <pc:spChg chg="add del mod ord">
          <ac:chgData name="Apurva Shah" userId="ee5a058c-b03a-457f-85ea-287505910733" providerId="ADAL" clId="{2D202746-A295-43AE-A3F9-F2DBE42DD571}" dt="2026-09-28T12:19:33.200" v="602" actId="26606"/>
          <ac:spMkLst>
            <pc:docMk/>
            <pc:sldMk cId="3188131239" sldId="2147483051"/>
            <ac:spMk id="5" creationId="{0C81CEE0-6924-D200-1EC1-153B5544F0A6}"/>
          </ac:spMkLst>
        </pc:spChg>
        <pc:spChg chg="add del mod">
          <ac:chgData name="Apurva Shah" userId="ee5a058c-b03a-457f-85ea-287505910733" providerId="ADAL" clId="{2D202746-A295-43AE-A3F9-F2DBE42DD571}" dt="2026-09-28T12:19:53.264" v="606" actId="26606"/>
          <ac:spMkLst>
            <pc:docMk/>
            <pc:sldMk cId="3188131239" sldId="2147483051"/>
            <ac:spMk id="7" creationId="{207FA864-530A-9103-A021-4E53B1C158BE}"/>
          </ac:spMkLst>
        </pc:spChg>
        <pc:spChg chg="add del mod ord">
          <ac:chgData name="Apurva Shah" userId="ee5a058c-b03a-457f-85ea-287505910733" providerId="ADAL" clId="{2D202746-A295-43AE-A3F9-F2DBE42DD571}" dt="2026-09-28T12:19:53.264" v="606" actId="26606"/>
          <ac:spMkLst>
            <pc:docMk/>
            <pc:sldMk cId="3188131239" sldId="2147483051"/>
            <ac:spMk id="8" creationId="{5F9EC353-4A79-5960-28AE-52E8ABF3EA43}"/>
          </ac:spMkLst>
        </pc:spChg>
        <pc:spChg chg="add del mod ord">
          <ac:chgData name="Apurva Shah" userId="ee5a058c-b03a-457f-85ea-287505910733" providerId="ADAL" clId="{2D202746-A295-43AE-A3F9-F2DBE42DD571}" dt="2026-09-28T12:19:53.264" v="606" actId="26606"/>
          <ac:spMkLst>
            <pc:docMk/>
            <pc:sldMk cId="3188131239" sldId="2147483051"/>
            <ac:spMk id="9" creationId="{7A67F7F6-9696-FBDD-6E00-D2AC26F41B9F}"/>
          </ac:spMkLst>
        </pc:spChg>
        <pc:spChg chg="add mod ord">
          <ac:chgData name="Apurva Shah" userId="ee5a058c-b03a-457f-85ea-287505910733" providerId="ADAL" clId="{2D202746-A295-43AE-A3F9-F2DBE42DD571}" dt="2026-09-28T12:20:58.627" v="677" actId="20577"/>
          <ac:spMkLst>
            <pc:docMk/>
            <pc:sldMk cId="3188131239" sldId="2147483051"/>
            <ac:spMk id="10" creationId="{28C325E2-2207-E881-43A7-4A99A9F1788A}"/>
          </ac:spMkLst>
        </pc:spChg>
        <pc:spChg chg="add mod ord">
          <ac:chgData name="Apurva Shah" userId="ee5a058c-b03a-457f-85ea-287505910733" providerId="ADAL" clId="{2D202746-A295-43AE-A3F9-F2DBE42DD571}" dt="2026-09-28T12:20:44.946" v="646" actId="20577"/>
          <ac:spMkLst>
            <pc:docMk/>
            <pc:sldMk cId="3188131239" sldId="2147483051"/>
            <ac:spMk id="11" creationId="{84D22BDB-05EF-9BDF-6310-C758F7E35D90}"/>
          </ac:spMkLst>
        </pc:spChg>
        <pc:spChg chg="add del mod">
          <ac:chgData name="Apurva Shah" userId="ee5a058c-b03a-457f-85ea-287505910733" providerId="ADAL" clId="{2D202746-A295-43AE-A3F9-F2DBE42DD571}" dt="2026-09-28T12:19:37.725" v="603" actId="700"/>
          <ac:spMkLst>
            <pc:docMk/>
            <pc:sldMk cId="3188131239" sldId="2147483051"/>
            <ac:spMk id="12" creationId="{D7A732D6-3ABE-100F-4D43-607AFD606468}"/>
          </ac:spMkLst>
        </pc:spChg>
        <pc:spChg chg="add del mod ord">
          <ac:chgData name="Apurva Shah" userId="ee5a058c-b03a-457f-85ea-287505910733" providerId="ADAL" clId="{2D202746-A295-43AE-A3F9-F2DBE42DD571}" dt="2026-09-28T12:20:50.095" v="647" actId="478"/>
          <ac:spMkLst>
            <pc:docMk/>
            <pc:sldMk cId="3188131239" sldId="2147483051"/>
            <ac:spMk id="14" creationId="{19B0E583-E73A-FC11-CBCE-FC418A080FA4}"/>
          </ac:spMkLst>
        </pc:spChg>
        <pc:spChg chg="add del mod ord">
          <ac:chgData name="Apurva Shah" userId="ee5a058c-b03a-457f-85ea-287505910733" providerId="ADAL" clId="{2D202746-A295-43AE-A3F9-F2DBE42DD571}" dt="2026-09-28T12:19:56.470" v="607" actId="700"/>
          <ac:spMkLst>
            <pc:docMk/>
            <pc:sldMk cId="3188131239" sldId="2147483051"/>
            <ac:spMk id="19" creationId="{0FBD1F5E-105B-4772-13B7-483B62CCBB99}"/>
          </ac:spMkLst>
        </pc:spChg>
        <pc:spChg chg="add del">
          <ac:chgData name="Apurva Shah" userId="ee5a058c-b03a-457f-85ea-287505910733" providerId="ADAL" clId="{2D202746-A295-43AE-A3F9-F2DBE42DD571}" dt="2026-09-28T12:19:53.239" v="605" actId="26606"/>
          <ac:spMkLst>
            <pc:docMk/>
            <pc:sldMk cId="3188131239" sldId="2147483051"/>
            <ac:spMk id="20" creationId="{611024E1-5B64-03FF-8D4E-B862BAC90A77}"/>
          </ac:spMkLst>
        </pc:spChg>
        <pc:spChg chg="add del mod ord">
          <ac:chgData name="Apurva Shah" userId="ee5a058c-b03a-457f-85ea-287505910733" providerId="ADAL" clId="{2D202746-A295-43AE-A3F9-F2DBE42DD571}" dt="2026-09-28T12:19:56.470" v="607" actId="700"/>
          <ac:spMkLst>
            <pc:docMk/>
            <pc:sldMk cId="3188131239" sldId="2147483051"/>
            <ac:spMk id="21" creationId="{5B11EF44-8B46-3D88-9360-9AA42DC59F82}"/>
          </ac:spMkLst>
        </pc:spChg>
        <pc:spChg chg="add del mod">
          <ac:chgData name="Apurva Shah" userId="ee5a058c-b03a-457f-85ea-287505910733" providerId="ADAL" clId="{2D202746-A295-43AE-A3F9-F2DBE42DD571}" dt="2026-09-28T12:20:04.725" v="609" actId="478"/>
          <ac:spMkLst>
            <pc:docMk/>
            <pc:sldMk cId="3188131239" sldId="2147483051"/>
            <ac:spMk id="22" creationId="{207FA864-530A-9103-A021-4E53B1C158BE}"/>
          </ac:spMkLst>
        </pc:spChg>
        <pc:graphicFrameChg chg="add del">
          <ac:chgData name="Apurva Shah" userId="ee5a058c-b03a-457f-85ea-287505910733" providerId="ADAL" clId="{2D202746-A295-43AE-A3F9-F2DBE42DD571}" dt="2026-09-28T12:19:53.239" v="605" actId="26606"/>
          <ac:graphicFrameMkLst>
            <pc:docMk/>
            <pc:sldMk cId="3188131239" sldId="2147483051"/>
            <ac:graphicFrameMk id="16" creationId="{776D9D38-AD83-7860-F917-477E65F540CA}"/>
          </ac:graphicFrameMkLst>
        </pc:graphicFrameChg>
      </pc:sldChg>
    </pc:docChg>
  </pc:docChgLst>
  <pc:docChgLst>
    <pc:chgData name="Gautham Vijayaraj" userId="S::gautham.vijayaraj@accelare.com::c42d643b-fee3-4d66-aef4-6f8d3468dd2e" providerId="AD" clId="Web-{C906EAFC-0354-7EB5-FD9C-A9EF27F2ACD0}"/>
    <pc:docChg chg="modSld">
      <pc:chgData name="Gautham Vijayaraj" userId="S::gautham.vijayaraj@accelare.com::c42d643b-fee3-4d66-aef4-6f8d3468dd2e" providerId="AD" clId="Web-{C906EAFC-0354-7EB5-FD9C-A9EF27F2ACD0}" dt="2026-09-28T06:34:15.267" v="42"/>
      <pc:docMkLst>
        <pc:docMk/>
      </pc:docMkLst>
      <pc:sldChg chg="delSp">
        <pc:chgData name="Gautham Vijayaraj" userId="S::gautham.vijayaraj@accelare.com::c42d643b-fee3-4d66-aef4-6f8d3468dd2e" providerId="AD" clId="Web-{C906EAFC-0354-7EB5-FD9C-A9EF27F2ACD0}" dt="2026-09-28T06:24:20.546" v="1"/>
        <pc:sldMkLst>
          <pc:docMk/>
          <pc:sldMk cId="0" sldId="260"/>
        </pc:sldMkLst>
        <pc:spChg chg="del">
          <ac:chgData name="Gautham Vijayaraj" userId="S::gautham.vijayaraj@accelare.com::c42d643b-fee3-4d66-aef4-6f8d3468dd2e" providerId="AD" clId="Web-{C906EAFC-0354-7EB5-FD9C-A9EF27F2ACD0}" dt="2026-09-28T06:24:20.546" v="1"/>
          <ac:spMkLst>
            <pc:docMk/>
            <pc:sldMk cId="0" sldId="260"/>
            <ac:spMk id="11" creationId="{30F5410E-87B1-20E9-D78A-E6251CAA0D5A}"/>
          </ac:spMkLst>
        </pc:spChg>
        <pc:spChg chg="del">
          <ac:chgData name="Gautham Vijayaraj" userId="S::gautham.vijayaraj@accelare.com::c42d643b-fee3-4d66-aef4-6f8d3468dd2e" providerId="AD" clId="Web-{C906EAFC-0354-7EB5-FD9C-A9EF27F2ACD0}" dt="2026-09-28T06:24:18.702" v="0"/>
          <ac:spMkLst>
            <pc:docMk/>
            <pc:sldMk cId="0" sldId="260"/>
            <ac:spMk id="13" creationId="{8C0A9BAD-3BDC-A08C-9798-D1A571F36EC4}"/>
          </ac:spMkLst>
        </pc:spChg>
      </pc:sldChg>
      <pc:sldChg chg="delSp modSp">
        <pc:chgData name="Gautham Vijayaraj" userId="S::gautham.vijayaraj@accelare.com::c42d643b-fee3-4d66-aef4-6f8d3468dd2e" providerId="AD" clId="Web-{C906EAFC-0354-7EB5-FD9C-A9EF27F2ACD0}" dt="2026-09-28T06:31:53.931" v="11" actId="20577"/>
        <pc:sldMkLst>
          <pc:docMk/>
          <pc:sldMk cId="0" sldId="262"/>
        </pc:sldMkLst>
        <pc:spChg chg="del">
          <ac:chgData name="Gautham Vijayaraj" userId="S::gautham.vijayaraj@accelare.com::c42d643b-fee3-4d66-aef4-6f8d3468dd2e" providerId="AD" clId="Web-{C906EAFC-0354-7EB5-FD9C-A9EF27F2ACD0}" dt="2026-09-28T06:25:46.395" v="4"/>
          <ac:spMkLst>
            <pc:docMk/>
            <pc:sldMk cId="0" sldId="262"/>
            <ac:spMk id="7" creationId="{8636A118-68F0-2281-C07A-A79B0B58838F}"/>
          </ac:spMkLst>
        </pc:spChg>
        <pc:spChg chg="mod">
          <ac:chgData name="Gautham Vijayaraj" userId="S::gautham.vijayaraj@accelare.com::c42d643b-fee3-4d66-aef4-6f8d3468dd2e" providerId="AD" clId="Web-{C906EAFC-0354-7EB5-FD9C-A9EF27F2ACD0}" dt="2026-09-28T06:31:53.931" v="11" actId="20577"/>
          <ac:spMkLst>
            <pc:docMk/>
            <pc:sldMk cId="0" sldId="262"/>
            <ac:spMk id="127" creationId="{00000000-0000-0000-0000-000000000000}"/>
          </ac:spMkLst>
        </pc:spChg>
      </pc:sldChg>
      <pc:sldChg chg="delSp">
        <pc:chgData name="Gautham Vijayaraj" userId="S::gautham.vijayaraj@accelare.com::c42d643b-fee3-4d66-aef4-6f8d3468dd2e" providerId="AD" clId="Web-{C906EAFC-0354-7EB5-FD9C-A9EF27F2ACD0}" dt="2026-09-28T06:24:47.359" v="3"/>
        <pc:sldMkLst>
          <pc:docMk/>
          <pc:sldMk cId="0" sldId="2147483041"/>
        </pc:sldMkLst>
        <pc:spChg chg="del">
          <ac:chgData name="Gautham Vijayaraj" userId="S::gautham.vijayaraj@accelare.com::c42d643b-fee3-4d66-aef4-6f8d3468dd2e" providerId="AD" clId="Web-{C906EAFC-0354-7EB5-FD9C-A9EF27F2ACD0}" dt="2026-09-28T06:24:47.359" v="3"/>
          <ac:spMkLst>
            <pc:docMk/>
            <pc:sldMk cId="0" sldId="2147483041"/>
            <ac:spMk id="10" creationId="{A11D713E-209F-E848-B8E3-39F48A17BFFB}"/>
          </ac:spMkLst>
        </pc:spChg>
        <pc:spChg chg="del">
          <ac:chgData name="Gautham Vijayaraj" userId="S::gautham.vijayaraj@accelare.com::c42d643b-fee3-4d66-aef4-6f8d3468dd2e" providerId="AD" clId="Web-{C906EAFC-0354-7EB5-FD9C-A9EF27F2ACD0}" dt="2026-09-28T06:24:45.984" v="2"/>
          <ac:spMkLst>
            <pc:docMk/>
            <pc:sldMk cId="0" sldId="2147483041"/>
            <ac:spMk id="12" creationId="{99D3C010-2F24-6DC3-AD87-1807D6888717}"/>
          </ac:spMkLst>
        </pc:spChg>
      </pc:sldChg>
      <pc:sldChg chg="addSp delSp modSp">
        <pc:chgData name="Gautham Vijayaraj" userId="S::gautham.vijayaraj@accelare.com::c42d643b-fee3-4d66-aef4-6f8d3468dd2e" providerId="AD" clId="Web-{C906EAFC-0354-7EB5-FD9C-A9EF27F2ACD0}" dt="2026-09-28T06:34:15.267" v="42"/>
        <pc:sldMkLst>
          <pc:docMk/>
          <pc:sldMk cId="0" sldId="2147483042"/>
        </pc:sldMkLst>
        <pc:spChg chg="add del mod">
          <ac:chgData name="Gautham Vijayaraj" userId="S::gautham.vijayaraj@accelare.com::c42d643b-fee3-4d66-aef4-6f8d3468dd2e" providerId="AD" clId="Web-{C906EAFC-0354-7EB5-FD9C-A9EF27F2ACD0}" dt="2026-09-28T06:33:54.547" v="34" actId="1076"/>
          <ac:spMkLst>
            <pc:docMk/>
            <pc:sldMk cId="0" sldId="2147483042"/>
            <ac:spMk id="3" creationId="{00000000-0000-0000-0000-000000000000}"/>
          </ac:spMkLst>
        </pc:spChg>
        <pc:spChg chg="del">
          <ac:chgData name="Gautham Vijayaraj" userId="S::gautham.vijayaraj@accelare.com::c42d643b-fee3-4d66-aef4-6f8d3468dd2e" providerId="AD" clId="Web-{C906EAFC-0354-7EB5-FD9C-A9EF27F2ACD0}" dt="2026-09-28T06:28:39.217" v="5"/>
          <ac:spMkLst>
            <pc:docMk/>
            <pc:sldMk cId="0" sldId="2147483042"/>
            <ac:spMk id="8" creationId="{DF513277-1FEE-BD4C-F476-B72E472A1A29}"/>
          </ac:spMkLst>
        </pc:spChg>
        <pc:spChg chg="add mod">
          <ac:chgData name="Gautham Vijayaraj" userId="S::gautham.vijayaraj@accelare.com::c42d643b-fee3-4d66-aef4-6f8d3468dd2e" providerId="AD" clId="Web-{C906EAFC-0354-7EB5-FD9C-A9EF27F2ACD0}" dt="2026-09-28T06:33:58.563" v="37" actId="1076"/>
          <ac:spMkLst>
            <pc:docMk/>
            <pc:sldMk cId="0" sldId="2147483042"/>
            <ac:spMk id="9" creationId="{A9E6AFDC-EE02-96C5-1022-37FF5B12DBE6}"/>
          </ac:spMkLst>
        </pc:spChg>
        <pc:spChg chg="del">
          <ac:chgData name="Gautham Vijayaraj" userId="S::gautham.vijayaraj@accelare.com::c42d643b-fee3-4d66-aef4-6f8d3468dd2e" providerId="AD" clId="Web-{C906EAFC-0354-7EB5-FD9C-A9EF27F2ACD0}" dt="2026-09-28T06:28:44.248" v="6"/>
          <ac:spMkLst>
            <pc:docMk/>
            <pc:sldMk cId="0" sldId="2147483042"/>
            <ac:spMk id="10" creationId="{8FCFA530-57B6-2D00-BC9E-8A8FA7FF621A}"/>
          </ac:spMkLst>
        </pc:spChg>
        <pc:spChg chg="add mod">
          <ac:chgData name="Gautham Vijayaraj" userId="S::gautham.vijayaraj@accelare.com::c42d643b-fee3-4d66-aef4-6f8d3468dd2e" providerId="AD" clId="Web-{C906EAFC-0354-7EB5-FD9C-A9EF27F2ACD0}" dt="2026-09-28T06:34:15.267" v="42"/>
          <ac:spMkLst>
            <pc:docMk/>
            <pc:sldMk cId="0" sldId="2147483042"/>
            <ac:spMk id="12" creationId="{CD141AB7-DD42-E005-DE08-056F8E3A0604}"/>
          </ac:spMkLst>
        </pc:spChg>
        <pc:spChg chg="mod">
          <ac:chgData name="Gautham Vijayaraj" userId="S::gautham.vijayaraj@accelare.com::c42d643b-fee3-4d66-aef4-6f8d3468dd2e" providerId="AD" clId="Web-{C906EAFC-0354-7EB5-FD9C-A9EF27F2ACD0}" dt="2026-09-28T06:33:54.594" v="35" actId="1076"/>
          <ac:spMkLst>
            <pc:docMk/>
            <pc:sldMk cId="0" sldId="2147483042"/>
            <ac:spMk id="126" creationId="{00000000-0000-0000-0000-000000000000}"/>
          </ac:spMkLst>
        </pc:spChg>
        <pc:spChg chg="mod">
          <ac:chgData name="Gautham Vijayaraj" userId="S::gautham.vijayaraj@accelare.com::c42d643b-fee3-4d66-aef4-6f8d3468dd2e" providerId="AD" clId="Web-{C906EAFC-0354-7EB5-FD9C-A9EF27F2ACD0}" dt="2026-09-28T06:33:54.642" v="36" actId="1076"/>
          <ac:spMkLst>
            <pc:docMk/>
            <pc:sldMk cId="0" sldId="2147483042"/>
            <ac:spMk id="127" creationId="{00000000-0000-0000-0000-000000000000}"/>
          </ac:spMkLst>
        </pc:spChg>
      </pc:sldChg>
    </pc:docChg>
  </pc:docChgLst>
  <pc:docChgLst>
    <pc:chgData name="Kuppusami Natesan" userId="7e5b2aee-2b22-4b7d-8c63-6ef55801a0fc" providerId="ADAL" clId="{D6E168B5-C8E8-43AB-80F7-00F3A4F39D90}"/>
    <pc:docChg chg="modSld sldOrd">
      <pc:chgData name="Kuppusami Natesan" userId="7e5b2aee-2b22-4b7d-8c63-6ef55801a0fc" providerId="ADAL" clId="{D6E168B5-C8E8-43AB-80F7-00F3A4F39D90}" dt="2026-09-28T12:45:57.489" v="1"/>
      <pc:docMkLst>
        <pc:docMk/>
      </pc:docMkLst>
      <pc:sldChg chg="ord">
        <pc:chgData name="Kuppusami Natesan" userId="7e5b2aee-2b22-4b7d-8c63-6ef55801a0fc" providerId="ADAL" clId="{D6E168B5-C8E8-43AB-80F7-00F3A4F39D90}" dt="2026-09-28T12:45:57.489" v="1"/>
        <pc:sldMkLst>
          <pc:docMk/>
          <pc:sldMk cId="0" sldId="275"/>
        </pc:sldMkLst>
      </pc:sldChg>
    </pc:docChg>
  </pc:docChgLst>
  <pc:docChgLst>
    <pc:chgData name="Chris McLean" userId="fffdd517-b3c9-40bf-812e-e436ab94c320" providerId="ADAL" clId="{BB4400BD-4532-4C1E-8C7A-51619C376094}"/>
    <pc:docChg chg="custSel modSld">
      <pc:chgData name="Chris McLean" userId="fffdd517-b3c9-40bf-812e-e436ab94c320" providerId="ADAL" clId="{BB4400BD-4532-4C1E-8C7A-51619C376094}" dt="2026-09-24T12:19:55.812" v="198" actId="20577"/>
      <pc:docMkLst>
        <pc:docMk/>
      </pc:docMkLst>
      <pc:sldChg chg="modSp mod">
        <pc:chgData name="Chris McLean" userId="fffdd517-b3c9-40bf-812e-e436ab94c320" providerId="ADAL" clId="{BB4400BD-4532-4C1E-8C7A-51619C376094}" dt="2026-09-24T12:19:55.812" v="198" actId="20577"/>
        <pc:sldMkLst>
          <pc:docMk/>
          <pc:sldMk cId="3261968639" sldId="2147483036"/>
        </pc:sldMkLst>
        <pc:graphicFrameChg chg="mod modGraphic">
          <ac:chgData name="Chris McLean" userId="fffdd517-b3c9-40bf-812e-e436ab94c320" providerId="ADAL" clId="{BB4400BD-4532-4C1E-8C7A-51619C376094}" dt="2026-09-24T12:19:55.812" v="198" actId="20577"/>
          <ac:graphicFrameMkLst>
            <pc:docMk/>
            <pc:sldMk cId="3261968639" sldId="2147483036"/>
            <ac:graphicFrameMk id="4" creationId="{8D4A54F9-EACF-9443-2E1D-B7A7D1CCB86E}"/>
          </ac:graphicFrameMkLst>
        </pc:graphicFrameChg>
      </pc:sldChg>
      <pc:sldChg chg="modSp mod">
        <pc:chgData name="Chris McLean" userId="fffdd517-b3c9-40bf-812e-e436ab94c320" providerId="ADAL" clId="{BB4400BD-4532-4C1E-8C7A-51619C376094}" dt="2026-09-24T12:01:14.490" v="0" actId="313"/>
        <pc:sldMkLst>
          <pc:docMk/>
          <pc:sldMk cId="1904889113" sldId="2147483038"/>
        </pc:sldMkLst>
        <pc:spChg chg="mod">
          <ac:chgData name="Chris McLean" userId="fffdd517-b3c9-40bf-812e-e436ab94c320" providerId="ADAL" clId="{BB4400BD-4532-4C1E-8C7A-51619C376094}" dt="2026-09-24T12:01:14.490" v="0" actId="313"/>
          <ac:spMkLst>
            <pc:docMk/>
            <pc:sldMk cId="1904889113" sldId="2147483038"/>
            <ac:spMk id="5" creationId="{842060ED-8B8F-63F1-397E-D3E5C2420B7A}"/>
          </ac:spMkLst>
        </pc:spChg>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5.svg"/><Relationship Id="rId1" Type="http://schemas.openxmlformats.org/officeDocument/2006/relationships/image" Target="../media/image10.svg"/><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diagrams/_rels/data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5" Type="http://schemas.openxmlformats.org/officeDocument/2006/relationships/image" Target="../media/image19.svg"/><Relationship Id="rId4" Type="http://schemas.openxmlformats.org/officeDocument/2006/relationships/image" Target="../media/image18.svg"/></Relationships>
</file>

<file path=ppt/diagrams/_rels/data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20.svg"/><Relationship Id="rId4" Type="http://schemas.openxmlformats.org/officeDocument/2006/relationships/image" Target="../media/image2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image" Target="../media/image9.sv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5.svg"/><Relationship Id="rId1" Type="http://schemas.openxmlformats.org/officeDocument/2006/relationships/image" Target="../media/image10.svg"/><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5" Type="http://schemas.openxmlformats.org/officeDocument/2006/relationships/image" Target="../media/image19.svg"/><Relationship Id="rId4" Type="http://schemas.openxmlformats.org/officeDocument/2006/relationships/image" Target="../media/image18.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20.sv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C066F1-0E7B-43BC-A14D-B401A613FF6B}" type="doc">
      <dgm:prSet loTypeId="urn:microsoft.com/office/officeart/2005/8/layout/pyramid1" loCatId="pyramid" qsTypeId="urn:microsoft.com/office/officeart/2005/8/quickstyle/simple1#2" qsCatId="simple" csTypeId="urn:microsoft.com/office/officeart/2005/8/colors/accent1_2#2" csCatId="accent1" phldr="1"/>
      <dgm:spPr/>
      <dgm:t>
        <a:bodyPr/>
        <a:lstStyle/>
        <a:p>
          <a:endParaRPr lang="en-US"/>
        </a:p>
      </dgm:t>
    </dgm:pt>
    <dgm:pt modelId="{16D1C4CC-DD4C-4847-957C-72275B353F2A}">
      <dgm:prSet phldrT="[Text]" phldr="0" custT="1"/>
      <dgm:spPr>
        <a:noFill/>
        <a:ln>
          <a:solidFill>
            <a:schemeClr val="accent1"/>
          </a:solidFill>
        </a:ln>
      </dgm:spPr>
      <dgm:t>
        <a:bodyPr/>
        <a:lstStyle/>
        <a:p>
          <a:r>
            <a:rPr lang="en-US" sz="1600"/>
            <a:t>AI</a:t>
          </a:r>
          <a:endParaRPr lang="en-US" sz="6300"/>
        </a:p>
      </dgm:t>
    </dgm:pt>
    <dgm:pt modelId="{291AC7AF-7EE8-49EC-BFEB-76E108901B75}" type="parTrans" cxnId="{71797919-8651-446E-A529-5C5861CD5640}">
      <dgm:prSet/>
      <dgm:spPr/>
      <dgm:t>
        <a:bodyPr/>
        <a:lstStyle/>
        <a:p>
          <a:endParaRPr lang="en-US"/>
        </a:p>
      </dgm:t>
    </dgm:pt>
    <dgm:pt modelId="{2F545C89-EC17-44E0-8032-43D311957E98}" type="sibTrans" cxnId="{71797919-8651-446E-A529-5C5861CD5640}">
      <dgm:prSet/>
      <dgm:spPr/>
      <dgm:t>
        <a:bodyPr/>
        <a:lstStyle/>
        <a:p>
          <a:endParaRPr lang="en-US"/>
        </a:p>
      </dgm:t>
    </dgm:pt>
    <dgm:pt modelId="{1313262F-E920-4C3B-96B4-E9D9A5CD4261}">
      <dgm:prSet phldrT="[Text]" phldr="0"/>
      <dgm:spPr>
        <a:noFill/>
        <a:ln>
          <a:solidFill>
            <a:schemeClr val="accent1"/>
          </a:solidFill>
        </a:ln>
      </dgm:spPr>
      <dgm:t>
        <a:bodyPr/>
        <a:lstStyle/>
        <a:p>
          <a:r>
            <a:rPr lang="en-US"/>
            <a:t>Committees</a:t>
          </a:r>
        </a:p>
      </dgm:t>
    </dgm:pt>
    <dgm:pt modelId="{5F34E371-7CF9-41E8-8399-55A3EF1E4DB6}" type="parTrans" cxnId="{0D59AA72-2A22-42BA-AE3A-3197B76F95F6}">
      <dgm:prSet/>
      <dgm:spPr/>
      <dgm:t>
        <a:bodyPr/>
        <a:lstStyle/>
        <a:p>
          <a:endParaRPr lang="en-US"/>
        </a:p>
      </dgm:t>
    </dgm:pt>
    <dgm:pt modelId="{76FA1A04-E804-4C9C-B1DC-DA514E4DE811}" type="sibTrans" cxnId="{0D59AA72-2A22-42BA-AE3A-3197B76F95F6}">
      <dgm:prSet/>
      <dgm:spPr/>
      <dgm:t>
        <a:bodyPr/>
        <a:lstStyle/>
        <a:p>
          <a:endParaRPr lang="en-US"/>
        </a:p>
      </dgm:t>
    </dgm:pt>
    <dgm:pt modelId="{6DCBE91C-B225-4B1F-A665-2B64E9D7479C}" type="pres">
      <dgm:prSet presAssocID="{A4C066F1-0E7B-43BC-A14D-B401A613FF6B}" presName="Name0" presStyleCnt="0">
        <dgm:presLayoutVars>
          <dgm:dir/>
          <dgm:animLvl val="lvl"/>
          <dgm:resizeHandles val="exact"/>
        </dgm:presLayoutVars>
      </dgm:prSet>
      <dgm:spPr/>
    </dgm:pt>
    <dgm:pt modelId="{94A22F50-D083-46FB-A756-993D21084138}" type="pres">
      <dgm:prSet presAssocID="{16D1C4CC-DD4C-4847-957C-72275B353F2A}" presName="Name8" presStyleCnt="0"/>
      <dgm:spPr/>
    </dgm:pt>
    <dgm:pt modelId="{E8485ABF-4BB5-438E-B37D-4659F058ADBC}" type="pres">
      <dgm:prSet presAssocID="{16D1C4CC-DD4C-4847-957C-72275B353F2A}" presName="level" presStyleLbl="node1" presStyleIdx="0" presStyleCnt="2">
        <dgm:presLayoutVars>
          <dgm:chMax val="1"/>
          <dgm:bulletEnabled val="1"/>
        </dgm:presLayoutVars>
      </dgm:prSet>
      <dgm:spPr/>
    </dgm:pt>
    <dgm:pt modelId="{500439C7-5069-49D7-B343-8E37AD718663}" type="pres">
      <dgm:prSet presAssocID="{16D1C4CC-DD4C-4847-957C-72275B353F2A}" presName="levelTx" presStyleLbl="revTx" presStyleIdx="0" presStyleCnt="0">
        <dgm:presLayoutVars>
          <dgm:chMax val="1"/>
          <dgm:bulletEnabled val="1"/>
        </dgm:presLayoutVars>
      </dgm:prSet>
      <dgm:spPr/>
    </dgm:pt>
    <dgm:pt modelId="{77A12B18-D87F-43BF-A95A-226AB872091F}" type="pres">
      <dgm:prSet presAssocID="{1313262F-E920-4C3B-96B4-E9D9A5CD4261}" presName="Name8" presStyleCnt="0"/>
      <dgm:spPr/>
    </dgm:pt>
    <dgm:pt modelId="{AF30290B-545D-405C-9DE3-480E49D11C45}" type="pres">
      <dgm:prSet presAssocID="{1313262F-E920-4C3B-96B4-E9D9A5CD4261}" presName="level" presStyleLbl="node1" presStyleIdx="1" presStyleCnt="2">
        <dgm:presLayoutVars>
          <dgm:chMax val="1"/>
          <dgm:bulletEnabled val="1"/>
        </dgm:presLayoutVars>
      </dgm:prSet>
      <dgm:spPr/>
    </dgm:pt>
    <dgm:pt modelId="{38824818-199E-48F9-9002-A282235514D2}" type="pres">
      <dgm:prSet presAssocID="{1313262F-E920-4C3B-96B4-E9D9A5CD4261}" presName="levelTx" presStyleLbl="revTx" presStyleIdx="0" presStyleCnt="0">
        <dgm:presLayoutVars>
          <dgm:chMax val="1"/>
          <dgm:bulletEnabled val="1"/>
        </dgm:presLayoutVars>
      </dgm:prSet>
      <dgm:spPr/>
    </dgm:pt>
  </dgm:ptLst>
  <dgm:cxnLst>
    <dgm:cxn modelId="{71797919-8651-446E-A529-5C5861CD5640}" srcId="{A4C066F1-0E7B-43BC-A14D-B401A613FF6B}" destId="{16D1C4CC-DD4C-4847-957C-72275B353F2A}" srcOrd="0" destOrd="0" parTransId="{291AC7AF-7EE8-49EC-BFEB-76E108901B75}" sibTransId="{2F545C89-EC17-44E0-8032-43D311957E98}"/>
    <dgm:cxn modelId="{4D76F431-16FD-45C7-BD64-F6D4B575130B}" type="presOf" srcId="{16D1C4CC-DD4C-4847-957C-72275B353F2A}" destId="{E8485ABF-4BB5-438E-B37D-4659F058ADBC}" srcOrd="0" destOrd="0" presId="urn:microsoft.com/office/officeart/2005/8/layout/pyramid1"/>
    <dgm:cxn modelId="{0D59AA72-2A22-42BA-AE3A-3197B76F95F6}" srcId="{A4C066F1-0E7B-43BC-A14D-B401A613FF6B}" destId="{1313262F-E920-4C3B-96B4-E9D9A5CD4261}" srcOrd="1" destOrd="0" parTransId="{5F34E371-7CF9-41E8-8399-55A3EF1E4DB6}" sibTransId="{76FA1A04-E804-4C9C-B1DC-DA514E4DE811}"/>
    <dgm:cxn modelId="{B6408E80-CDA2-4B40-8CD8-2E086456AC54}" type="presOf" srcId="{1313262F-E920-4C3B-96B4-E9D9A5CD4261}" destId="{AF30290B-545D-405C-9DE3-480E49D11C45}" srcOrd="0" destOrd="0" presId="urn:microsoft.com/office/officeart/2005/8/layout/pyramid1"/>
    <dgm:cxn modelId="{7FB464B5-670E-437F-B6FE-DFDC01D616F4}" type="presOf" srcId="{1313262F-E920-4C3B-96B4-E9D9A5CD4261}" destId="{38824818-199E-48F9-9002-A282235514D2}" srcOrd="1" destOrd="0" presId="urn:microsoft.com/office/officeart/2005/8/layout/pyramid1"/>
    <dgm:cxn modelId="{FA0896CE-3C41-4AEA-8468-22A2851AFC56}" type="presOf" srcId="{16D1C4CC-DD4C-4847-957C-72275B353F2A}" destId="{500439C7-5069-49D7-B343-8E37AD718663}" srcOrd="1" destOrd="0" presId="urn:microsoft.com/office/officeart/2005/8/layout/pyramid1"/>
    <dgm:cxn modelId="{754EECFA-3560-450D-B0F2-5182F3859DB4}" type="presOf" srcId="{A4C066F1-0E7B-43BC-A14D-B401A613FF6B}" destId="{6DCBE91C-B225-4B1F-A665-2B64E9D7479C}" srcOrd="0" destOrd="0" presId="urn:microsoft.com/office/officeart/2005/8/layout/pyramid1"/>
    <dgm:cxn modelId="{FE51D85E-D180-41E7-BAF8-8A82F7BD5EC6}" type="presParOf" srcId="{6DCBE91C-B225-4B1F-A665-2B64E9D7479C}" destId="{94A22F50-D083-46FB-A756-993D21084138}" srcOrd="0" destOrd="0" presId="urn:microsoft.com/office/officeart/2005/8/layout/pyramid1"/>
    <dgm:cxn modelId="{9528D96F-857F-40D6-A519-376A6B84B58D}" type="presParOf" srcId="{94A22F50-D083-46FB-A756-993D21084138}" destId="{E8485ABF-4BB5-438E-B37D-4659F058ADBC}" srcOrd="0" destOrd="0" presId="urn:microsoft.com/office/officeart/2005/8/layout/pyramid1"/>
    <dgm:cxn modelId="{6D992128-9C04-4C8F-87DC-559D6F42D8CD}" type="presParOf" srcId="{94A22F50-D083-46FB-A756-993D21084138}" destId="{500439C7-5069-49D7-B343-8E37AD718663}" srcOrd="1" destOrd="0" presId="urn:microsoft.com/office/officeart/2005/8/layout/pyramid1"/>
    <dgm:cxn modelId="{6C4A8E18-EC00-4E1A-B1FB-1702658DC36F}" type="presParOf" srcId="{6DCBE91C-B225-4B1F-A665-2B64E9D7479C}" destId="{77A12B18-D87F-43BF-A95A-226AB872091F}" srcOrd="1" destOrd="0" presId="urn:microsoft.com/office/officeart/2005/8/layout/pyramid1"/>
    <dgm:cxn modelId="{8C2D5FD4-EADA-4DE9-AF87-718B45DE87CD}" type="presParOf" srcId="{77A12B18-D87F-43BF-A95A-226AB872091F}" destId="{AF30290B-545D-405C-9DE3-480E49D11C45}" srcOrd="0" destOrd="0" presId="urn:microsoft.com/office/officeart/2005/8/layout/pyramid1"/>
    <dgm:cxn modelId="{9E0FBC88-02D6-41D8-B93F-E36AF16C0762}" type="presParOf" srcId="{77A12B18-D87F-43BF-A95A-226AB872091F}" destId="{38824818-199E-48F9-9002-A282235514D2}" srcOrd="1" destOrd="0" presId="urn:microsoft.com/office/officeart/2005/8/layout/pyramid1"/>
  </dgm:cxnLst>
  <dgm:bg>
    <a:noFill/>
  </dgm:bg>
  <dgm:whole>
    <a:ln>
      <a:noFill/>
    </a:ln>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4C066F1-0E7B-43BC-A14D-B401A613FF6B}" type="doc">
      <dgm:prSet loTypeId="urn:microsoft.com/office/officeart/2005/8/layout/pyramid1" loCatId="pyramid" qsTypeId="urn:microsoft.com/office/officeart/2005/8/quickstyle/simple1#1" qsCatId="simple" csTypeId="urn:microsoft.com/office/officeart/2005/8/colors/accent1_2#1" csCatId="accent1" phldr="1"/>
      <dgm:spPr/>
      <dgm:t>
        <a:bodyPr/>
        <a:lstStyle/>
        <a:p>
          <a:endParaRPr lang="en-US"/>
        </a:p>
      </dgm:t>
    </dgm:pt>
    <dgm:pt modelId="{16D1C4CC-DD4C-4847-957C-72275B353F2A}">
      <dgm:prSet phldrT="[Text]" phldr="0" custT="1"/>
      <dgm:spPr>
        <a:noFill/>
        <a:ln>
          <a:solidFill>
            <a:srgbClr val="0070C0"/>
          </a:solidFill>
        </a:ln>
      </dgm:spPr>
      <dgm:t>
        <a:bodyPr/>
        <a:lstStyle/>
        <a:p>
          <a:r>
            <a:rPr lang="en-US" sz="1600"/>
            <a:t>AI</a:t>
          </a:r>
          <a:endParaRPr lang="en-US" sz="6300"/>
        </a:p>
      </dgm:t>
    </dgm:pt>
    <dgm:pt modelId="{291AC7AF-7EE8-49EC-BFEB-76E108901B75}" type="parTrans" cxnId="{71797919-8651-446E-A529-5C5861CD5640}">
      <dgm:prSet/>
      <dgm:spPr/>
      <dgm:t>
        <a:bodyPr/>
        <a:lstStyle/>
        <a:p>
          <a:endParaRPr lang="en-US"/>
        </a:p>
      </dgm:t>
    </dgm:pt>
    <dgm:pt modelId="{2F545C89-EC17-44E0-8032-43D311957E98}" type="sibTrans" cxnId="{71797919-8651-446E-A529-5C5861CD5640}">
      <dgm:prSet/>
      <dgm:spPr/>
      <dgm:t>
        <a:bodyPr/>
        <a:lstStyle/>
        <a:p>
          <a:endParaRPr lang="en-US"/>
        </a:p>
      </dgm:t>
    </dgm:pt>
    <dgm:pt modelId="{1313262F-E920-4C3B-96B4-E9D9A5CD4261}">
      <dgm:prSet phldrT="[Text]" phldr="0"/>
      <dgm:spPr>
        <a:noFill/>
        <a:ln>
          <a:solidFill>
            <a:srgbClr val="0070C0"/>
          </a:solidFill>
        </a:ln>
      </dgm:spPr>
      <dgm:t>
        <a:bodyPr/>
        <a:lstStyle/>
        <a:p>
          <a:r>
            <a:rPr lang="en-US"/>
            <a:t>Governance</a:t>
          </a:r>
        </a:p>
        <a:p>
          <a:r>
            <a:rPr lang="en-US"/>
            <a:t>Committees</a:t>
          </a:r>
        </a:p>
      </dgm:t>
    </dgm:pt>
    <dgm:pt modelId="{5F34E371-7CF9-41E8-8399-55A3EF1E4DB6}" type="parTrans" cxnId="{0D59AA72-2A22-42BA-AE3A-3197B76F95F6}">
      <dgm:prSet/>
      <dgm:spPr/>
      <dgm:t>
        <a:bodyPr/>
        <a:lstStyle/>
        <a:p>
          <a:endParaRPr lang="en-US"/>
        </a:p>
      </dgm:t>
    </dgm:pt>
    <dgm:pt modelId="{76FA1A04-E804-4C9C-B1DC-DA514E4DE811}" type="sibTrans" cxnId="{0D59AA72-2A22-42BA-AE3A-3197B76F95F6}">
      <dgm:prSet/>
      <dgm:spPr/>
      <dgm:t>
        <a:bodyPr/>
        <a:lstStyle/>
        <a:p>
          <a:endParaRPr lang="en-US"/>
        </a:p>
      </dgm:t>
    </dgm:pt>
    <dgm:pt modelId="{6DCBE91C-B225-4B1F-A665-2B64E9D7479C}" type="pres">
      <dgm:prSet presAssocID="{A4C066F1-0E7B-43BC-A14D-B401A613FF6B}" presName="Name0" presStyleCnt="0">
        <dgm:presLayoutVars>
          <dgm:dir/>
          <dgm:animLvl val="lvl"/>
          <dgm:resizeHandles val="exact"/>
        </dgm:presLayoutVars>
      </dgm:prSet>
      <dgm:spPr/>
    </dgm:pt>
    <dgm:pt modelId="{94A22F50-D083-46FB-A756-993D21084138}" type="pres">
      <dgm:prSet presAssocID="{16D1C4CC-DD4C-4847-957C-72275B353F2A}" presName="Name8" presStyleCnt="0"/>
      <dgm:spPr/>
    </dgm:pt>
    <dgm:pt modelId="{E8485ABF-4BB5-438E-B37D-4659F058ADBC}" type="pres">
      <dgm:prSet presAssocID="{16D1C4CC-DD4C-4847-957C-72275B353F2A}" presName="level" presStyleLbl="node1" presStyleIdx="0" presStyleCnt="2">
        <dgm:presLayoutVars>
          <dgm:chMax val="1"/>
          <dgm:bulletEnabled val="1"/>
        </dgm:presLayoutVars>
      </dgm:prSet>
      <dgm:spPr/>
    </dgm:pt>
    <dgm:pt modelId="{500439C7-5069-49D7-B343-8E37AD718663}" type="pres">
      <dgm:prSet presAssocID="{16D1C4CC-DD4C-4847-957C-72275B353F2A}" presName="levelTx" presStyleLbl="revTx" presStyleIdx="0" presStyleCnt="0">
        <dgm:presLayoutVars>
          <dgm:chMax val="1"/>
          <dgm:bulletEnabled val="1"/>
        </dgm:presLayoutVars>
      </dgm:prSet>
      <dgm:spPr/>
    </dgm:pt>
    <dgm:pt modelId="{77A12B18-D87F-43BF-A95A-226AB872091F}" type="pres">
      <dgm:prSet presAssocID="{1313262F-E920-4C3B-96B4-E9D9A5CD4261}" presName="Name8" presStyleCnt="0"/>
      <dgm:spPr/>
    </dgm:pt>
    <dgm:pt modelId="{AF30290B-545D-405C-9DE3-480E49D11C45}" type="pres">
      <dgm:prSet presAssocID="{1313262F-E920-4C3B-96B4-E9D9A5CD4261}" presName="level" presStyleLbl="node1" presStyleIdx="1" presStyleCnt="2">
        <dgm:presLayoutVars>
          <dgm:chMax val="1"/>
          <dgm:bulletEnabled val="1"/>
        </dgm:presLayoutVars>
      </dgm:prSet>
      <dgm:spPr/>
    </dgm:pt>
    <dgm:pt modelId="{38824818-199E-48F9-9002-A282235514D2}" type="pres">
      <dgm:prSet presAssocID="{1313262F-E920-4C3B-96B4-E9D9A5CD4261}" presName="levelTx" presStyleLbl="revTx" presStyleIdx="0" presStyleCnt="0">
        <dgm:presLayoutVars>
          <dgm:chMax val="1"/>
          <dgm:bulletEnabled val="1"/>
        </dgm:presLayoutVars>
      </dgm:prSet>
      <dgm:spPr/>
    </dgm:pt>
  </dgm:ptLst>
  <dgm:cxnLst>
    <dgm:cxn modelId="{71797919-8651-446E-A529-5C5861CD5640}" srcId="{A4C066F1-0E7B-43BC-A14D-B401A613FF6B}" destId="{16D1C4CC-DD4C-4847-957C-72275B353F2A}" srcOrd="0" destOrd="0" parTransId="{291AC7AF-7EE8-49EC-BFEB-76E108901B75}" sibTransId="{2F545C89-EC17-44E0-8032-43D311957E98}"/>
    <dgm:cxn modelId="{4D76F431-16FD-45C7-BD64-F6D4B575130B}" type="presOf" srcId="{16D1C4CC-DD4C-4847-957C-72275B353F2A}" destId="{E8485ABF-4BB5-438E-B37D-4659F058ADBC}" srcOrd="0" destOrd="0" presId="urn:microsoft.com/office/officeart/2005/8/layout/pyramid1"/>
    <dgm:cxn modelId="{0D59AA72-2A22-42BA-AE3A-3197B76F95F6}" srcId="{A4C066F1-0E7B-43BC-A14D-B401A613FF6B}" destId="{1313262F-E920-4C3B-96B4-E9D9A5CD4261}" srcOrd="1" destOrd="0" parTransId="{5F34E371-7CF9-41E8-8399-55A3EF1E4DB6}" sibTransId="{76FA1A04-E804-4C9C-B1DC-DA514E4DE811}"/>
    <dgm:cxn modelId="{B6408E80-CDA2-4B40-8CD8-2E086456AC54}" type="presOf" srcId="{1313262F-E920-4C3B-96B4-E9D9A5CD4261}" destId="{AF30290B-545D-405C-9DE3-480E49D11C45}" srcOrd="0" destOrd="0" presId="urn:microsoft.com/office/officeart/2005/8/layout/pyramid1"/>
    <dgm:cxn modelId="{7FB464B5-670E-437F-B6FE-DFDC01D616F4}" type="presOf" srcId="{1313262F-E920-4C3B-96B4-E9D9A5CD4261}" destId="{38824818-199E-48F9-9002-A282235514D2}" srcOrd="1" destOrd="0" presId="urn:microsoft.com/office/officeart/2005/8/layout/pyramid1"/>
    <dgm:cxn modelId="{FA0896CE-3C41-4AEA-8468-22A2851AFC56}" type="presOf" srcId="{16D1C4CC-DD4C-4847-957C-72275B353F2A}" destId="{500439C7-5069-49D7-B343-8E37AD718663}" srcOrd="1" destOrd="0" presId="urn:microsoft.com/office/officeart/2005/8/layout/pyramid1"/>
    <dgm:cxn modelId="{754EECFA-3560-450D-B0F2-5182F3859DB4}" type="presOf" srcId="{A4C066F1-0E7B-43BC-A14D-B401A613FF6B}" destId="{6DCBE91C-B225-4B1F-A665-2B64E9D7479C}" srcOrd="0" destOrd="0" presId="urn:microsoft.com/office/officeart/2005/8/layout/pyramid1"/>
    <dgm:cxn modelId="{FE51D85E-D180-41E7-BAF8-8A82F7BD5EC6}" type="presParOf" srcId="{6DCBE91C-B225-4B1F-A665-2B64E9D7479C}" destId="{94A22F50-D083-46FB-A756-993D21084138}" srcOrd="0" destOrd="0" presId="urn:microsoft.com/office/officeart/2005/8/layout/pyramid1"/>
    <dgm:cxn modelId="{9528D96F-857F-40D6-A519-376A6B84B58D}" type="presParOf" srcId="{94A22F50-D083-46FB-A756-993D21084138}" destId="{E8485ABF-4BB5-438E-B37D-4659F058ADBC}" srcOrd="0" destOrd="0" presId="urn:microsoft.com/office/officeart/2005/8/layout/pyramid1"/>
    <dgm:cxn modelId="{6D992128-9C04-4C8F-87DC-559D6F42D8CD}" type="presParOf" srcId="{94A22F50-D083-46FB-A756-993D21084138}" destId="{500439C7-5069-49D7-B343-8E37AD718663}" srcOrd="1" destOrd="0" presId="urn:microsoft.com/office/officeart/2005/8/layout/pyramid1"/>
    <dgm:cxn modelId="{6C4A8E18-EC00-4E1A-B1FB-1702658DC36F}" type="presParOf" srcId="{6DCBE91C-B225-4B1F-A665-2B64E9D7479C}" destId="{77A12B18-D87F-43BF-A95A-226AB872091F}" srcOrd="1" destOrd="0" presId="urn:microsoft.com/office/officeart/2005/8/layout/pyramid1"/>
    <dgm:cxn modelId="{8C2D5FD4-EADA-4DE9-AF87-718B45DE87CD}" type="presParOf" srcId="{77A12B18-D87F-43BF-A95A-226AB872091F}" destId="{AF30290B-545D-405C-9DE3-480E49D11C45}" srcOrd="0" destOrd="0" presId="urn:microsoft.com/office/officeart/2005/8/layout/pyramid1"/>
    <dgm:cxn modelId="{9E0FBC88-02D6-41D8-B93F-E36AF16C0762}" type="presParOf" srcId="{77A12B18-D87F-43BF-A95A-226AB872091F}" destId="{38824818-199E-48F9-9002-A282235514D2}" srcOrd="1" destOrd="0" presId="urn:microsoft.com/office/officeart/2005/8/layout/pyramid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7B6BE8-FFE7-43D7-8114-DFCB982D4C1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0F7EFAD-3589-4C6B-AE3F-61C470F26F1C}">
      <dgm:prSet/>
      <dgm:spPr/>
      <dgm:t>
        <a:bodyPr/>
        <a:lstStyle/>
        <a:p>
          <a:pPr>
            <a:lnSpc>
              <a:spcPct val="100000"/>
            </a:lnSpc>
          </a:pPr>
          <a:r>
            <a:rPr lang="en-US"/>
            <a:t>Data Source	</a:t>
          </a:r>
        </a:p>
        <a:p>
          <a:pPr>
            <a:lnSpc>
              <a:spcPct val="100000"/>
            </a:lnSpc>
          </a:pPr>
          <a:r>
            <a:rPr lang="en-US"/>
            <a:t>Legal drive (Z:\) containing legal research materials, attorney work product, and legal questions from business units</a:t>
          </a:r>
        </a:p>
      </dgm:t>
    </dgm:pt>
    <dgm:pt modelId="{C07709B4-815A-4AD2-B8BF-654B97F3937E}" type="parTrans" cxnId="{E9E85F40-3461-42EA-A70C-77FD7BDC6B45}">
      <dgm:prSet/>
      <dgm:spPr/>
      <dgm:t>
        <a:bodyPr/>
        <a:lstStyle/>
        <a:p>
          <a:endParaRPr lang="en-US"/>
        </a:p>
      </dgm:t>
    </dgm:pt>
    <dgm:pt modelId="{FECFB170-7C91-4AC9-A2A8-1D82C8CF6FF0}" type="sibTrans" cxnId="{E9E85F40-3461-42EA-A70C-77FD7BDC6B45}">
      <dgm:prSet/>
      <dgm:spPr/>
      <dgm:t>
        <a:bodyPr/>
        <a:lstStyle/>
        <a:p>
          <a:endParaRPr lang="en-US"/>
        </a:p>
      </dgm:t>
    </dgm:pt>
    <dgm:pt modelId="{BC699740-4C1A-4298-8CE3-9BF3044FA3D3}">
      <dgm:prSet/>
      <dgm:spPr/>
      <dgm:t>
        <a:bodyPr/>
        <a:lstStyle/>
        <a:p>
          <a:pPr>
            <a:lnSpc>
              <a:spcPct val="100000"/>
            </a:lnSpc>
          </a:pPr>
          <a:r>
            <a:rPr lang="en-US"/>
            <a:t>Retrieval Layer	</a:t>
          </a:r>
        </a:p>
        <a:p>
          <a:pPr>
            <a:lnSpc>
              <a:spcPct val="100000"/>
            </a:lnSpc>
          </a:pPr>
          <a:r>
            <a:rPr lang="en-US"/>
            <a:t>Copilot indexes and retrieves relevant documents from the legal drive based on natural-language queries</a:t>
          </a:r>
        </a:p>
      </dgm:t>
    </dgm:pt>
    <dgm:pt modelId="{F564D85B-4FFD-4A41-80C0-6C80DCDF8455}" type="parTrans" cxnId="{F383A0B9-E0FE-4264-80E6-BF30A49BED38}">
      <dgm:prSet/>
      <dgm:spPr/>
      <dgm:t>
        <a:bodyPr/>
        <a:lstStyle/>
        <a:p>
          <a:endParaRPr lang="en-US"/>
        </a:p>
      </dgm:t>
    </dgm:pt>
    <dgm:pt modelId="{18209FC8-FE3E-4147-9215-C10870F51E5E}" type="sibTrans" cxnId="{F383A0B9-E0FE-4264-80E6-BF30A49BED38}">
      <dgm:prSet/>
      <dgm:spPr/>
      <dgm:t>
        <a:bodyPr/>
        <a:lstStyle/>
        <a:p>
          <a:endParaRPr lang="en-US"/>
        </a:p>
      </dgm:t>
    </dgm:pt>
    <dgm:pt modelId="{5003DC2F-663D-4E07-9E7F-A65B267C174B}">
      <dgm:prSet/>
      <dgm:spPr/>
      <dgm:t>
        <a:bodyPr/>
        <a:lstStyle/>
        <a:p>
          <a:pPr>
            <a:lnSpc>
              <a:spcPct val="100000"/>
            </a:lnSpc>
          </a:pPr>
          <a:r>
            <a:rPr lang="en-US"/>
            <a:t>Generation Layer	</a:t>
          </a:r>
        </a:p>
        <a:p>
          <a:pPr>
            <a:lnSpc>
              <a:spcPct val="100000"/>
            </a:lnSpc>
          </a:pPr>
          <a:r>
            <a:rPr lang="en-US"/>
            <a:t>Copilot synthesizes retrieved materials into legal research summaries and draft work product</a:t>
          </a:r>
        </a:p>
      </dgm:t>
    </dgm:pt>
    <dgm:pt modelId="{3F171C20-10C5-45CC-AC47-6E714BF1B907}" type="parTrans" cxnId="{84D2CAFF-E099-4BE4-AD0D-A487E08C773D}">
      <dgm:prSet/>
      <dgm:spPr/>
      <dgm:t>
        <a:bodyPr/>
        <a:lstStyle/>
        <a:p>
          <a:endParaRPr lang="en-US"/>
        </a:p>
      </dgm:t>
    </dgm:pt>
    <dgm:pt modelId="{C5D43523-F48A-46ED-8F5B-1EDCB92A0AC8}" type="sibTrans" cxnId="{84D2CAFF-E099-4BE4-AD0D-A487E08C773D}">
      <dgm:prSet/>
      <dgm:spPr/>
      <dgm:t>
        <a:bodyPr/>
        <a:lstStyle/>
        <a:p>
          <a:endParaRPr lang="en-US"/>
        </a:p>
      </dgm:t>
    </dgm:pt>
    <dgm:pt modelId="{F501F23D-9153-40D5-8E92-98BB801B563B}">
      <dgm:prSet/>
      <dgm:spPr/>
      <dgm:t>
        <a:bodyPr/>
        <a:lstStyle/>
        <a:p>
          <a:pPr>
            <a:lnSpc>
              <a:spcPct val="100000"/>
            </a:lnSpc>
          </a:pPr>
          <a:r>
            <a:rPr lang="en-US"/>
            <a:t>Human Layer	</a:t>
          </a:r>
        </a:p>
        <a:p>
          <a:pPr>
            <a:lnSpc>
              <a:spcPct val="100000"/>
            </a:lnSpc>
          </a:pPr>
          <a:r>
            <a:rPr lang="en-US"/>
            <a:t>Attorneys review, validate, and approve all outputs before internal or external use</a:t>
          </a:r>
        </a:p>
      </dgm:t>
    </dgm:pt>
    <dgm:pt modelId="{1902DEA5-B009-4110-993C-37FAAAD40A3C}" type="parTrans" cxnId="{7661464B-3923-4A9E-ADAF-8863599FB26E}">
      <dgm:prSet/>
      <dgm:spPr/>
      <dgm:t>
        <a:bodyPr/>
        <a:lstStyle/>
        <a:p>
          <a:endParaRPr lang="en-US"/>
        </a:p>
      </dgm:t>
    </dgm:pt>
    <dgm:pt modelId="{FEB8DE57-0CBD-47E2-9E24-0153C453CF76}" type="sibTrans" cxnId="{7661464B-3923-4A9E-ADAF-8863599FB26E}">
      <dgm:prSet/>
      <dgm:spPr/>
      <dgm:t>
        <a:bodyPr/>
        <a:lstStyle/>
        <a:p>
          <a:endParaRPr lang="en-US"/>
        </a:p>
      </dgm:t>
    </dgm:pt>
    <dgm:pt modelId="{CD6C7CF4-4FB4-4CFC-ACA1-CBA888C710A0}">
      <dgm:prSet/>
      <dgm:spPr/>
      <dgm:t>
        <a:bodyPr/>
        <a:lstStyle/>
        <a:p>
          <a:pPr>
            <a:lnSpc>
              <a:spcPct val="100000"/>
            </a:lnSpc>
          </a:pPr>
          <a:r>
            <a:rPr lang="en-US"/>
            <a:t>Access Layer	</a:t>
          </a:r>
        </a:p>
        <a:p>
          <a:pPr>
            <a:lnSpc>
              <a:spcPct val="100000"/>
            </a:lnSpc>
          </a:pPr>
          <a:r>
            <a:rPr lang="en-US"/>
            <a:t>Limited to attorneys in the Legal Department; RBAC + FIDO2 MFA enforced</a:t>
          </a:r>
        </a:p>
      </dgm:t>
    </dgm:pt>
    <dgm:pt modelId="{0882198B-CC58-4CEE-9B76-C4D2EDEDFA48}" type="parTrans" cxnId="{AF1EF78E-70B0-4F7D-A729-812B7851502B}">
      <dgm:prSet/>
      <dgm:spPr/>
      <dgm:t>
        <a:bodyPr/>
        <a:lstStyle/>
        <a:p>
          <a:endParaRPr lang="en-US"/>
        </a:p>
      </dgm:t>
    </dgm:pt>
    <dgm:pt modelId="{A0E05540-B187-4427-8EC0-82DAFA23C0D2}" type="sibTrans" cxnId="{AF1EF78E-70B0-4F7D-A729-812B7851502B}">
      <dgm:prSet/>
      <dgm:spPr/>
      <dgm:t>
        <a:bodyPr/>
        <a:lstStyle/>
        <a:p>
          <a:endParaRPr lang="en-US"/>
        </a:p>
      </dgm:t>
    </dgm:pt>
    <dgm:pt modelId="{66E9813A-B0D8-4B3C-A82C-3ED2022A8468}" type="pres">
      <dgm:prSet presAssocID="{7A7B6BE8-FFE7-43D7-8114-DFCB982D4C1D}" presName="root" presStyleCnt="0">
        <dgm:presLayoutVars>
          <dgm:dir/>
          <dgm:resizeHandles val="exact"/>
        </dgm:presLayoutVars>
      </dgm:prSet>
      <dgm:spPr/>
    </dgm:pt>
    <dgm:pt modelId="{906A3862-F6BE-463E-8014-ABC6F6EBB282}" type="pres">
      <dgm:prSet presAssocID="{C0F7EFAD-3589-4C6B-AE3F-61C470F26F1C}" presName="compNode" presStyleCnt="0"/>
      <dgm:spPr/>
    </dgm:pt>
    <dgm:pt modelId="{E1CEC57F-9BD3-4067-9387-8F03121CA8E8}" type="pres">
      <dgm:prSet presAssocID="{C0F7EFAD-3589-4C6B-AE3F-61C470F26F1C}"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avel"/>
        </a:ext>
      </dgm:extLst>
    </dgm:pt>
    <dgm:pt modelId="{8EB69945-C909-4E6E-ABE5-5BF277438D2F}" type="pres">
      <dgm:prSet presAssocID="{C0F7EFAD-3589-4C6B-AE3F-61C470F26F1C}" presName="spaceRect" presStyleCnt="0"/>
      <dgm:spPr/>
    </dgm:pt>
    <dgm:pt modelId="{5F4FB694-DD5D-4659-908D-D4382C118D4E}" type="pres">
      <dgm:prSet presAssocID="{C0F7EFAD-3589-4C6B-AE3F-61C470F26F1C}" presName="textRect" presStyleLbl="revTx" presStyleIdx="0" presStyleCnt="5">
        <dgm:presLayoutVars>
          <dgm:chMax val="1"/>
          <dgm:chPref val="1"/>
        </dgm:presLayoutVars>
      </dgm:prSet>
      <dgm:spPr/>
    </dgm:pt>
    <dgm:pt modelId="{BF9BD67D-F39C-4B1C-956E-D3DEB7494640}" type="pres">
      <dgm:prSet presAssocID="{FECFB170-7C91-4AC9-A2A8-1D82C8CF6FF0}" presName="sibTrans" presStyleCnt="0"/>
      <dgm:spPr/>
    </dgm:pt>
    <dgm:pt modelId="{FA77E10C-3181-4137-8D57-E95129283C75}" type="pres">
      <dgm:prSet presAssocID="{BC699740-4C1A-4298-8CE3-9BF3044FA3D3}" presName="compNode" presStyleCnt="0"/>
      <dgm:spPr/>
    </dgm:pt>
    <dgm:pt modelId="{1F8F9511-B645-4615-B6A0-1ECCB1BF66E6}" type="pres">
      <dgm:prSet presAssocID="{BC699740-4C1A-4298-8CE3-9BF3044FA3D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DBF30F9A-E695-49B1-8178-676F2BEB59A8}" type="pres">
      <dgm:prSet presAssocID="{BC699740-4C1A-4298-8CE3-9BF3044FA3D3}" presName="spaceRect" presStyleCnt="0"/>
      <dgm:spPr/>
    </dgm:pt>
    <dgm:pt modelId="{EC5F7E4E-492B-453E-A8E3-078F09FC51BF}" type="pres">
      <dgm:prSet presAssocID="{BC699740-4C1A-4298-8CE3-9BF3044FA3D3}" presName="textRect" presStyleLbl="revTx" presStyleIdx="1" presStyleCnt="5">
        <dgm:presLayoutVars>
          <dgm:chMax val="1"/>
          <dgm:chPref val="1"/>
        </dgm:presLayoutVars>
      </dgm:prSet>
      <dgm:spPr/>
    </dgm:pt>
    <dgm:pt modelId="{846D27E3-EC28-4F34-8FCB-A123328C3C8F}" type="pres">
      <dgm:prSet presAssocID="{18209FC8-FE3E-4147-9215-C10870F51E5E}" presName="sibTrans" presStyleCnt="0"/>
      <dgm:spPr/>
    </dgm:pt>
    <dgm:pt modelId="{72FA68BE-2E4C-4005-B88A-E2DC8D486530}" type="pres">
      <dgm:prSet presAssocID="{5003DC2F-663D-4E07-9E7F-A65B267C174B}" presName="compNode" presStyleCnt="0"/>
      <dgm:spPr/>
    </dgm:pt>
    <dgm:pt modelId="{63E276B5-D31F-4AF7-8425-752648731B1F}" type="pres">
      <dgm:prSet presAssocID="{5003DC2F-663D-4E07-9E7F-A65B267C174B}"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ooks"/>
        </a:ext>
      </dgm:extLst>
    </dgm:pt>
    <dgm:pt modelId="{DB3111ED-66B7-4C8B-9FB5-AAEFCEA3BCCB}" type="pres">
      <dgm:prSet presAssocID="{5003DC2F-663D-4E07-9E7F-A65B267C174B}" presName="spaceRect" presStyleCnt="0"/>
      <dgm:spPr/>
    </dgm:pt>
    <dgm:pt modelId="{FC2BE13B-1AB0-4821-984A-5D73FE0DFE9B}" type="pres">
      <dgm:prSet presAssocID="{5003DC2F-663D-4E07-9E7F-A65B267C174B}" presName="textRect" presStyleLbl="revTx" presStyleIdx="2" presStyleCnt="5">
        <dgm:presLayoutVars>
          <dgm:chMax val="1"/>
          <dgm:chPref val="1"/>
        </dgm:presLayoutVars>
      </dgm:prSet>
      <dgm:spPr/>
    </dgm:pt>
    <dgm:pt modelId="{CA0A4BB4-18EE-486B-969A-50DF656654DE}" type="pres">
      <dgm:prSet presAssocID="{C5D43523-F48A-46ED-8F5B-1EDCB92A0AC8}" presName="sibTrans" presStyleCnt="0"/>
      <dgm:spPr/>
    </dgm:pt>
    <dgm:pt modelId="{9949CA15-FC75-4D88-AE04-19D0454DB552}" type="pres">
      <dgm:prSet presAssocID="{F501F23D-9153-40D5-8E92-98BB801B563B}" presName="compNode" presStyleCnt="0"/>
      <dgm:spPr/>
    </dgm:pt>
    <dgm:pt modelId="{CA7B1CED-6987-464C-BE23-FA015E4A153F}" type="pres">
      <dgm:prSet presAssocID="{F501F23D-9153-40D5-8E92-98BB801B563B}"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Judge"/>
        </a:ext>
      </dgm:extLst>
    </dgm:pt>
    <dgm:pt modelId="{F6D1FDF3-B24F-43FA-813C-3602D99B0476}" type="pres">
      <dgm:prSet presAssocID="{F501F23D-9153-40D5-8E92-98BB801B563B}" presName="spaceRect" presStyleCnt="0"/>
      <dgm:spPr/>
    </dgm:pt>
    <dgm:pt modelId="{93F942F5-4F31-4F4C-AE89-9F4ACAACA63C}" type="pres">
      <dgm:prSet presAssocID="{F501F23D-9153-40D5-8E92-98BB801B563B}" presName="textRect" presStyleLbl="revTx" presStyleIdx="3" presStyleCnt="5">
        <dgm:presLayoutVars>
          <dgm:chMax val="1"/>
          <dgm:chPref val="1"/>
        </dgm:presLayoutVars>
      </dgm:prSet>
      <dgm:spPr/>
    </dgm:pt>
    <dgm:pt modelId="{57682133-A44E-4911-989E-5B8BB9BB7BEB}" type="pres">
      <dgm:prSet presAssocID="{FEB8DE57-0CBD-47E2-9E24-0153C453CF76}" presName="sibTrans" presStyleCnt="0"/>
      <dgm:spPr/>
    </dgm:pt>
    <dgm:pt modelId="{DB0266F5-F64A-4B19-B206-9558C494515F}" type="pres">
      <dgm:prSet presAssocID="{CD6C7CF4-4FB4-4CFC-ACA1-CBA888C710A0}" presName="compNode" presStyleCnt="0"/>
      <dgm:spPr/>
    </dgm:pt>
    <dgm:pt modelId="{E0B1ED7C-13BA-4A91-A177-B87CCA4FBBC9}" type="pres">
      <dgm:prSet presAssocID="{CD6C7CF4-4FB4-4CFC-ACA1-CBA888C710A0}"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cales of Justice"/>
        </a:ext>
      </dgm:extLst>
    </dgm:pt>
    <dgm:pt modelId="{29018FD6-783B-4659-9467-F3AE98425A6F}" type="pres">
      <dgm:prSet presAssocID="{CD6C7CF4-4FB4-4CFC-ACA1-CBA888C710A0}" presName="spaceRect" presStyleCnt="0"/>
      <dgm:spPr/>
    </dgm:pt>
    <dgm:pt modelId="{C112D206-22B4-4D03-A289-E0F25EC292AB}" type="pres">
      <dgm:prSet presAssocID="{CD6C7CF4-4FB4-4CFC-ACA1-CBA888C710A0}" presName="textRect" presStyleLbl="revTx" presStyleIdx="4" presStyleCnt="5">
        <dgm:presLayoutVars>
          <dgm:chMax val="1"/>
          <dgm:chPref val="1"/>
        </dgm:presLayoutVars>
      </dgm:prSet>
      <dgm:spPr/>
    </dgm:pt>
  </dgm:ptLst>
  <dgm:cxnLst>
    <dgm:cxn modelId="{5B7D8B2D-0DF5-4867-B24C-000CBFC4F944}" type="presOf" srcId="{7A7B6BE8-FFE7-43D7-8114-DFCB982D4C1D}" destId="{66E9813A-B0D8-4B3C-A82C-3ED2022A8468}" srcOrd="0" destOrd="0" presId="urn:microsoft.com/office/officeart/2018/2/layout/IconLabelList"/>
    <dgm:cxn modelId="{2018D737-505B-4B45-A6CC-20ED9D541298}" type="presOf" srcId="{BC699740-4C1A-4298-8CE3-9BF3044FA3D3}" destId="{EC5F7E4E-492B-453E-A8E3-078F09FC51BF}" srcOrd="0" destOrd="0" presId="urn:microsoft.com/office/officeart/2018/2/layout/IconLabelList"/>
    <dgm:cxn modelId="{E9E85F40-3461-42EA-A70C-77FD7BDC6B45}" srcId="{7A7B6BE8-FFE7-43D7-8114-DFCB982D4C1D}" destId="{C0F7EFAD-3589-4C6B-AE3F-61C470F26F1C}" srcOrd="0" destOrd="0" parTransId="{C07709B4-815A-4AD2-B8BF-654B97F3937E}" sibTransId="{FECFB170-7C91-4AC9-A2A8-1D82C8CF6FF0}"/>
    <dgm:cxn modelId="{537E415E-4C78-49B1-B2AD-E67FEF258EF0}" type="presOf" srcId="{CD6C7CF4-4FB4-4CFC-ACA1-CBA888C710A0}" destId="{C112D206-22B4-4D03-A289-E0F25EC292AB}" srcOrd="0" destOrd="0" presId="urn:microsoft.com/office/officeart/2018/2/layout/IconLabelList"/>
    <dgm:cxn modelId="{7661464B-3923-4A9E-ADAF-8863599FB26E}" srcId="{7A7B6BE8-FFE7-43D7-8114-DFCB982D4C1D}" destId="{F501F23D-9153-40D5-8E92-98BB801B563B}" srcOrd="3" destOrd="0" parTransId="{1902DEA5-B009-4110-993C-37FAAAD40A3C}" sibTransId="{FEB8DE57-0CBD-47E2-9E24-0153C453CF76}"/>
    <dgm:cxn modelId="{92670A83-C596-4E74-A259-FF071651EFB4}" type="presOf" srcId="{F501F23D-9153-40D5-8E92-98BB801B563B}" destId="{93F942F5-4F31-4F4C-AE89-9F4ACAACA63C}" srcOrd="0" destOrd="0" presId="urn:microsoft.com/office/officeart/2018/2/layout/IconLabelList"/>
    <dgm:cxn modelId="{AF1EF78E-70B0-4F7D-A729-812B7851502B}" srcId="{7A7B6BE8-FFE7-43D7-8114-DFCB982D4C1D}" destId="{CD6C7CF4-4FB4-4CFC-ACA1-CBA888C710A0}" srcOrd="4" destOrd="0" parTransId="{0882198B-CC58-4CEE-9B76-C4D2EDEDFA48}" sibTransId="{A0E05540-B187-4427-8EC0-82DAFA23C0D2}"/>
    <dgm:cxn modelId="{5EBC909C-EDC6-40F4-9A32-88E604D88C1B}" type="presOf" srcId="{C0F7EFAD-3589-4C6B-AE3F-61C470F26F1C}" destId="{5F4FB694-DD5D-4659-908D-D4382C118D4E}" srcOrd="0" destOrd="0" presId="urn:microsoft.com/office/officeart/2018/2/layout/IconLabelList"/>
    <dgm:cxn modelId="{75CAC5B1-A545-4A29-8E23-E12738DDE878}" type="presOf" srcId="{5003DC2F-663D-4E07-9E7F-A65B267C174B}" destId="{FC2BE13B-1AB0-4821-984A-5D73FE0DFE9B}" srcOrd="0" destOrd="0" presId="urn:microsoft.com/office/officeart/2018/2/layout/IconLabelList"/>
    <dgm:cxn modelId="{F383A0B9-E0FE-4264-80E6-BF30A49BED38}" srcId="{7A7B6BE8-FFE7-43D7-8114-DFCB982D4C1D}" destId="{BC699740-4C1A-4298-8CE3-9BF3044FA3D3}" srcOrd="1" destOrd="0" parTransId="{F564D85B-4FFD-4A41-80C0-6C80DCDF8455}" sibTransId="{18209FC8-FE3E-4147-9215-C10870F51E5E}"/>
    <dgm:cxn modelId="{84D2CAFF-E099-4BE4-AD0D-A487E08C773D}" srcId="{7A7B6BE8-FFE7-43D7-8114-DFCB982D4C1D}" destId="{5003DC2F-663D-4E07-9E7F-A65B267C174B}" srcOrd="2" destOrd="0" parTransId="{3F171C20-10C5-45CC-AC47-6E714BF1B907}" sibTransId="{C5D43523-F48A-46ED-8F5B-1EDCB92A0AC8}"/>
    <dgm:cxn modelId="{2B7992D1-805A-42E2-88DF-A68B8137DBDF}" type="presParOf" srcId="{66E9813A-B0D8-4B3C-A82C-3ED2022A8468}" destId="{906A3862-F6BE-463E-8014-ABC6F6EBB282}" srcOrd="0" destOrd="0" presId="urn:microsoft.com/office/officeart/2018/2/layout/IconLabelList"/>
    <dgm:cxn modelId="{F73D6755-7BEA-4127-90C1-2AB59437C0AF}" type="presParOf" srcId="{906A3862-F6BE-463E-8014-ABC6F6EBB282}" destId="{E1CEC57F-9BD3-4067-9387-8F03121CA8E8}" srcOrd="0" destOrd="0" presId="urn:microsoft.com/office/officeart/2018/2/layout/IconLabelList"/>
    <dgm:cxn modelId="{7702396B-9569-4E7F-A22F-FD839C442061}" type="presParOf" srcId="{906A3862-F6BE-463E-8014-ABC6F6EBB282}" destId="{8EB69945-C909-4E6E-ABE5-5BF277438D2F}" srcOrd="1" destOrd="0" presId="urn:microsoft.com/office/officeart/2018/2/layout/IconLabelList"/>
    <dgm:cxn modelId="{470C871F-FC1C-42E2-8697-674365633EC3}" type="presParOf" srcId="{906A3862-F6BE-463E-8014-ABC6F6EBB282}" destId="{5F4FB694-DD5D-4659-908D-D4382C118D4E}" srcOrd="2" destOrd="0" presId="urn:microsoft.com/office/officeart/2018/2/layout/IconLabelList"/>
    <dgm:cxn modelId="{AB9373D7-04BE-4D52-9E0F-E81AD8CE153C}" type="presParOf" srcId="{66E9813A-B0D8-4B3C-A82C-3ED2022A8468}" destId="{BF9BD67D-F39C-4B1C-956E-D3DEB7494640}" srcOrd="1" destOrd="0" presId="urn:microsoft.com/office/officeart/2018/2/layout/IconLabelList"/>
    <dgm:cxn modelId="{73F64EE7-E05D-4FB3-8747-F30C360E91F4}" type="presParOf" srcId="{66E9813A-B0D8-4B3C-A82C-3ED2022A8468}" destId="{FA77E10C-3181-4137-8D57-E95129283C75}" srcOrd="2" destOrd="0" presId="urn:microsoft.com/office/officeart/2018/2/layout/IconLabelList"/>
    <dgm:cxn modelId="{739E919E-51C9-4864-94FE-02D012EE3E49}" type="presParOf" srcId="{FA77E10C-3181-4137-8D57-E95129283C75}" destId="{1F8F9511-B645-4615-B6A0-1ECCB1BF66E6}" srcOrd="0" destOrd="0" presId="urn:microsoft.com/office/officeart/2018/2/layout/IconLabelList"/>
    <dgm:cxn modelId="{EBBF483C-F933-4EAD-B8FF-F38B74AB7560}" type="presParOf" srcId="{FA77E10C-3181-4137-8D57-E95129283C75}" destId="{DBF30F9A-E695-49B1-8178-676F2BEB59A8}" srcOrd="1" destOrd="0" presId="urn:microsoft.com/office/officeart/2018/2/layout/IconLabelList"/>
    <dgm:cxn modelId="{84D5E0E8-B4ED-4383-B93A-CB720F00859A}" type="presParOf" srcId="{FA77E10C-3181-4137-8D57-E95129283C75}" destId="{EC5F7E4E-492B-453E-A8E3-078F09FC51BF}" srcOrd="2" destOrd="0" presId="urn:microsoft.com/office/officeart/2018/2/layout/IconLabelList"/>
    <dgm:cxn modelId="{77366392-AC3A-4A33-9D0A-B0A8BCDFB7BB}" type="presParOf" srcId="{66E9813A-B0D8-4B3C-A82C-3ED2022A8468}" destId="{846D27E3-EC28-4F34-8FCB-A123328C3C8F}" srcOrd="3" destOrd="0" presId="urn:microsoft.com/office/officeart/2018/2/layout/IconLabelList"/>
    <dgm:cxn modelId="{3ABA6F87-63C3-431E-86D4-39653EA27463}" type="presParOf" srcId="{66E9813A-B0D8-4B3C-A82C-3ED2022A8468}" destId="{72FA68BE-2E4C-4005-B88A-E2DC8D486530}" srcOrd="4" destOrd="0" presId="urn:microsoft.com/office/officeart/2018/2/layout/IconLabelList"/>
    <dgm:cxn modelId="{919B7DF6-5B36-4173-AACE-87C6A5501D2E}" type="presParOf" srcId="{72FA68BE-2E4C-4005-B88A-E2DC8D486530}" destId="{63E276B5-D31F-4AF7-8425-752648731B1F}" srcOrd="0" destOrd="0" presId="urn:microsoft.com/office/officeart/2018/2/layout/IconLabelList"/>
    <dgm:cxn modelId="{42FA9515-72CC-422F-8D20-1003A71523FB}" type="presParOf" srcId="{72FA68BE-2E4C-4005-B88A-E2DC8D486530}" destId="{DB3111ED-66B7-4C8B-9FB5-AAEFCEA3BCCB}" srcOrd="1" destOrd="0" presId="urn:microsoft.com/office/officeart/2018/2/layout/IconLabelList"/>
    <dgm:cxn modelId="{4D331ACB-0058-49D7-ACE8-92B0FB3B177A}" type="presParOf" srcId="{72FA68BE-2E4C-4005-B88A-E2DC8D486530}" destId="{FC2BE13B-1AB0-4821-984A-5D73FE0DFE9B}" srcOrd="2" destOrd="0" presId="urn:microsoft.com/office/officeart/2018/2/layout/IconLabelList"/>
    <dgm:cxn modelId="{A8E80AE5-5672-4143-A6DD-2B0770C98D62}" type="presParOf" srcId="{66E9813A-B0D8-4B3C-A82C-3ED2022A8468}" destId="{CA0A4BB4-18EE-486B-969A-50DF656654DE}" srcOrd="5" destOrd="0" presId="urn:microsoft.com/office/officeart/2018/2/layout/IconLabelList"/>
    <dgm:cxn modelId="{0BE6A9BB-6B8E-49E1-9661-0E1EF0DACCB6}" type="presParOf" srcId="{66E9813A-B0D8-4B3C-A82C-3ED2022A8468}" destId="{9949CA15-FC75-4D88-AE04-19D0454DB552}" srcOrd="6" destOrd="0" presId="urn:microsoft.com/office/officeart/2018/2/layout/IconLabelList"/>
    <dgm:cxn modelId="{E92FFE03-CB74-4F20-9C00-CE7382E731A8}" type="presParOf" srcId="{9949CA15-FC75-4D88-AE04-19D0454DB552}" destId="{CA7B1CED-6987-464C-BE23-FA015E4A153F}" srcOrd="0" destOrd="0" presId="urn:microsoft.com/office/officeart/2018/2/layout/IconLabelList"/>
    <dgm:cxn modelId="{E1E83388-F138-40D7-B6C5-F93D4976281F}" type="presParOf" srcId="{9949CA15-FC75-4D88-AE04-19D0454DB552}" destId="{F6D1FDF3-B24F-43FA-813C-3602D99B0476}" srcOrd="1" destOrd="0" presId="urn:microsoft.com/office/officeart/2018/2/layout/IconLabelList"/>
    <dgm:cxn modelId="{FD405192-7ED4-45B8-9C05-186A394DDDF1}" type="presParOf" srcId="{9949CA15-FC75-4D88-AE04-19D0454DB552}" destId="{93F942F5-4F31-4F4C-AE89-9F4ACAACA63C}" srcOrd="2" destOrd="0" presId="urn:microsoft.com/office/officeart/2018/2/layout/IconLabelList"/>
    <dgm:cxn modelId="{CBF241B7-B3B4-4109-A530-AFB4136547DE}" type="presParOf" srcId="{66E9813A-B0D8-4B3C-A82C-3ED2022A8468}" destId="{57682133-A44E-4911-989E-5B8BB9BB7BEB}" srcOrd="7" destOrd="0" presId="urn:microsoft.com/office/officeart/2018/2/layout/IconLabelList"/>
    <dgm:cxn modelId="{E4A510DF-C5DD-43D6-814F-064D08B9DE37}" type="presParOf" srcId="{66E9813A-B0D8-4B3C-A82C-3ED2022A8468}" destId="{DB0266F5-F64A-4B19-B206-9558C494515F}" srcOrd="8" destOrd="0" presId="urn:microsoft.com/office/officeart/2018/2/layout/IconLabelList"/>
    <dgm:cxn modelId="{F5F7A1BB-A04E-4D7C-89CD-7DBE9F1493E5}" type="presParOf" srcId="{DB0266F5-F64A-4B19-B206-9558C494515F}" destId="{E0B1ED7C-13BA-4A91-A177-B87CCA4FBBC9}" srcOrd="0" destOrd="0" presId="urn:microsoft.com/office/officeart/2018/2/layout/IconLabelList"/>
    <dgm:cxn modelId="{3496F26C-FF3B-4553-84DC-034EF8D4EF90}" type="presParOf" srcId="{DB0266F5-F64A-4B19-B206-9558C494515F}" destId="{29018FD6-783B-4659-9467-F3AE98425A6F}" srcOrd="1" destOrd="0" presId="urn:microsoft.com/office/officeart/2018/2/layout/IconLabelList"/>
    <dgm:cxn modelId="{0072C10C-1575-46B2-9EA7-A9EBF300EDE3}" type="presParOf" srcId="{DB0266F5-F64A-4B19-B206-9558C494515F}" destId="{C112D206-22B4-4D03-A289-E0F25EC292AB}"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C976E3-D110-4424-A3C9-AACBE5271DFA}"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C47D105-C503-4AC2-90C8-ADD562CF104C}">
      <dgm:prSet/>
      <dgm:spPr/>
      <dgm:t>
        <a:bodyPr/>
        <a:lstStyle/>
        <a:p>
          <a:pPr>
            <a:lnSpc>
              <a:spcPct val="100000"/>
            </a:lnSpc>
          </a:pPr>
          <a:r>
            <a:rPr lang="en-US" b="1"/>
            <a:t>Invalid or biased output</a:t>
          </a:r>
          <a:r>
            <a:rPr lang="en-US"/>
            <a:t>	</a:t>
          </a:r>
        </a:p>
        <a:p>
          <a:pPr>
            <a:lnSpc>
              <a:spcPct val="100000"/>
            </a:lnSpc>
          </a:pPr>
          <a:r>
            <a:rPr lang="en-US"/>
            <a:t>Response attribution to original source documents; attorney professional judgment</a:t>
          </a:r>
        </a:p>
      </dgm:t>
    </dgm:pt>
    <dgm:pt modelId="{A087C688-2633-4ADC-BD1E-7D6480F345AE}" type="parTrans" cxnId="{E8D02D0E-B4AC-426F-A7E5-483349CE7593}">
      <dgm:prSet/>
      <dgm:spPr/>
      <dgm:t>
        <a:bodyPr/>
        <a:lstStyle/>
        <a:p>
          <a:endParaRPr lang="en-US"/>
        </a:p>
      </dgm:t>
    </dgm:pt>
    <dgm:pt modelId="{8CB7D631-021A-415C-87FF-D97817571D7E}" type="sibTrans" cxnId="{E8D02D0E-B4AC-426F-A7E5-483349CE7593}">
      <dgm:prSet/>
      <dgm:spPr/>
      <dgm:t>
        <a:bodyPr/>
        <a:lstStyle/>
        <a:p>
          <a:pPr>
            <a:lnSpc>
              <a:spcPct val="100000"/>
            </a:lnSpc>
          </a:pPr>
          <a:endParaRPr lang="en-US"/>
        </a:p>
      </dgm:t>
    </dgm:pt>
    <dgm:pt modelId="{F8B632C0-0F78-40CC-A118-447FE04611B7}">
      <dgm:prSet/>
      <dgm:spPr/>
      <dgm:t>
        <a:bodyPr/>
        <a:lstStyle/>
        <a:p>
          <a:pPr>
            <a:lnSpc>
              <a:spcPct val="100000"/>
            </a:lnSpc>
          </a:pPr>
          <a:r>
            <a:rPr lang="en-US" b="1"/>
            <a:t>Inappropriate use</a:t>
          </a:r>
          <a:r>
            <a:rPr lang="en-US"/>
            <a:t>	</a:t>
          </a:r>
        </a:p>
        <a:p>
          <a:pPr>
            <a:lnSpc>
              <a:spcPct val="100000"/>
            </a:lnSpc>
          </a:pPr>
          <a:r>
            <a:rPr lang="en-US"/>
            <a:t>Access limited to Legal Department; use case restricted to legal research</a:t>
          </a:r>
        </a:p>
      </dgm:t>
    </dgm:pt>
    <dgm:pt modelId="{D91EEDFB-CE73-4DC6-B323-E4706ADDD5FA}" type="parTrans" cxnId="{B53B4F8E-AE7E-40A0-8A0A-073ED440FCF7}">
      <dgm:prSet/>
      <dgm:spPr/>
      <dgm:t>
        <a:bodyPr/>
        <a:lstStyle/>
        <a:p>
          <a:endParaRPr lang="en-US"/>
        </a:p>
      </dgm:t>
    </dgm:pt>
    <dgm:pt modelId="{C123A6A0-E448-41A0-B720-421C6C065C7E}" type="sibTrans" cxnId="{B53B4F8E-AE7E-40A0-8A0A-073ED440FCF7}">
      <dgm:prSet/>
      <dgm:spPr/>
      <dgm:t>
        <a:bodyPr/>
        <a:lstStyle/>
        <a:p>
          <a:pPr>
            <a:lnSpc>
              <a:spcPct val="100000"/>
            </a:lnSpc>
          </a:pPr>
          <a:endParaRPr lang="en-US"/>
        </a:p>
      </dgm:t>
    </dgm:pt>
    <dgm:pt modelId="{10AD79FE-C77A-48EC-A6B7-54E94F233E94}">
      <dgm:prSet/>
      <dgm:spPr/>
      <dgm:t>
        <a:bodyPr/>
        <a:lstStyle/>
        <a:p>
          <a:pPr>
            <a:lnSpc>
              <a:spcPct val="100000"/>
            </a:lnSpc>
          </a:pPr>
          <a:r>
            <a:rPr lang="en-US" b="1"/>
            <a:t>Privilege/confidentiality exposure</a:t>
          </a:r>
          <a:r>
            <a:rPr lang="en-US"/>
            <a:t>	</a:t>
          </a:r>
        </a:p>
        <a:p>
          <a:pPr>
            <a:lnSpc>
              <a:spcPct val="100000"/>
            </a:lnSpc>
          </a:pPr>
          <a:r>
            <a:rPr lang="en-US"/>
            <a:t>Access controls on legal drive; attorney review before external release</a:t>
          </a:r>
        </a:p>
      </dgm:t>
    </dgm:pt>
    <dgm:pt modelId="{E8EA68C7-53EF-442A-905E-17B3517D4900}" type="parTrans" cxnId="{44F6C62E-D14D-4128-B555-749B44CD24B0}">
      <dgm:prSet/>
      <dgm:spPr/>
      <dgm:t>
        <a:bodyPr/>
        <a:lstStyle/>
        <a:p>
          <a:endParaRPr lang="en-US"/>
        </a:p>
      </dgm:t>
    </dgm:pt>
    <dgm:pt modelId="{C8BF7EB9-52A3-4101-91E5-C7057925E52C}" type="sibTrans" cxnId="{44F6C62E-D14D-4128-B555-749B44CD24B0}">
      <dgm:prSet/>
      <dgm:spPr/>
      <dgm:t>
        <a:bodyPr/>
        <a:lstStyle/>
        <a:p>
          <a:pPr>
            <a:lnSpc>
              <a:spcPct val="100000"/>
            </a:lnSpc>
          </a:pPr>
          <a:endParaRPr lang="en-US"/>
        </a:p>
      </dgm:t>
    </dgm:pt>
    <dgm:pt modelId="{B4F3E218-05AD-42C0-AC85-00BCC2A20D77}">
      <dgm:prSet/>
      <dgm:spPr/>
      <dgm:t>
        <a:bodyPr/>
        <a:lstStyle/>
        <a:p>
          <a:pPr>
            <a:lnSpc>
              <a:spcPct val="100000"/>
            </a:lnSpc>
          </a:pPr>
          <a:r>
            <a:rPr lang="en-US" b="1"/>
            <a:t>Prompt injection</a:t>
          </a:r>
          <a:r>
            <a:rPr lang="en-US"/>
            <a:t>	</a:t>
          </a:r>
        </a:p>
        <a:p>
          <a:pPr>
            <a:lnSpc>
              <a:spcPct val="100000"/>
            </a:lnSpc>
          </a:pPr>
          <a:r>
            <a:rPr lang="en-US"/>
            <a:t>Microsoft Copilot prompt injection protections (OWASP LLM01)</a:t>
          </a:r>
        </a:p>
      </dgm:t>
    </dgm:pt>
    <dgm:pt modelId="{127E5254-978C-4852-82A1-6D5BA465E36A}" type="parTrans" cxnId="{647AEA78-1610-4E3A-97BE-DC103072ED57}">
      <dgm:prSet/>
      <dgm:spPr/>
      <dgm:t>
        <a:bodyPr/>
        <a:lstStyle/>
        <a:p>
          <a:endParaRPr lang="en-US"/>
        </a:p>
      </dgm:t>
    </dgm:pt>
    <dgm:pt modelId="{70C26910-D0F4-4ABB-A8E1-0A24318BB703}" type="sibTrans" cxnId="{647AEA78-1610-4E3A-97BE-DC103072ED57}">
      <dgm:prSet/>
      <dgm:spPr/>
      <dgm:t>
        <a:bodyPr/>
        <a:lstStyle/>
        <a:p>
          <a:pPr>
            <a:lnSpc>
              <a:spcPct val="100000"/>
            </a:lnSpc>
          </a:pPr>
          <a:endParaRPr lang="en-US"/>
        </a:p>
      </dgm:t>
    </dgm:pt>
    <dgm:pt modelId="{E5551275-2CA7-42CF-AB66-DD7455BFEAA5}">
      <dgm:prSet/>
      <dgm:spPr/>
      <dgm:t>
        <a:bodyPr/>
        <a:lstStyle/>
        <a:p>
          <a:pPr>
            <a:lnSpc>
              <a:spcPct val="100000"/>
            </a:lnSpc>
          </a:pPr>
          <a:r>
            <a:rPr lang="en-US" b="1"/>
            <a:t>Hallucination	</a:t>
          </a:r>
        </a:p>
        <a:p>
          <a:pPr>
            <a:lnSpc>
              <a:spcPct val="100000"/>
            </a:lnSpc>
          </a:pPr>
          <a:r>
            <a:rPr lang="en-US"/>
            <a:t>Response attribution enables attorney verification (Continuous evaluation framework)</a:t>
          </a:r>
        </a:p>
      </dgm:t>
    </dgm:pt>
    <dgm:pt modelId="{05CB9180-F673-4207-91C4-EC37079B5BC4}" type="parTrans" cxnId="{0B5BCA31-08FE-453E-82E3-E991668F40A9}">
      <dgm:prSet/>
      <dgm:spPr/>
      <dgm:t>
        <a:bodyPr/>
        <a:lstStyle/>
        <a:p>
          <a:endParaRPr lang="en-US"/>
        </a:p>
      </dgm:t>
    </dgm:pt>
    <dgm:pt modelId="{2A782167-4CFF-4C9D-A0B2-444A5F97FE5A}" type="sibTrans" cxnId="{0B5BCA31-08FE-453E-82E3-E991668F40A9}">
      <dgm:prSet/>
      <dgm:spPr/>
      <dgm:t>
        <a:bodyPr/>
        <a:lstStyle/>
        <a:p>
          <a:pPr>
            <a:lnSpc>
              <a:spcPct val="100000"/>
            </a:lnSpc>
          </a:pPr>
          <a:endParaRPr lang="en-US"/>
        </a:p>
      </dgm:t>
    </dgm:pt>
    <dgm:pt modelId="{0B66F41E-AA47-4747-9256-6AE01F4D423B}">
      <dgm:prSet/>
      <dgm:spPr/>
      <dgm:t>
        <a:bodyPr/>
        <a:lstStyle/>
        <a:p>
          <a:pPr>
            <a:lnSpc>
              <a:spcPct val="100000"/>
            </a:lnSpc>
          </a:pPr>
          <a:r>
            <a:rPr lang="en-US" b="1"/>
            <a:t>Model drift	</a:t>
          </a:r>
        </a:p>
        <a:p>
          <a:pPr>
            <a:lnSpc>
              <a:spcPct val="100000"/>
            </a:lnSpc>
          </a:pPr>
          <a:r>
            <a:rPr lang="en-US"/>
            <a:t>Attorney feedback and response quality monitoring</a:t>
          </a:r>
        </a:p>
      </dgm:t>
    </dgm:pt>
    <dgm:pt modelId="{84967ABB-1E2D-4B4F-8386-0EC5EA6024BC}" type="parTrans" cxnId="{0229D938-3924-4BB4-BB0B-93449BAEF6F5}">
      <dgm:prSet/>
      <dgm:spPr/>
      <dgm:t>
        <a:bodyPr/>
        <a:lstStyle/>
        <a:p>
          <a:endParaRPr lang="en-US"/>
        </a:p>
      </dgm:t>
    </dgm:pt>
    <dgm:pt modelId="{8CC598FC-8271-424C-87A8-BEB901BCF2BA}" type="sibTrans" cxnId="{0229D938-3924-4BB4-BB0B-93449BAEF6F5}">
      <dgm:prSet/>
      <dgm:spPr/>
      <dgm:t>
        <a:bodyPr/>
        <a:lstStyle/>
        <a:p>
          <a:endParaRPr lang="en-US"/>
        </a:p>
      </dgm:t>
    </dgm:pt>
    <dgm:pt modelId="{69B24E0C-7A04-4804-8BE7-C28747B4143D}" type="pres">
      <dgm:prSet presAssocID="{86C976E3-D110-4424-A3C9-AACBE5271DFA}" presName="root" presStyleCnt="0">
        <dgm:presLayoutVars>
          <dgm:dir/>
          <dgm:resizeHandles val="exact"/>
        </dgm:presLayoutVars>
      </dgm:prSet>
      <dgm:spPr/>
    </dgm:pt>
    <dgm:pt modelId="{F88EDDB6-B465-4AC8-B76B-5D312D58FD63}" type="pres">
      <dgm:prSet presAssocID="{86C976E3-D110-4424-A3C9-AACBE5271DFA}" presName="container" presStyleCnt="0">
        <dgm:presLayoutVars>
          <dgm:dir/>
          <dgm:resizeHandles val="exact"/>
        </dgm:presLayoutVars>
      </dgm:prSet>
      <dgm:spPr/>
    </dgm:pt>
    <dgm:pt modelId="{33125488-CB15-413C-BBEF-043C69048CDC}" type="pres">
      <dgm:prSet presAssocID="{FC47D105-C503-4AC2-90C8-ADD562CF104C}" presName="compNode" presStyleCnt="0"/>
      <dgm:spPr/>
    </dgm:pt>
    <dgm:pt modelId="{84D4CE61-C89D-4039-8FEA-10A9D0CFBFEC}" type="pres">
      <dgm:prSet presAssocID="{FC47D105-C503-4AC2-90C8-ADD562CF104C}" presName="iconBgRect" presStyleLbl="bgShp" presStyleIdx="0" presStyleCnt="6"/>
      <dgm:spPr/>
    </dgm:pt>
    <dgm:pt modelId="{1B60A8B6-68B7-443B-A98D-B29396C17F99}" type="pres">
      <dgm:prSet presAssocID="{FC47D105-C503-4AC2-90C8-ADD562CF104C}"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cument"/>
        </a:ext>
      </dgm:extLst>
    </dgm:pt>
    <dgm:pt modelId="{16F5909A-3247-46BF-BFCF-582E432D2C37}" type="pres">
      <dgm:prSet presAssocID="{FC47D105-C503-4AC2-90C8-ADD562CF104C}" presName="spaceRect" presStyleCnt="0"/>
      <dgm:spPr/>
    </dgm:pt>
    <dgm:pt modelId="{B8054A5C-1648-4978-A4E2-DA3331B98C40}" type="pres">
      <dgm:prSet presAssocID="{FC47D105-C503-4AC2-90C8-ADD562CF104C}" presName="textRect" presStyleLbl="revTx" presStyleIdx="0" presStyleCnt="6">
        <dgm:presLayoutVars>
          <dgm:chMax val="1"/>
          <dgm:chPref val="1"/>
        </dgm:presLayoutVars>
      </dgm:prSet>
      <dgm:spPr/>
    </dgm:pt>
    <dgm:pt modelId="{257D063E-154B-4E59-803D-73901D5C43B7}" type="pres">
      <dgm:prSet presAssocID="{8CB7D631-021A-415C-87FF-D97817571D7E}" presName="sibTrans" presStyleLbl="sibTrans2D1" presStyleIdx="0" presStyleCnt="0"/>
      <dgm:spPr/>
    </dgm:pt>
    <dgm:pt modelId="{BB6C7AC4-5458-4B1C-B1C1-7556561A92EF}" type="pres">
      <dgm:prSet presAssocID="{F8B632C0-0F78-40CC-A118-447FE04611B7}" presName="compNode" presStyleCnt="0"/>
      <dgm:spPr/>
    </dgm:pt>
    <dgm:pt modelId="{15B5C289-0443-494E-8AFC-20B628E28528}" type="pres">
      <dgm:prSet presAssocID="{F8B632C0-0F78-40CC-A118-447FE04611B7}" presName="iconBgRect" presStyleLbl="bgShp" presStyleIdx="1" presStyleCnt="6"/>
      <dgm:spPr/>
    </dgm:pt>
    <dgm:pt modelId="{D4B444B4-4FE9-4DAF-84D0-97E7D399E7C9}" type="pres">
      <dgm:prSet presAssocID="{F8B632C0-0F78-40CC-A118-447FE04611B7}"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avel"/>
        </a:ext>
      </dgm:extLst>
    </dgm:pt>
    <dgm:pt modelId="{2B958F5D-AFB5-46FD-B66F-D93003B3EF0F}" type="pres">
      <dgm:prSet presAssocID="{F8B632C0-0F78-40CC-A118-447FE04611B7}" presName="spaceRect" presStyleCnt="0"/>
      <dgm:spPr/>
    </dgm:pt>
    <dgm:pt modelId="{17B1434A-A749-4D10-8B82-E07953E255B4}" type="pres">
      <dgm:prSet presAssocID="{F8B632C0-0F78-40CC-A118-447FE04611B7}" presName="textRect" presStyleLbl="revTx" presStyleIdx="1" presStyleCnt="6">
        <dgm:presLayoutVars>
          <dgm:chMax val="1"/>
          <dgm:chPref val="1"/>
        </dgm:presLayoutVars>
      </dgm:prSet>
      <dgm:spPr/>
    </dgm:pt>
    <dgm:pt modelId="{00D5091E-A4EF-41DA-8756-F64ABCC5B3CA}" type="pres">
      <dgm:prSet presAssocID="{C123A6A0-E448-41A0-B720-421C6C065C7E}" presName="sibTrans" presStyleLbl="sibTrans2D1" presStyleIdx="0" presStyleCnt="0"/>
      <dgm:spPr/>
    </dgm:pt>
    <dgm:pt modelId="{84FB67DB-3953-4F83-8BBF-A86EAE03A8E6}" type="pres">
      <dgm:prSet presAssocID="{10AD79FE-C77A-48EC-A6B7-54E94F233E94}" presName="compNode" presStyleCnt="0"/>
      <dgm:spPr/>
    </dgm:pt>
    <dgm:pt modelId="{4DAB8D5B-19C5-43AF-9555-CDECB632B05C}" type="pres">
      <dgm:prSet presAssocID="{10AD79FE-C77A-48EC-A6B7-54E94F233E94}" presName="iconBgRect" presStyleLbl="bgShp" presStyleIdx="2" presStyleCnt="6"/>
      <dgm:spPr/>
    </dgm:pt>
    <dgm:pt modelId="{A7A6669F-2D13-4F50-B5E3-EA237637ECE5}" type="pres">
      <dgm:prSet presAssocID="{10AD79FE-C77A-48EC-A6B7-54E94F233E94}"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cales of Justice"/>
        </a:ext>
      </dgm:extLst>
    </dgm:pt>
    <dgm:pt modelId="{9E68FA2C-4836-4151-BF02-2BEFE35A3A30}" type="pres">
      <dgm:prSet presAssocID="{10AD79FE-C77A-48EC-A6B7-54E94F233E94}" presName="spaceRect" presStyleCnt="0"/>
      <dgm:spPr/>
    </dgm:pt>
    <dgm:pt modelId="{A4453EE4-D5D9-4FAE-8711-379EAE54C94F}" type="pres">
      <dgm:prSet presAssocID="{10AD79FE-C77A-48EC-A6B7-54E94F233E94}" presName="textRect" presStyleLbl="revTx" presStyleIdx="2" presStyleCnt="6">
        <dgm:presLayoutVars>
          <dgm:chMax val="1"/>
          <dgm:chPref val="1"/>
        </dgm:presLayoutVars>
      </dgm:prSet>
      <dgm:spPr/>
    </dgm:pt>
    <dgm:pt modelId="{C0EB53F4-BBC8-469D-B7B9-8B340D656D1E}" type="pres">
      <dgm:prSet presAssocID="{C8BF7EB9-52A3-4101-91E5-C7057925E52C}" presName="sibTrans" presStyleLbl="sibTrans2D1" presStyleIdx="0" presStyleCnt="0"/>
      <dgm:spPr/>
    </dgm:pt>
    <dgm:pt modelId="{D2A43CC1-41E5-4350-A3D5-D99B65878A39}" type="pres">
      <dgm:prSet presAssocID="{B4F3E218-05AD-42C0-AC85-00BCC2A20D77}" presName="compNode" presStyleCnt="0"/>
      <dgm:spPr/>
    </dgm:pt>
    <dgm:pt modelId="{2B835E60-7E40-47A1-B2D5-9EF17A057984}" type="pres">
      <dgm:prSet presAssocID="{B4F3E218-05AD-42C0-AC85-00BCC2A20D77}" presName="iconBgRect" presStyleLbl="bgShp" presStyleIdx="3" presStyleCnt="6"/>
      <dgm:spPr/>
    </dgm:pt>
    <dgm:pt modelId="{882D5827-E2E3-4133-8303-284C626D4A95}" type="pres">
      <dgm:prSet presAssocID="{B4F3E218-05AD-42C0-AC85-00BCC2A20D77}"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edle"/>
        </a:ext>
      </dgm:extLst>
    </dgm:pt>
    <dgm:pt modelId="{D79EEB68-61BB-4DBF-902E-DFD2BAAE5AD7}" type="pres">
      <dgm:prSet presAssocID="{B4F3E218-05AD-42C0-AC85-00BCC2A20D77}" presName="spaceRect" presStyleCnt="0"/>
      <dgm:spPr/>
    </dgm:pt>
    <dgm:pt modelId="{D1DCD9D6-FA1F-4D0C-8495-29DC1C287BCD}" type="pres">
      <dgm:prSet presAssocID="{B4F3E218-05AD-42C0-AC85-00BCC2A20D77}" presName="textRect" presStyleLbl="revTx" presStyleIdx="3" presStyleCnt="6">
        <dgm:presLayoutVars>
          <dgm:chMax val="1"/>
          <dgm:chPref val="1"/>
        </dgm:presLayoutVars>
      </dgm:prSet>
      <dgm:spPr/>
    </dgm:pt>
    <dgm:pt modelId="{7B85E135-653C-4BAB-B6C7-54E3269D1E49}" type="pres">
      <dgm:prSet presAssocID="{70C26910-D0F4-4ABB-A8E1-0A24318BB703}" presName="sibTrans" presStyleLbl="sibTrans2D1" presStyleIdx="0" presStyleCnt="0"/>
      <dgm:spPr/>
    </dgm:pt>
    <dgm:pt modelId="{E52C6881-F12D-4B2F-A059-6AA3466E44E3}" type="pres">
      <dgm:prSet presAssocID="{E5551275-2CA7-42CF-AB66-DD7455BFEAA5}" presName="compNode" presStyleCnt="0"/>
      <dgm:spPr/>
    </dgm:pt>
    <dgm:pt modelId="{C6FB3B23-924B-4E94-942F-732889204A46}" type="pres">
      <dgm:prSet presAssocID="{E5551275-2CA7-42CF-AB66-DD7455BFEAA5}" presName="iconBgRect" presStyleLbl="bgShp" presStyleIdx="4" presStyleCnt="6"/>
      <dgm:spPr/>
    </dgm:pt>
    <dgm:pt modelId="{B1608B2A-D980-453E-A657-FE3181F5DED8}" type="pres">
      <dgm:prSet presAssocID="{E5551275-2CA7-42CF-AB66-DD7455BFEAA5}"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Gears"/>
        </a:ext>
      </dgm:extLst>
    </dgm:pt>
    <dgm:pt modelId="{7AB5AF5C-6E38-4723-9D73-7EAAE1CC19D1}" type="pres">
      <dgm:prSet presAssocID="{E5551275-2CA7-42CF-AB66-DD7455BFEAA5}" presName="spaceRect" presStyleCnt="0"/>
      <dgm:spPr/>
    </dgm:pt>
    <dgm:pt modelId="{28C89FA6-21FD-4983-86B2-0348011FBD3E}" type="pres">
      <dgm:prSet presAssocID="{E5551275-2CA7-42CF-AB66-DD7455BFEAA5}" presName="textRect" presStyleLbl="revTx" presStyleIdx="4" presStyleCnt="6">
        <dgm:presLayoutVars>
          <dgm:chMax val="1"/>
          <dgm:chPref val="1"/>
        </dgm:presLayoutVars>
      </dgm:prSet>
      <dgm:spPr/>
    </dgm:pt>
    <dgm:pt modelId="{2880C57A-BC45-4DB4-9392-0EF1309A0D3D}" type="pres">
      <dgm:prSet presAssocID="{2A782167-4CFF-4C9D-A0B2-444A5F97FE5A}" presName="sibTrans" presStyleLbl="sibTrans2D1" presStyleIdx="0" presStyleCnt="0"/>
      <dgm:spPr/>
    </dgm:pt>
    <dgm:pt modelId="{6E3B97F1-E394-468A-B4EE-2DF65055606A}" type="pres">
      <dgm:prSet presAssocID="{0B66F41E-AA47-4747-9256-6AE01F4D423B}" presName="compNode" presStyleCnt="0"/>
      <dgm:spPr/>
    </dgm:pt>
    <dgm:pt modelId="{84CC93E6-ABC8-4600-A936-946B17B510FE}" type="pres">
      <dgm:prSet presAssocID="{0B66F41E-AA47-4747-9256-6AE01F4D423B}" presName="iconBgRect" presStyleLbl="bgShp" presStyleIdx="5" presStyleCnt="6"/>
      <dgm:spPr/>
    </dgm:pt>
    <dgm:pt modelId="{539D72CE-7765-4446-AFF3-D7E1AABC1393}" type="pres">
      <dgm:prSet presAssocID="{0B66F41E-AA47-4747-9256-6AE01F4D423B}"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 List"/>
        </a:ext>
      </dgm:extLst>
    </dgm:pt>
    <dgm:pt modelId="{95547E44-4452-43AD-8CEF-2A0B51CD0D5E}" type="pres">
      <dgm:prSet presAssocID="{0B66F41E-AA47-4747-9256-6AE01F4D423B}" presName="spaceRect" presStyleCnt="0"/>
      <dgm:spPr/>
    </dgm:pt>
    <dgm:pt modelId="{01689252-A688-4476-8D1A-AA52278B4A28}" type="pres">
      <dgm:prSet presAssocID="{0B66F41E-AA47-4747-9256-6AE01F4D423B}" presName="textRect" presStyleLbl="revTx" presStyleIdx="5" presStyleCnt="6">
        <dgm:presLayoutVars>
          <dgm:chMax val="1"/>
          <dgm:chPref val="1"/>
        </dgm:presLayoutVars>
      </dgm:prSet>
      <dgm:spPr/>
    </dgm:pt>
  </dgm:ptLst>
  <dgm:cxnLst>
    <dgm:cxn modelId="{A65D2A03-C558-4495-BD09-9FE7458D6B26}" type="presOf" srcId="{10AD79FE-C77A-48EC-A6B7-54E94F233E94}" destId="{A4453EE4-D5D9-4FAE-8711-379EAE54C94F}" srcOrd="0" destOrd="0" presId="urn:microsoft.com/office/officeart/2018/2/layout/IconCircleList"/>
    <dgm:cxn modelId="{E8D02D0E-B4AC-426F-A7E5-483349CE7593}" srcId="{86C976E3-D110-4424-A3C9-AACBE5271DFA}" destId="{FC47D105-C503-4AC2-90C8-ADD562CF104C}" srcOrd="0" destOrd="0" parTransId="{A087C688-2633-4ADC-BD1E-7D6480F345AE}" sibTransId="{8CB7D631-021A-415C-87FF-D97817571D7E}"/>
    <dgm:cxn modelId="{B1E53910-A445-405F-B6CE-AB076D2CC43D}" type="presOf" srcId="{2A782167-4CFF-4C9D-A0B2-444A5F97FE5A}" destId="{2880C57A-BC45-4DB4-9392-0EF1309A0D3D}" srcOrd="0" destOrd="0" presId="urn:microsoft.com/office/officeart/2018/2/layout/IconCircleList"/>
    <dgm:cxn modelId="{44F6C62E-D14D-4128-B555-749B44CD24B0}" srcId="{86C976E3-D110-4424-A3C9-AACBE5271DFA}" destId="{10AD79FE-C77A-48EC-A6B7-54E94F233E94}" srcOrd="2" destOrd="0" parTransId="{E8EA68C7-53EF-442A-905E-17B3517D4900}" sibTransId="{C8BF7EB9-52A3-4101-91E5-C7057925E52C}"/>
    <dgm:cxn modelId="{0B5BCA31-08FE-453E-82E3-E991668F40A9}" srcId="{86C976E3-D110-4424-A3C9-AACBE5271DFA}" destId="{E5551275-2CA7-42CF-AB66-DD7455BFEAA5}" srcOrd="4" destOrd="0" parTransId="{05CB9180-F673-4207-91C4-EC37079B5BC4}" sibTransId="{2A782167-4CFF-4C9D-A0B2-444A5F97FE5A}"/>
    <dgm:cxn modelId="{0229D938-3924-4BB4-BB0B-93449BAEF6F5}" srcId="{86C976E3-D110-4424-A3C9-AACBE5271DFA}" destId="{0B66F41E-AA47-4747-9256-6AE01F4D423B}" srcOrd="5" destOrd="0" parTransId="{84967ABB-1E2D-4B4F-8386-0EC5EA6024BC}" sibTransId="{8CC598FC-8271-424C-87A8-BEB901BCF2BA}"/>
    <dgm:cxn modelId="{02E5DD38-F6BA-4818-A989-F7F3225F98BC}" type="presOf" srcId="{86C976E3-D110-4424-A3C9-AACBE5271DFA}" destId="{69B24E0C-7A04-4804-8BE7-C28747B4143D}" srcOrd="0" destOrd="0" presId="urn:microsoft.com/office/officeart/2018/2/layout/IconCircleList"/>
    <dgm:cxn modelId="{0AFC5576-E09E-4D5F-8C1D-1F798C731F06}" type="presOf" srcId="{70C26910-D0F4-4ABB-A8E1-0A24318BB703}" destId="{7B85E135-653C-4BAB-B6C7-54E3269D1E49}" srcOrd="0" destOrd="0" presId="urn:microsoft.com/office/officeart/2018/2/layout/IconCircleList"/>
    <dgm:cxn modelId="{647AEA78-1610-4E3A-97BE-DC103072ED57}" srcId="{86C976E3-D110-4424-A3C9-AACBE5271DFA}" destId="{B4F3E218-05AD-42C0-AC85-00BCC2A20D77}" srcOrd="3" destOrd="0" parTransId="{127E5254-978C-4852-82A1-6D5BA465E36A}" sibTransId="{70C26910-D0F4-4ABB-A8E1-0A24318BB703}"/>
    <dgm:cxn modelId="{C6D6248E-689C-4D7E-861B-C1B235995515}" type="presOf" srcId="{C8BF7EB9-52A3-4101-91E5-C7057925E52C}" destId="{C0EB53F4-BBC8-469D-B7B9-8B340D656D1E}" srcOrd="0" destOrd="0" presId="urn:microsoft.com/office/officeart/2018/2/layout/IconCircleList"/>
    <dgm:cxn modelId="{B53B4F8E-AE7E-40A0-8A0A-073ED440FCF7}" srcId="{86C976E3-D110-4424-A3C9-AACBE5271DFA}" destId="{F8B632C0-0F78-40CC-A118-447FE04611B7}" srcOrd="1" destOrd="0" parTransId="{D91EEDFB-CE73-4DC6-B323-E4706ADDD5FA}" sibTransId="{C123A6A0-E448-41A0-B720-421C6C065C7E}"/>
    <dgm:cxn modelId="{31FB869A-CD12-41BF-8610-FA0B7863C396}" type="presOf" srcId="{C123A6A0-E448-41A0-B720-421C6C065C7E}" destId="{00D5091E-A4EF-41DA-8756-F64ABCC5B3CA}" srcOrd="0" destOrd="0" presId="urn:microsoft.com/office/officeart/2018/2/layout/IconCircleList"/>
    <dgm:cxn modelId="{2FD7F2A5-6AB2-4494-8DCF-A330EEB7A45C}" type="presOf" srcId="{8CB7D631-021A-415C-87FF-D97817571D7E}" destId="{257D063E-154B-4E59-803D-73901D5C43B7}" srcOrd="0" destOrd="0" presId="urn:microsoft.com/office/officeart/2018/2/layout/IconCircleList"/>
    <dgm:cxn modelId="{54EF5CAB-FDEB-44F1-A89B-E48428C2D7E9}" type="presOf" srcId="{F8B632C0-0F78-40CC-A118-447FE04611B7}" destId="{17B1434A-A749-4D10-8B82-E07953E255B4}" srcOrd="0" destOrd="0" presId="urn:microsoft.com/office/officeart/2018/2/layout/IconCircleList"/>
    <dgm:cxn modelId="{B7AEA3C5-83F6-4BA7-81A9-4A69F4FEB617}" type="presOf" srcId="{E5551275-2CA7-42CF-AB66-DD7455BFEAA5}" destId="{28C89FA6-21FD-4983-86B2-0348011FBD3E}" srcOrd="0" destOrd="0" presId="urn:microsoft.com/office/officeart/2018/2/layout/IconCircleList"/>
    <dgm:cxn modelId="{3F94A2C8-9F30-49FC-A713-028D26381269}" type="presOf" srcId="{0B66F41E-AA47-4747-9256-6AE01F4D423B}" destId="{01689252-A688-4476-8D1A-AA52278B4A28}" srcOrd="0" destOrd="0" presId="urn:microsoft.com/office/officeart/2018/2/layout/IconCircleList"/>
    <dgm:cxn modelId="{73A009DA-2524-4F2A-86CF-147EE629E935}" type="presOf" srcId="{B4F3E218-05AD-42C0-AC85-00BCC2A20D77}" destId="{D1DCD9D6-FA1F-4D0C-8495-29DC1C287BCD}" srcOrd="0" destOrd="0" presId="urn:microsoft.com/office/officeart/2018/2/layout/IconCircleList"/>
    <dgm:cxn modelId="{CECC37F5-29BA-417C-9E4D-17A742082AF9}" type="presOf" srcId="{FC47D105-C503-4AC2-90C8-ADD562CF104C}" destId="{B8054A5C-1648-4978-A4E2-DA3331B98C40}" srcOrd="0" destOrd="0" presId="urn:microsoft.com/office/officeart/2018/2/layout/IconCircleList"/>
    <dgm:cxn modelId="{D3DDCE74-C368-481C-824A-D7428BC94923}" type="presParOf" srcId="{69B24E0C-7A04-4804-8BE7-C28747B4143D}" destId="{F88EDDB6-B465-4AC8-B76B-5D312D58FD63}" srcOrd="0" destOrd="0" presId="urn:microsoft.com/office/officeart/2018/2/layout/IconCircleList"/>
    <dgm:cxn modelId="{3F451BAA-F544-4176-85D7-BFF59B4D3CEB}" type="presParOf" srcId="{F88EDDB6-B465-4AC8-B76B-5D312D58FD63}" destId="{33125488-CB15-413C-BBEF-043C69048CDC}" srcOrd="0" destOrd="0" presId="urn:microsoft.com/office/officeart/2018/2/layout/IconCircleList"/>
    <dgm:cxn modelId="{534B8B64-2CC3-4B43-B288-B26D4DDE3926}" type="presParOf" srcId="{33125488-CB15-413C-BBEF-043C69048CDC}" destId="{84D4CE61-C89D-4039-8FEA-10A9D0CFBFEC}" srcOrd="0" destOrd="0" presId="urn:microsoft.com/office/officeart/2018/2/layout/IconCircleList"/>
    <dgm:cxn modelId="{1232B881-4695-4941-AF0E-3617B381D71D}" type="presParOf" srcId="{33125488-CB15-413C-BBEF-043C69048CDC}" destId="{1B60A8B6-68B7-443B-A98D-B29396C17F99}" srcOrd="1" destOrd="0" presId="urn:microsoft.com/office/officeart/2018/2/layout/IconCircleList"/>
    <dgm:cxn modelId="{123E4773-F7E3-4FE2-BD80-60CD3AAABB12}" type="presParOf" srcId="{33125488-CB15-413C-BBEF-043C69048CDC}" destId="{16F5909A-3247-46BF-BFCF-582E432D2C37}" srcOrd="2" destOrd="0" presId="urn:microsoft.com/office/officeart/2018/2/layout/IconCircleList"/>
    <dgm:cxn modelId="{A2ABD0C1-0B70-41A3-93DF-626940A3C2A5}" type="presParOf" srcId="{33125488-CB15-413C-BBEF-043C69048CDC}" destId="{B8054A5C-1648-4978-A4E2-DA3331B98C40}" srcOrd="3" destOrd="0" presId="urn:microsoft.com/office/officeart/2018/2/layout/IconCircleList"/>
    <dgm:cxn modelId="{ECD03A46-135F-4203-9D2A-DCF7B9D0278D}" type="presParOf" srcId="{F88EDDB6-B465-4AC8-B76B-5D312D58FD63}" destId="{257D063E-154B-4E59-803D-73901D5C43B7}" srcOrd="1" destOrd="0" presId="urn:microsoft.com/office/officeart/2018/2/layout/IconCircleList"/>
    <dgm:cxn modelId="{8EB2876D-87EE-45DD-AE23-04BB00055472}" type="presParOf" srcId="{F88EDDB6-B465-4AC8-B76B-5D312D58FD63}" destId="{BB6C7AC4-5458-4B1C-B1C1-7556561A92EF}" srcOrd="2" destOrd="0" presId="urn:microsoft.com/office/officeart/2018/2/layout/IconCircleList"/>
    <dgm:cxn modelId="{B1BFC0CF-46FC-40DD-8F85-9F4CD3FAFA8B}" type="presParOf" srcId="{BB6C7AC4-5458-4B1C-B1C1-7556561A92EF}" destId="{15B5C289-0443-494E-8AFC-20B628E28528}" srcOrd="0" destOrd="0" presId="urn:microsoft.com/office/officeart/2018/2/layout/IconCircleList"/>
    <dgm:cxn modelId="{339985C5-6F8A-46AB-BC38-39CE0A0DEACE}" type="presParOf" srcId="{BB6C7AC4-5458-4B1C-B1C1-7556561A92EF}" destId="{D4B444B4-4FE9-4DAF-84D0-97E7D399E7C9}" srcOrd="1" destOrd="0" presId="urn:microsoft.com/office/officeart/2018/2/layout/IconCircleList"/>
    <dgm:cxn modelId="{4B616C33-44F7-49BB-89F4-2ECA68605DD9}" type="presParOf" srcId="{BB6C7AC4-5458-4B1C-B1C1-7556561A92EF}" destId="{2B958F5D-AFB5-46FD-B66F-D93003B3EF0F}" srcOrd="2" destOrd="0" presId="urn:microsoft.com/office/officeart/2018/2/layout/IconCircleList"/>
    <dgm:cxn modelId="{FEDC269E-9D1A-499C-8309-5FB0EC1E4AC1}" type="presParOf" srcId="{BB6C7AC4-5458-4B1C-B1C1-7556561A92EF}" destId="{17B1434A-A749-4D10-8B82-E07953E255B4}" srcOrd="3" destOrd="0" presId="urn:microsoft.com/office/officeart/2018/2/layout/IconCircleList"/>
    <dgm:cxn modelId="{EA8EF52F-9DA2-4613-B2C8-CE5BD57358CD}" type="presParOf" srcId="{F88EDDB6-B465-4AC8-B76B-5D312D58FD63}" destId="{00D5091E-A4EF-41DA-8756-F64ABCC5B3CA}" srcOrd="3" destOrd="0" presId="urn:microsoft.com/office/officeart/2018/2/layout/IconCircleList"/>
    <dgm:cxn modelId="{569F911F-8FAB-4715-A800-8D9B10AB3414}" type="presParOf" srcId="{F88EDDB6-B465-4AC8-B76B-5D312D58FD63}" destId="{84FB67DB-3953-4F83-8BBF-A86EAE03A8E6}" srcOrd="4" destOrd="0" presId="urn:microsoft.com/office/officeart/2018/2/layout/IconCircleList"/>
    <dgm:cxn modelId="{3A668D06-1533-4E1D-A70F-5C423A45B099}" type="presParOf" srcId="{84FB67DB-3953-4F83-8BBF-A86EAE03A8E6}" destId="{4DAB8D5B-19C5-43AF-9555-CDECB632B05C}" srcOrd="0" destOrd="0" presId="urn:microsoft.com/office/officeart/2018/2/layout/IconCircleList"/>
    <dgm:cxn modelId="{026E988E-040A-4C1B-8D8D-276FF77E6D91}" type="presParOf" srcId="{84FB67DB-3953-4F83-8BBF-A86EAE03A8E6}" destId="{A7A6669F-2D13-4F50-B5E3-EA237637ECE5}" srcOrd="1" destOrd="0" presId="urn:microsoft.com/office/officeart/2018/2/layout/IconCircleList"/>
    <dgm:cxn modelId="{80430010-97C7-4D31-BD34-63881FB4D437}" type="presParOf" srcId="{84FB67DB-3953-4F83-8BBF-A86EAE03A8E6}" destId="{9E68FA2C-4836-4151-BF02-2BEFE35A3A30}" srcOrd="2" destOrd="0" presId="urn:microsoft.com/office/officeart/2018/2/layout/IconCircleList"/>
    <dgm:cxn modelId="{CEA68804-F325-4605-81BC-09F252D191A9}" type="presParOf" srcId="{84FB67DB-3953-4F83-8BBF-A86EAE03A8E6}" destId="{A4453EE4-D5D9-4FAE-8711-379EAE54C94F}" srcOrd="3" destOrd="0" presId="urn:microsoft.com/office/officeart/2018/2/layout/IconCircleList"/>
    <dgm:cxn modelId="{D1627814-430B-46F3-BD76-BE7D77ECE40B}" type="presParOf" srcId="{F88EDDB6-B465-4AC8-B76B-5D312D58FD63}" destId="{C0EB53F4-BBC8-469D-B7B9-8B340D656D1E}" srcOrd="5" destOrd="0" presId="urn:microsoft.com/office/officeart/2018/2/layout/IconCircleList"/>
    <dgm:cxn modelId="{87E465AD-A07C-47F9-ACBE-D1EFB146EAA9}" type="presParOf" srcId="{F88EDDB6-B465-4AC8-B76B-5D312D58FD63}" destId="{D2A43CC1-41E5-4350-A3D5-D99B65878A39}" srcOrd="6" destOrd="0" presId="urn:microsoft.com/office/officeart/2018/2/layout/IconCircleList"/>
    <dgm:cxn modelId="{70DB26F0-BD3A-4336-AF1E-2C0EA9F932C5}" type="presParOf" srcId="{D2A43CC1-41E5-4350-A3D5-D99B65878A39}" destId="{2B835E60-7E40-47A1-B2D5-9EF17A057984}" srcOrd="0" destOrd="0" presId="urn:microsoft.com/office/officeart/2018/2/layout/IconCircleList"/>
    <dgm:cxn modelId="{8C2A1A37-06EB-4093-99D6-73B8CFC72771}" type="presParOf" srcId="{D2A43CC1-41E5-4350-A3D5-D99B65878A39}" destId="{882D5827-E2E3-4133-8303-284C626D4A95}" srcOrd="1" destOrd="0" presId="urn:microsoft.com/office/officeart/2018/2/layout/IconCircleList"/>
    <dgm:cxn modelId="{4BDE7BE9-CEF6-4C87-ADAF-BB87AED72B36}" type="presParOf" srcId="{D2A43CC1-41E5-4350-A3D5-D99B65878A39}" destId="{D79EEB68-61BB-4DBF-902E-DFD2BAAE5AD7}" srcOrd="2" destOrd="0" presId="urn:microsoft.com/office/officeart/2018/2/layout/IconCircleList"/>
    <dgm:cxn modelId="{B437F63D-58CD-4BF6-ABBD-D75021B01627}" type="presParOf" srcId="{D2A43CC1-41E5-4350-A3D5-D99B65878A39}" destId="{D1DCD9D6-FA1F-4D0C-8495-29DC1C287BCD}" srcOrd="3" destOrd="0" presId="urn:microsoft.com/office/officeart/2018/2/layout/IconCircleList"/>
    <dgm:cxn modelId="{F5B5038C-10BB-4D48-B79A-9B8D3F4A0F88}" type="presParOf" srcId="{F88EDDB6-B465-4AC8-B76B-5D312D58FD63}" destId="{7B85E135-653C-4BAB-B6C7-54E3269D1E49}" srcOrd="7" destOrd="0" presId="urn:microsoft.com/office/officeart/2018/2/layout/IconCircleList"/>
    <dgm:cxn modelId="{5D5A7F54-0677-4F9C-8D7A-98F200F078BD}" type="presParOf" srcId="{F88EDDB6-B465-4AC8-B76B-5D312D58FD63}" destId="{E52C6881-F12D-4B2F-A059-6AA3466E44E3}" srcOrd="8" destOrd="0" presId="urn:microsoft.com/office/officeart/2018/2/layout/IconCircleList"/>
    <dgm:cxn modelId="{CD46A822-A148-49E8-91F2-9EEA35BA3E3C}" type="presParOf" srcId="{E52C6881-F12D-4B2F-A059-6AA3466E44E3}" destId="{C6FB3B23-924B-4E94-942F-732889204A46}" srcOrd="0" destOrd="0" presId="urn:microsoft.com/office/officeart/2018/2/layout/IconCircleList"/>
    <dgm:cxn modelId="{720E5A2C-A2B1-4AA2-B129-D082C5391AF7}" type="presParOf" srcId="{E52C6881-F12D-4B2F-A059-6AA3466E44E3}" destId="{B1608B2A-D980-453E-A657-FE3181F5DED8}" srcOrd="1" destOrd="0" presId="urn:microsoft.com/office/officeart/2018/2/layout/IconCircleList"/>
    <dgm:cxn modelId="{6E909313-31A3-4F77-B3D3-1D87EA38E138}" type="presParOf" srcId="{E52C6881-F12D-4B2F-A059-6AA3466E44E3}" destId="{7AB5AF5C-6E38-4723-9D73-7EAAE1CC19D1}" srcOrd="2" destOrd="0" presId="urn:microsoft.com/office/officeart/2018/2/layout/IconCircleList"/>
    <dgm:cxn modelId="{4A74C569-2486-4853-8DDD-26D9F09F8AFA}" type="presParOf" srcId="{E52C6881-F12D-4B2F-A059-6AA3466E44E3}" destId="{28C89FA6-21FD-4983-86B2-0348011FBD3E}" srcOrd="3" destOrd="0" presId="urn:microsoft.com/office/officeart/2018/2/layout/IconCircleList"/>
    <dgm:cxn modelId="{528E9C93-84E5-4910-A7D0-9084C84B49B7}" type="presParOf" srcId="{F88EDDB6-B465-4AC8-B76B-5D312D58FD63}" destId="{2880C57A-BC45-4DB4-9392-0EF1309A0D3D}" srcOrd="9" destOrd="0" presId="urn:microsoft.com/office/officeart/2018/2/layout/IconCircleList"/>
    <dgm:cxn modelId="{8F617262-6CD0-4374-870D-BF77EF3AC9D5}" type="presParOf" srcId="{F88EDDB6-B465-4AC8-B76B-5D312D58FD63}" destId="{6E3B97F1-E394-468A-B4EE-2DF65055606A}" srcOrd="10" destOrd="0" presId="urn:microsoft.com/office/officeart/2018/2/layout/IconCircleList"/>
    <dgm:cxn modelId="{B1B03F62-C545-4AE7-9F79-0A8C9BBCDF11}" type="presParOf" srcId="{6E3B97F1-E394-468A-B4EE-2DF65055606A}" destId="{84CC93E6-ABC8-4600-A936-946B17B510FE}" srcOrd="0" destOrd="0" presId="urn:microsoft.com/office/officeart/2018/2/layout/IconCircleList"/>
    <dgm:cxn modelId="{CA91A60C-5FC5-42A4-9DE6-7E676671241E}" type="presParOf" srcId="{6E3B97F1-E394-468A-B4EE-2DF65055606A}" destId="{539D72CE-7765-4446-AFF3-D7E1AABC1393}" srcOrd="1" destOrd="0" presId="urn:microsoft.com/office/officeart/2018/2/layout/IconCircleList"/>
    <dgm:cxn modelId="{FE8E8901-8C81-4598-B6C0-24B8515C1E31}" type="presParOf" srcId="{6E3B97F1-E394-468A-B4EE-2DF65055606A}" destId="{95547E44-4452-43AD-8CEF-2A0B51CD0D5E}" srcOrd="2" destOrd="0" presId="urn:microsoft.com/office/officeart/2018/2/layout/IconCircleList"/>
    <dgm:cxn modelId="{96495F6B-B475-4BFE-9F62-A44FF1B0E682}" type="presParOf" srcId="{6E3B97F1-E394-468A-B4EE-2DF65055606A}" destId="{01689252-A688-4476-8D1A-AA52278B4A2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FE3A39A-D1DB-49BB-A25A-B213CE960758}"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1CD39718-C5BD-424C-9C2E-4F2F44AF2464}">
      <dgm:prSet/>
      <dgm:spPr/>
      <dgm:t>
        <a:bodyPr/>
        <a:lstStyle/>
        <a:p>
          <a:pPr algn="ctr">
            <a:defRPr cap="all"/>
          </a:pPr>
          <a:r>
            <a:rPr lang="en-US"/>
            <a:t>Attorney Review	</a:t>
          </a:r>
        </a:p>
        <a:p>
          <a:pPr algn="ctr">
            <a:defRPr cap="all"/>
          </a:pPr>
          <a:endParaRPr lang="en-US"/>
        </a:p>
        <a:p>
          <a:pPr algn="ctr">
            <a:defRPr cap="all"/>
          </a:pPr>
          <a:r>
            <a:rPr lang="en-US"/>
            <a:t>All outputs reviewed using professional judgment</a:t>
          </a:r>
        </a:p>
      </dgm:t>
    </dgm:pt>
    <dgm:pt modelId="{78A55C36-9F4A-422A-85E4-1F0153F7FBB6}" type="parTrans" cxnId="{D53D123F-E4DB-49B9-93B8-7FF11614B1AB}">
      <dgm:prSet/>
      <dgm:spPr/>
      <dgm:t>
        <a:bodyPr/>
        <a:lstStyle/>
        <a:p>
          <a:pPr algn="ctr"/>
          <a:endParaRPr lang="en-US"/>
        </a:p>
      </dgm:t>
    </dgm:pt>
    <dgm:pt modelId="{E4A96854-C088-4687-9E45-E998B5BC559D}" type="sibTrans" cxnId="{D53D123F-E4DB-49B9-93B8-7FF11614B1AB}">
      <dgm:prSet/>
      <dgm:spPr/>
      <dgm:t>
        <a:bodyPr/>
        <a:lstStyle/>
        <a:p>
          <a:pPr algn="ctr"/>
          <a:endParaRPr lang="en-US"/>
        </a:p>
      </dgm:t>
    </dgm:pt>
    <dgm:pt modelId="{803E1982-A923-46F7-AAA4-4B63996D690C}">
      <dgm:prSet/>
      <dgm:spPr/>
      <dgm:t>
        <a:bodyPr/>
        <a:lstStyle/>
        <a:p>
          <a:pPr algn="ctr">
            <a:defRPr cap="all"/>
          </a:pPr>
          <a:r>
            <a:rPr lang="en-US"/>
            <a:t>External Release Approval	</a:t>
          </a:r>
        </a:p>
        <a:p>
          <a:pPr algn="ctr">
            <a:defRPr cap="all"/>
          </a:pPr>
          <a:endParaRPr lang="en-US"/>
        </a:p>
        <a:p>
          <a:pPr algn="ctr">
            <a:defRPr cap="all"/>
          </a:pPr>
          <a:r>
            <a:rPr lang="en-US"/>
            <a:t>Chief Legal Officer approves external release of AI-generated work product</a:t>
          </a:r>
        </a:p>
      </dgm:t>
    </dgm:pt>
    <dgm:pt modelId="{9F44AA62-321A-4194-BB53-F6E2F7FC2BE5}" type="parTrans" cxnId="{03CD7EEF-EAD1-47C1-9456-F28DA33BB797}">
      <dgm:prSet/>
      <dgm:spPr/>
      <dgm:t>
        <a:bodyPr/>
        <a:lstStyle/>
        <a:p>
          <a:pPr algn="ctr"/>
          <a:endParaRPr lang="en-US"/>
        </a:p>
      </dgm:t>
    </dgm:pt>
    <dgm:pt modelId="{E57D3F33-85B4-4A8C-815D-E612282A2C27}" type="sibTrans" cxnId="{03CD7EEF-EAD1-47C1-9456-F28DA33BB797}">
      <dgm:prSet/>
      <dgm:spPr/>
      <dgm:t>
        <a:bodyPr/>
        <a:lstStyle/>
        <a:p>
          <a:pPr algn="ctr"/>
          <a:endParaRPr lang="en-US"/>
        </a:p>
      </dgm:t>
    </dgm:pt>
    <dgm:pt modelId="{5299E5E2-78C8-442B-8AD3-7D81A902D749}">
      <dgm:prSet/>
      <dgm:spPr/>
      <dgm:t>
        <a:bodyPr/>
        <a:lstStyle/>
        <a:p>
          <a:pPr algn="ctr">
            <a:defRPr cap="all"/>
          </a:pPr>
          <a:r>
            <a:rPr lang="en-US"/>
            <a:t>Override Capability	</a:t>
          </a:r>
        </a:p>
        <a:p>
          <a:pPr algn="ctr">
            <a:defRPr cap="all"/>
          </a:pPr>
          <a:endParaRPr lang="en-US"/>
        </a:p>
        <a:p>
          <a:pPr algn="ctr">
            <a:defRPr cap="all"/>
          </a:pPr>
          <a:r>
            <a:rPr lang="en-US"/>
            <a:t>Attorneys can reject, edit, or override any Copilot output</a:t>
          </a:r>
        </a:p>
      </dgm:t>
    </dgm:pt>
    <dgm:pt modelId="{922B6A47-2199-400A-88A9-656FA10BBA1C}" type="parTrans" cxnId="{38F2923F-B635-4529-A491-9421841BB01B}">
      <dgm:prSet/>
      <dgm:spPr/>
      <dgm:t>
        <a:bodyPr/>
        <a:lstStyle/>
        <a:p>
          <a:pPr algn="ctr"/>
          <a:endParaRPr lang="en-US"/>
        </a:p>
      </dgm:t>
    </dgm:pt>
    <dgm:pt modelId="{4A0B9A3B-4A21-48F8-9CA9-F7B5DF8F51BC}" type="sibTrans" cxnId="{38F2923F-B635-4529-A491-9421841BB01B}">
      <dgm:prSet/>
      <dgm:spPr/>
      <dgm:t>
        <a:bodyPr/>
        <a:lstStyle/>
        <a:p>
          <a:pPr algn="ctr"/>
          <a:endParaRPr lang="en-US"/>
        </a:p>
      </dgm:t>
    </dgm:pt>
    <dgm:pt modelId="{5D534A2F-92B5-49F5-BC77-9A11D09AFFD6}">
      <dgm:prSet/>
      <dgm:spPr/>
      <dgm:t>
        <a:bodyPr/>
        <a:lstStyle/>
        <a:p>
          <a:pPr algn="ctr">
            <a:defRPr cap="all"/>
          </a:pPr>
          <a:r>
            <a:rPr lang="en-US"/>
            <a:t>Deactivation	Procedures </a:t>
          </a:r>
        </a:p>
        <a:p>
          <a:pPr algn="ctr">
            <a:defRPr cap="all"/>
          </a:pPr>
          <a:endParaRPr lang="en-US"/>
        </a:p>
        <a:p>
          <a:pPr algn="ctr">
            <a:defRPr cap="all"/>
          </a:pPr>
          <a:r>
            <a:rPr lang="en-US"/>
            <a:t>exist to disengage Copilot if performance is inconsistent</a:t>
          </a:r>
        </a:p>
      </dgm:t>
    </dgm:pt>
    <dgm:pt modelId="{3A85A08A-685F-4D3A-BB09-A9E2D218CC0F}" type="parTrans" cxnId="{706799DE-96C8-449F-9327-B21B9CDAFC7E}">
      <dgm:prSet/>
      <dgm:spPr/>
      <dgm:t>
        <a:bodyPr/>
        <a:lstStyle/>
        <a:p>
          <a:pPr algn="ctr"/>
          <a:endParaRPr lang="en-US"/>
        </a:p>
      </dgm:t>
    </dgm:pt>
    <dgm:pt modelId="{7F0E91D1-94C7-468E-9746-6275DE8FA3C8}" type="sibTrans" cxnId="{706799DE-96C8-449F-9327-B21B9CDAFC7E}">
      <dgm:prSet/>
      <dgm:spPr/>
      <dgm:t>
        <a:bodyPr/>
        <a:lstStyle/>
        <a:p>
          <a:pPr algn="ctr"/>
          <a:endParaRPr lang="en-US"/>
        </a:p>
      </dgm:t>
    </dgm:pt>
    <dgm:pt modelId="{DA704959-0670-4720-97C7-B1546AC64B0C}">
      <dgm:prSet/>
      <dgm:spPr/>
      <dgm:t>
        <a:bodyPr/>
        <a:lstStyle/>
        <a:p>
          <a:pPr algn="ctr">
            <a:defRPr cap="all"/>
          </a:pPr>
          <a:r>
            <a:rPr lang="en-US"/>
            <a:t>Monitoring	</a:t>
          </a:r>
        </a:p>
        <a:p>
          <a:pPr algn="ctr">
            <a:defRPr cap="all"/>
          </a:pPr>
          <a:endParaRPr lang="en-US"/>
        </a:p>
        <a:p>
          <a:pPr algn="ctr">
            <a:defRPr cap="all"/>
          </a:pPr>
          <a:r>
            <a:rPr lang="en-US"/>
            <a:t>Monthly review of AI outputs and attorney feedback</a:t>
          </a:r>
        </a:p>
      </dgm:t>
    </dgm:pt>
    <dgm:pt modelId="{B29AB98E-8C12-44F8-B3A6-60E853B72387}" type="parTrans" cxnId="{3419B1E2-ADB7-4216-8B25-912C26DF2AB7}">
      <dgm:prSet/>
      <dgm:spPr/>
      <dgm:t>
        <a:bodyPr/>
        <a:lstStyle/>
        <a:p>
          <a:pPr algn="ctr"/>
          <a:endParaRPr lang="en-US"/>
        </a:p>
      </dgm:t>
    </dgm:pt>
    <dgm:pt modelId="{814CBE0F-D47E-4DF4-95C4-BEA314E2F283}" type="sibTrans" cxnId="{3419B1E2-ADB7-4216-8B25-912C26DF2AB7}">
      <dgm:prSet/>
      <dgm:spPr/>
      <dgm:t>
        <a:bodyPr/>
        <a:lstStyle/>
        <a:p>
          <a:pPr algn="ctr"/>
          <a:endParaRPr lang="en-US"/>
        </a:p>
      </dgm:t>
    </dgm:pt>
    <dgm:pt modelId="{AC017A2F-D0E1-4D49-9A93-0D80F3C3D263}" type="pres">
      <dgm:prSet presAssocID="{8FE3A39A-D1DB-49BB-A25A-B213CE960758}" presName="root" presStyleCnt="0">
        <dgm:presLayoutVars>
          <dgm:dir/>
          <dgm:resizeHandles val="exact"/>
        </dgm:presLayoutVars>
      </dgm:prSet>
      <dgm:spPr/>
    </dgm:pt>
    <dgm:pt modelId="{0467D726-2151-4E2B-9330-78FAE6AC7A8C}" type="pres">
      <dgm:prSet presAssocID="{1CD39718-C5BD-424C-9C2E-4F2F44AF2464}" presName="compNode" presStyleCnt="0"/>
      <dgm:spPr/>
    </dgm:pt>
    <dgm:pt modelId="{74668CFA-E055-424B-8489-05835EAD1405}" type="pres">
      <dgm:prSet presAssocID="{1CD39718-C5BD-424C-9C2E-4F2F44AF2464}" presName="iconBgRect" presStyleLbl="bgShp" presStyleIdx="0" presStyleCnt="5"/>
      <dgm:spPr/>
    </dgm:pt>
    <dgm:pt modelId="{6661AD70-B455-48A7-9546-56C1DDD11195}" type="pres">
      <dgm:prSet presAssocID="{1CD39718-C5BD-424C-9C2E-4F2F44AF2464}"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mark"/>
        </a:ext>
      </dgm:extLst>
    </dgm:pt>
    <dgm:pt modelId="{8C5DE1D4-DF0E-42CE-816A-A55C7A017DD6}" type="pres">
      <dgm:prSet presAssocID="{1CD39718-C5BD-424C-9C2E-4F2F44AF2464}" presName="spaceRect" presStyleCnt="0"/>
      <dgm:spPr/>
    </dgm:pt>
    <dgm:pt modelId="{E5251FB3-B442-4D70-8142-06F1AC046908}" type="pres">
      <dgm:prSet presAssocID="{1CD39718-C5BD-424C-9C2E-4F2F44AF2464}" presName="textRect" presStyleLbl="revTx" presStyleIdx="0" presStyleCnt="5">
        <dgm:presLayoutVars>
          <dgm:chMax val="1"/>
          <dgm:chPref val="1"/>
        </dgm:presLayoutVars>
      </dgm:prSet>
      <dgm:spPr/>
    </dgm:pt>
    <dgm:pt modelId="{8CF3EFF4-D0F3-4162-92A4-1222043CEF56}" type="pres">
      <dgm:prSet presAssocID="{E4A96854-C088-4687-9E45-E998B5BC559D}" presName="sibTrans" presStyleCnt="0"/>
      <dgm:spPr/>
    </dgm:pt>
    <dgm:pt modelId="{E1292847-012F-433D-BD36-8CB910AF2BC6}" type="pres">
      <dgm:prSet presAssocID="{803E1982-A923-46F7-AAA4-4B63996D690C}" presName="compNode" presStyleCnt="0"/>
      <dgm:spPr/>
    </dgm:pt>
    <dgm:pt modelId="{9D035CB8-1FA5-461F-9A7E-6C6C57FB9BD7}" type="pres">
      <dgm:prSet presAssocID="{803E1982-A923-46F7-AAA4-4B63996D690C}" presName="iconBgRect" presStyleLbl="bgShp" presStyleIdx="1" presStyleCnt="5"/>
      <dgm:spPr/>
    </dgm:pt>
    <dgm:pt modelId="{67A5E6CB-724B-4184-8293-6A9D087B06C1}" type="pres">
      <dgm:prSet presAssocID="{803E1982-A923-46F7-AAA4-4B63996D690C}"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0FA1EE7B-10FC-40E0-9552-DD5D863A9CE3}" type="pres">
      <dgm:prSet presAssocID="{803E1982-A923-46F7-AAA4-4B63996D690C}" presName="spaceRect" presStyleCnt="0"/>
      <dgm:spPr/>
    </dgm:pt>
    <dgm:pt modelId="{A6956259-8C14-4969-BB36-C56B58253F3F}" type="pres">
      <dgm:prSet presAssocID="{803E1982-A923-46F7-AAA4-4B63996D690C}" presName="textRect" presStyleLbl="revTx" presStyleIdx="1" presStyleCnt="5">
        <dgm:presLayoutVars>
          <dgm:chMax val="1"/>
          <dgm:chPref val="1"/>
        </dgm:presLayoutVars>
      </dgm:prSet>
      <dgm:spPr/>
    </dgm:pt>
    <dgm:pt modelId="{5E27470A-8F68-484E-AEAE-0199C1F7D0DB}" type="pres">
      <dgm:prSet presAssocID="{E57D3F33-85B4-4A8C-815D-E612282A2C27}" presName="sibTrans" presStyleCnt="0"/>
      <dgm:spPr/>
    </dgm:pt>
    <dgm:pt modelId="{2CC5A9C9-9ED2-4D38-8634-5549F97D0165}" type="pres">
      <dgm:prSet presAssocID="{5299E5E2-78C8-442B-8AD3-7D81A902D749}" presName="compNode" presStyleCnt="0"/>
      <dgm:spPr/>
    </dgm:pt>
    <dgm:pt modelId="{2758A98E-84E5-4D8D-BFD4-D16BFF33D08B}" type="pres">
      <dgm:prSet presAssocID="{5299E5E2-78C8-442B-8AD3-7D81A902D749}" presName="iconBgRect" presStyleLbl="bgShp" presStyleIdx="2" presStyleCnt="5"/>
      <dgm:spPr/>
    </dgm:pt>
    <dgm:pt modelId="{534BDA9F-F3DA-4EB2-8FC7-3AAA74097B94}" type="pres">
      <dgm:prSet presAssocID="{5299E5E2-78C8-442B-8AD3-7D81A902D749}"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orbidden"/>
        </a:ext>
      </dgm:extLst>
    </dgm:pt>
    <dgm:pt modelId="{7FE45FC5-08FC-48A0-9F24-0FC0FA826D8E}" type="pres">
      <dgm:prSet presAssocID="{5299E5E2-78C8-442B-8AD3-7D81A902D749}" presName="spaceRect" presStyleCnt="0"/>
      <dgm:spPr/>
    </dgm:pt>
    <dgm:pt modelId="{D732CEC9-3F39-4E97-8536-7936EE8B7814}" type="pres">
      <dgm:prSet presAssocID="{5299E5E2-78C8-442B-8AD3-7D81A902D749}" presName="textRect" presStyleLbl="revTx" presStyleIdx="2" presStyleCnt="5">
        <dgm:presLayoutVars>
          <dgm:chMax val="1"/>
          <dgm:chPref val="1"/>
        </dgm:presLayoutVars>
      </dgm:prSet>
      <dgm:spPr/>
    </dgm:pt>
    <dgm:pt modelId="{C6E2697B-B0EB-4D63-97F3-2363BDC2DBF3}" type="pres">
      <dgm:prSet presAssocID="{4A0B9A3B-4A21-48F8-9CA9-F7B5DF8F51BC}" presName="sibTrans" presStyleCnt="0"/>
      <dgm:spPr/>
    </dgm:pt>
    <dgm:pt modelId="{C22790C6-8845-4479-AE0D-6B59155ACE95}" type="pres">
      <dgm:prSet presAssocID="{5D534A2F-92B5-49F5-BC77-9A11D09AFFD6}" presName="compNode" presStyleCnt="0"/>
      <dgm:spPr/>
    </dgm:pt>
    <dgm:pt modelId="{A448D6AD-AA37-4E1C-9161-4E04ACADDEF4}" type="pres">
      <dgm:prSet presAssocID="{5D534A2F-92B5-49F5-BC77-9A11D09AFFD6}" presName="iconBgRect" presStyleLbl="bgShp" presStyleIdx="3" presStyleCnt="5"/>
      <dgm:spPr/>
    </dgm:pt>
    <dgm:pt modelId="{33FEC97C-E1FB-4A57-B520-E7A80515B52E}" type="pres">
      <dgm:prSet presAssocID="{5D534A2F-92B5-49F5-BC77-9A11D09AFFD6}"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in in head"/>
        </a:ext>
      </dgm:extLst>
    </dgm:pt>
    <dgm:pt modelId="{25142110-5A21-480A-985C-548B9376851D}" type="pres">
      <dgm:prSet presAssocID="{5D534A2F-92B5-49F5-BC77-9A11D09AFFD6}" presName="spaceRect" presStyleCnt="0"/>
      <dgm:spPr/>
    </dgm:pt>
    <dgm:pt modelId="{8104D7C5-7A2A-4D37-A41A-7AB3DE0FEA9F}" type="pres">
      <dgm:prSet presAssocID="{5D534A2F-92B5-49F5-BC77-9A11D09AFFD6}" presName="textRect" presStyleLbl="revTx" presStyleIdx="3" presStyleCnt="5">
        <dgm:presLayoutVars>
          <dgm:chMax val="1"/>
          <dgm:chPref val="1"/>
        </dgm:presLayoutVars>
      </dgm:prSet>
      <dgm:spPr/>
    </dgm:pt>
    <dgm:pt modelId="{58B0054C-66A2-4D75-BB28-8451340F1908}" type="pres">
      <dgm:prSet presAssocID="{7F0E91D1-94C7-468E-9746-6275DE8FA3C8}" presName="sibTrans" presStyleCnt="0"/>
      <dgm:spPr/>
    </dgm:pt>
    <dgm:pt modelId="{A55CB72D-9405-4908-AA3B-3678156712E2}" type="pres">
      <dgm:prSet presAssocID="{DA704959-0670-4720-97C7-B1546AC64B0C}" presName="compNode" presStyleCnt="0"/>
      <dgm:spPr/>
    </dgm:pt>
    <dgm:pt modelId="{13A547CF-54C7-43B1-828A-F145BE7A511C}" type="pres">
      <dgm:prSet presAssocID="{DA704959-0670-4720-97C7-B1546AC64B0C}" presName="iconBgRect" presStyleLbl="bgShp" presStyleIdx="4" presStyleCnt="5"/>
      <dgm:spPr/>
    </dgm:pt>
    <dgm:pt modelId="{E2E097A4-4FBD-450A-B198-3C31F98B4DD6}" type="pres">
      <dgm:prSet presAssocID="{DA704959-0670-4720-97C7-B1546AC64B0C}"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heck List"/>
        </a:ext>
      </dgm:extLst>
    </dgm:pt>
    <dgm:pt modelId="{592E7ACF-C541-43EC-8AF2-20B939E981BD}" type="pres">
      <dgm:prSet presAssocID="{DA704959-0670-4720-97C7-B1546AC64B0C}" presName="spaceRect" presStyleCnt="0"/>
      <dgm:spPr/>
    </dgm:pt>
    <dgm:pt modelId="{31B6E622-6179-4C26-B11F-A7E874B2B41C}" type="pres">
      <dgm:prSet presAssocID="{DA704959-0670-4720-97C7-B1546AC64B0C}" presName="textRect" presStyleLbl="revTx" presStyleIdx="4" presStyleCnt="5">
        <dgm:presLayoutVars>
          <dgm:chMax val="1"/>
          <dgm:chPref val="1"/>
        </dgm:presLayoutVars>
      </dgm:prSet>
      <dgm:spPr/>
    </dgm:pt>
  </dgm:ptLst>
  <dgm:cxnLst>
    <dgm:cxn modelId="{2963D904-B635-4F73-BB1B-1A17FD1E2424}" type="presOf" srcId="{5299E5E2-78C8-442B-8AD3-7D81A902D749}" destId="{D732CEC9-3F39-4E97-8536-7936EE8B7814}" srcOrd="0" destOrd="0" presId="urn:microsoft.com/office/officeart/2018/5/layout/IconCircleLabelList"/>
    <dgm:cxn modelId="{D53D123F-E4DB-49B9-93B8-7FF11614B1AB}" srcId="{8FE3A39A-D1DB-49BB-A25A-B213CE960758}" destId="{1CD39718-C5BD-424C-9C2E-4F2F44AF2464}" srcOrd="0" destOrd="0" parTransId="{78A55C36-9F4A-422A-85E4-1F0153F7FBB6}" sibTransId="{E4A96854-C088-4687-9E45-E998B5BC559D}"/>
    <dgm:cxn modelId="{38F2923F-B635-4529-A491-9421841BB01B}" srcId="{8FE3A39A-D1DB-49BB-A25A-B213CE960758}" destId="{5299E5E2-78C8-442B-8AD3-7D81A902D749}" srcOrd="2" destOrd="0" parTransId="{922B6A47-2199-400A-88A9-656FA10BBA1C}" sibTransId="{4A0B9A3B-4A21-48F8-9CA9-F7B5DF8F51BC}"/>
    <dgm:cxn modelId="{AC7AE37F-78E9-40CA-B4FF-EC54985A4234}" type="presOf" srcId="{5D534A2F-92B5-49F5-BC77-9A11D09AFFD6}" destId="{8104D7C5-7A2A-4D37-A41A-7AB3DE0FEA9F}" srcOrd="0" destOrd="0" presId="urn:microsoft.com/office/officeart/2018/5/layout/IconCircleLabelList"/>
    <dgm:cxn modelId="{2194D5A0-4F39-4DE3-A1C2-786D506DD4E4}" type="presOf" srcId="{1CD39718-C5BD-424C-9C2E-4F2F44AF2464}" destId="{E5251FB3-B442-4D70-8142-06F1AC046908}" srcOrd="0" destOrd="0" presId="urn:microsoft.com/office/officeart/2018/5/layout/IconCircleLabelList"/>
    <dgm:cxn modelId="{1CAACEA9-5565-4F8F-B222-16E6D3536997}" type="presOf" srcId="{803E1982-A923-46F7-AAA4-4B63996D690C}" destId="{A6956259-8C14-4969-BB36-C56B58253F3F}" srcOrd="0" destOrd="0" presId="urn:microsoft.com/office/officeart/2018/5/layout/IconCircleLabelList"/>
    <dgm:cxn modelId="{7D8FACC9-A70D-4839-AA2C-BCA7611B647F}" type="presOf" srcId="{DA704959-0670-4720-97C7-B1546AC64B0C}" destId="{31B6E622-6179-4C26-B11F-A7E874B2B41C}" srcOrd="0" destOrd="0" presId="urn:microsoft.com/office/officeart/2018/5/layout/IconCircleLabelList"/>
    <dgm:cxn modelId="{706799DE-96C8-449F-9327-B21B9CDAFC7E}" srcId="{8FE3A39A-D1DB-49BB-A25A-B213CE960758}" destId="{5D534A2F-92B5-49F5-BC77-9A11D09AFFD6}" srcOrd="3" destOrd="0" parTransId="{3A85A08A-685F-4D3A-BB09-A9E2D218CC0F}" sibTransId="{7F0E91D1-94C7-468E-9746-6275DE8FA3C8}"/>
    <dgm:cxn modelId="{3419B1E2-ADB7-4216-8B25-912C26DF2AB7}" srcId="{8FE3A39A-D1DB-49BB-A25A-B213CE960758}" destId="{DA704959-0670-4720-97C7-B1546AC64B0C}" srcOrd="4" destOrd="0" parTransId="{B29AB98E-8C12-44F8-B3A6-60E853B72387}" sibTransId="{814CBE0F-D47E-4DF4-95C4-BEA314E2F283}"/>
    <dgm:cxn modelId="{AA810FEA-84A2-492C-9965-AFDE88B561A8}" type="presOf" srcId="{8FE3A39A-D1DB-49BB-A25A-B213CE960758}" destId="{AC017A2F-D0E1-4D49-9A93-0D80F3C3D263}" srcOrd="0" destOrd="0" presId="urn:microsoft.com/office/officeart/2018/5/layout/IconCircleLabelList"/>
    <dgm:cxn modelId="{03CD7EEF-EAD1-47C1-9456-F28DA33BB797}" srcId="{8FE3A39A-D1DB-49BB-A25A-B213CE960758}" destId="{803E1982-A923-46F7-AAA4-4B63996D690C}" srcOrd="1" destOrd="0" parTransId="{9F44AA62-321A-4194-BB53-F6E2F7FC2BE5}" sibTransId="{E57D3F33-85B4-4A8C-815D-E612282A2C27}"/>
    <dgm:cxn modelId="{92049251-7DF8-4FB4-BAAA-1FC1BC21F22E}" type="presParOf" srcId="{AC017A2F-D0E1-4D49-9A93-0D80F3C3D263}" destId="{0467D726-2151-4E2B-9330-78FAE6AC7A8C}" srcOrd="0" destOrd="0" presId="urn:microsoft.com/office/officeart/2018/5/layout/IconCircleLabelList"/>
    <dgm:cxn modelId="{594CE9A3-E9BD-4480-BB83-66F849A2A497}" type="presParOf" srcId="{0467D726-2151-4E2B-9330-78FAE6AC7A8C}" destId="{74668CFA-E055-424B-8489-05835EAD1405}" srcOrd="0" destOrd="0" presId="urn:microsoft.com/office/officeart/2018/5/layout/IconCircleLabelList"/>
    <dgm:cxn modelId="{8BCC856A-84A6-460A-A6DE-5B93D5ECA032}" type="presParOf" srcId="{0467D726-2151-4E2B-9330-78FAE6AC7A8C}" destId="{6661AD70-B455-48A7-9546-56C1DDD11195}" srcOrd="1" destOrd="0" presId="urn:microsoft.com/office/officeart/2018/5/layout/IconCircleLabelList"/>
    <dgm:cxn modelId="{07458ACC-9236-4E5C-B472-30EB2F3EFC1C}" type="presParOf" srcId="{0467D726-2151-4E2B-9330-78FAE6AC7A8C}" destId="{8C5DE1D4-DF0E-42CE-816A-A55C7A017DD6}" srcOrd="2" destOrd="0" presId="urn:microsoft.com/office/officeart/2018/5/layout/IconCircleLabelList"/>
    <dgm:cxn modelId="{470BE22A-D61C-4CB7-A5D6-47D58336F954}" type="presParOf" srcId="{0467D726-2151-4E2B-9330-78FAE6AC7A8C}" destId="{E5251FB3-B442-4D70-8142-06F1AC046908}" srcOrd="3" destOrd="0" presId="urn:microsoft.com/office/officeart/2018/5/layout/IconCircleLabelList"/>
    <dgm:cxn modelId="{57F1B73E-9A2C-42B2-A808-78AECC156449}" type="presParOf" srcId="{AC017A2F-D0E1-4D49-9A93-0D80F3C3D263}" destId="{8CF3EFF4-D0F3-4162-92A4-1222043CEF56}" srcOrd="1" destOrd="0" presId="urn:microsoft.com/office/officeart/2018/5/layout/IconCircleLabelList"/>
    <dgm:cxn modelId="{3DF46EC5-D2CA-4C34-9666-182155ED7629}" type="presParOf" srcId="{AC017A2F-D0E1-4D49-9A93-0D80F3C3D263}" destId="{E1292847-012F-433D-BD36-8CB910AF2BC6}" srcOrd="2" destOrd="0" presId="urn:microsoft.com/office/officeart/2018/5/layout/IconCircleLabelList"/>
    <dgm:cxn modelId="{1BD83E06-07CB-41C2-9976-428717EE5495}" type="presParOf" srcId="{E1292847-012F-433D-BD36-8CB910AF2BC6}" destId="{9D035CB8-1FA5-461F-9A7E-6C6C57FB9BD7}" srcOrd="0" destOrd="0" presId="urn:microsoft.com/office/officeart/2018/5/layout/IconCircleLabelList"/>
    <dgm:cxn modelId="{0FB32C1F-AA8A-4D1C-A99C-E646E0F8E9FC}" type="presParOf" srcId="{E1292847-012F-433D-BD36-8CB910AF2BC6}" destId="{67A5E6CB-724B-4184-8293-6A9D087B06C1}" srcOrd="1" destOrd="0" presId="urn:microsoft.com/office/officeart/2018/5/layout/IconCircleLabelList"/>
    <dgm:cxn modelId="{5C16D53D-241A-45B5-957D-18D84007F652}" type="presParOf" srcId="{E1292847-012F-433D-BD36-8CB910AF2BC6}" destId="{0FA1EE7B-10FC-40E0-9552-DD5D863A9CE3}" srcOrd="2" destOrd="0" presId="urn:microsoft.com/office/officeart/2018/5/layout/IconCircleLabelList"/>
    <dgm:cxn modelId="{0CDF06E8-D113-4FA6-9D21-07F582ABF0AA}" type="presParOf" srcId="{E1292847-012F-433D-BD36-8CB910AF2BC6}" destId="{A6956259-8C14-4969-BB36-C56B58253F3F}" srcOrd="3" destOrd="0" presId="urn:microsoft.com/office/officeart/2018/5/layout/IconCircleLabelList"/>
    <dgm:cxn modelId="{F8459DC5-FBE6-4420-8CCF-15E99650C30D}" type="presParOf" srcId="{AC017A2F-D0E1-4D49-9A93-0D80F3C3D263}" destId="{5E27470A-8F68-484E-AEAE-0199C1F7D0DB}" srcOrd="3" destOrd="0" presId="urn:microsoft.com/office/officeart/2018/5/layout/IconCircleLabelList"/>
    <dgm:cxn modelId="{AC788032-3A46-4F54-A0EC-84982D296EF5}" type="presParOf" srcId="{AC017A2F-D0E1-4D49-9A93-0D80F3C3D263}" destId="{2CC5A9C9-9ED2-4D38-8634-5549F97D0165}" srcOrd="4" destOrd="0" presId="urn:microsoft.com/office/officeart/2018/5/layout/IconCircleLabelList"/>
    <dgm:cxn modelId="{0AB71A34-2F4D-48B7-A86C-C871759EE454}" type="presParOf" srcId="{2CC5A9C9-9ED2-4D38-8634-5549F97D0165}" destId="{2758A98E-84E5-4D8D-BFD4-D16BFF33D08B}" srcOrd="0" destOrd="0" presId="urn:microsoft.com/office/officeart/2018/5/layout/IconCircleLabelList"/>
    <dgm:cxn modelId="{F6AFD2F1-E232-45E6-9D1C-07BF73D51583}" type="presParOf" srcId="{2CC5A9C9-9ED2-4D38-8634-5549F97D0165}" destId="{534BDA9F-F3DA-4EB2-8FC7-3AAA74097B94}" srcOrd="1" destOrd="0" presId="urn:microsoft.com/office/officeart/2018/5/layout/IconCircleLabelList"/>
    <dgm:cxn modelId="{8D071FEB-7CC6-4957-9BEE-29AA300BB90F}" type="presParOf" srcId="{2CC5A9C9-9ED2-4D38-8634-5549F97D0165}" destId="{7FE45FC5-08FC-48A0-9F24-0FC0FA826D8E}" srcOrd="2" destOrd="0" presId="urn:microsoft.com/office/officeart/2018/5/layout/IconCircleLabelList"/>
    <dgm:cxn modelId="{BF4D4342-3D50-438A-B11C-717A826C3E50}" type="presParOf" srcId="{2CC5A9C9-9ED2-4D38-8634-5549F97D0165}" destId="{D732CEC9-3F39-4E97-8536-7936EE8B7814}" srcOrd="3" destOrd="0" presId="urn:microsoft.com/office/officeart/2018/5/layout/IconCircleLabelList"/>
    <dgm:cxn modelId="{8C77BACF-C6B1-401E-A58A-7690BD19AA40}" type="presParOf" srcId="{AC017A2F-D0E1-4D49-9A93-0D80F3C3D263}" destId="{C6E2697B-B0EB-4D63-97F3-2363BDC2DBF3}" srcOrd="5" destOrd="0" presId="urn:microsoft.com/office/officeart/2018/5/layout/IconCircleLabelList"/>
    <dgm:cxn modelId="{B2B86B00-93D9-4713-B9EE-DA061BBA5E41}" type="presParOf" srcId="{AC017A2F-D0E1-4D49-9A93-0D80F3C3D263}" destId="{C22790C6-8845-4479-AE0D-6B59155ACE95}" srcOrd="6" destOrd="0" presId="urn:microsoft.com/office/officeart/2018/5/layout/IconCircleLabelList"/>
    <dgm:cxn modelId="{50236B6D-8496-42B2-9DDB-FE7499433745}" type="presParOf" srcId="{C22790C6-8845-4479-AE0D-6B59155ACE95}" destId="{A448D6AD-AA37-4E1C-9161-4E04ACADDEF4}" srcOrd="0" destOrd="0" presId="urn:microsoft.com/office/officeart/2018/5/layout/IconCircleLabelList"/>
    <dgm:cxn modelId="{54E69942-3560-4047-A5B4-4840B85A7785}" type="presParOf" srcId="{C22790C6-8845-4479-AE0D-6B59155ACE95}" destId="{33FEC97C-E1FB-4A57-B520-E7A80515B52E}" srcOrd="1" destOrd="0" presId="urn:microsoft.com/office/officeart/2018/5/layout/IconCircleLabelList"/>
    <dgm:cxn modelId="{A5288EB3-1CEF-4D50-AAE9-D3DFDF39F738}" type="presParOf" srcId="{C22790C6-8845-4479-AE0D-6B59155ACE95}" destId="{25142110-5A21-480A-985C-548B9376851D}" srcOrd="2" destOrd="0" presId="urn:microsoft.com/office/officeart/2018/5/layout/IconCircleLabelList"/>
    <dgm:cxn modelId="{80197004-BF6F-49DE-93F0-C71BBF29D75A}" type="presParOf" srcId="{C22790C6-8845-4479-AE0D-6B59155ACE95}" destId="{8104D7C5-7A2A-4D37-A41A-7AB3DE0FEA9F}" srcOrd="3" destOrd="0" presId="urn:microsoft.com/office/officeart/2018/5/layout/IconCircleLabelList"/>
    <dgm:cxn modelId="{6D2CA55A-673B-4E7B-BD90-DEB847DB0B36}" type="presParOf" srcId="{AC017A2F-D0E1-4D49-9A93-0D80F3C3D263}" destId="{58B0054C-66A2-4D75-BB28-8451340F1908}" srcOrd="7" destOrd="0" presId="urn:microsoft.com/office/officeart/2018/5/layout/IconCircleLabelList"/>
    <dgm:cxn modelId="{B2E13A04-E0C7-4E6B-93A1-45249452FAB2}" type="presParOf" srcId="{AC017A2F-D0E1-4D49-9A93-0D80F3C3D263}" destId="{A55CB72D-9405-4908-AA3B-3678156712E2}" srcOrd="8" destOrd="0" presId="urn:microsoft.com/office/officeart/2018/5/layout/IconCircleLabelList"/>
    <dgm:cxn modelId="{C7B9CDB2-EAAA-48FF-A49F-09B41098B2EE}" type="presParOf" srcId="{A55CB72D-9405-4908-AA3B-3678156712E2}" destId="{13A547CF-54C7-43B1-828A-F145BE7A511C}" srcOrd="0" destOrd="0" presId="urn:microsoft.com/office/officeart/2018/5/layout/IconCircleLabelList"/>
    <dgm:cxn modelId="{08427EB8-DB9F-4ED7-8A70-2E2C2ECC70B3}" type="presParOf" srcId="{A55CB72D-9405-4908-AA3B-3678156712E2}" destId="{E2E097A4-4FBD-450A-B198-3C31F98B4DD6}" srcOrd="1" destOrd="0" presId="urn:microsoft.com/office/officeart/2018/5/layout/IconCircleLabelList"/>
    <dgm:cxn modelId="{618FA206-9852-4B2D-8ACC-207CD87A474F}" type="presParOf" srcId="{A55CB72D-9405-4908-AA3B-3678156712E2}" destId="{592E7ACF-C541-43EC-8AF2-20B939E981BD}" srcOrd="2" destOrd="0" presId="urn:microsoft.com/office/officeart/2018/5/layout/IconCircleLabelList"/>
    <dgm:cxn modelId="{3F9772BF-F37B-4AC0-95E3-A71EB7F88D61}" type="presParOf" srcId="{A55CB72D-9405-4908-AA3B-3678156712E2}" destId="{31B6E622-6179-4C26-B11F-A7E874B2B41C}"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2334275-3992-4F70-8532-35C320FE5C64}"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32A0545-D3D2-4CFF-9BA4-1BC41016B733}">
      <dgm:prSet/>
      <dgm:spPr/>
      <dgm:t>
        <a:bodyPr/>
        <a:lstStyle/>
        <a:p>
          <a:pPr>
            <a:lnSpc>
              <a:spcPct val="100000"/>
            </a:lnSpc>
          </a:pPr>
          <a:r>
            <a:rPr lang="en-IN"/>
            <a:t>GOVERN	</a:t>
          </a:r>
        </a:p>
        <a:p>
          <a:pPr>
            <a:lnSpc>
              <a:spcPct val="100000"/>
            </a:lnSpc>
          </a:pPr>
          <a:r>
            <a:rPr lang="en-IN"/>
            <a:t>AI inventory registers </a:t>
          </a:r>
          <a:r>
            <a:rPr lang="en-IN" err="1"/>
            <a:t>BeccaBot</a:t>
          </a:r>
          <a:r>
            <a:rPr lang="en-IN"/>
            <a:t>; </a:t>
          </a:r>
        </a:p>
        <a:p>
          <a:pPr>
            <a:lnSpc>
              <a:spcPct val="100000"/>
            </a:lnSpc>
          </a:pPr>
          <a:r>
            <a:rPr lang="en-IN"/>
            <a:t>risk tier assigned; vendor policies verified; training completed</a:t>
          </a:r>
          <a:endParaRPr lang="en-US"/>
        </a:p>
      </dgm:t>
    </dgm:pt>
    <dgm:pt modelId="{F28D19C3-67C9-45CA-BE46-858D25246F9B}" type="parTrans" cxnId="{3AE1A630-E65F-4C4C-929D-BF3D915DD01D}">
      <dgm:prSet/>
      <dgm:spPr/>
      <dgm:t>
        <a:bodyPr/>
        <a:lstStyle/>
        <a:p>
          <a:endParaRPr lang="en-US"/>
        </a:p>
      </dgm:t>
    </dgm:pt>
    <dgm:pt modelId="{53E37F98-0638-49A5-BC5E-A594CFF79062}" type="sibTrans" cxnId="{3AE1A630-E65F-4C4C-929D-BF3D915DD01D}">
      <dgm:prSet/>
      <dgm:spPr/>
      <dgm:t>
        <a:bodyPr/>
        <a:lstStyle/>
        <a:p>
          <a:endParaRPr lang="en-US"/>
        </a:p>
      </dgm:t>
    </dgm:pt>
    <dgm:pt modelId="{F54F9E8F-5AAA-4B9D-9729-70B64EC8CEB0}">
      <dgm:prSet/>
      <dgm:spPr/>
      <dgm:t>
        <a:bodyPr/>
        <a:lstStyle/>
        <a:p>
          <a:pPr>
            <a:lnSpc>
              <a:spcPct val="100000"/>
            </a:lnSpc>
          </a:pPr>
          <a:r>
            <a:rPr lang="en-IN"/>
            <a:t>MAP	</a:t>
          </a:r>
        </a:p>
        <a:p>
          <a:pPr>
            <a:lnSpc>
              <a:spcPct val="100000"/>
            </a:lnSpc>
          </a:pPr>
          <a:r>
            <a:rPr lang="en-IN"/>
            <a:t>Deployment context documented (legal drive, MPSA, internal use); </a:t>
          </a:r>
        </a:p>
        <a:p>
          <a:pPr>
            <a:lnSpc>
              <a:spcPct val="100000"/>
            </a:lnSpc>
          </a:pPr>
          <a:r>
            <a:rPr lang="en-IN"/>
            <a:t>impact characterized (indirect, low magnitude)</a:t>
          </a:r>
          <a:endParaRPr lang="en-US"/>
        </a:p>
      </dgm:t>
    </dgm:pt>
    <dgm:pt modelId="{2CCBD113-A8DE-4CFD-AC2E-15BA4D0275F1}" type="parTrans" cxnId="{A8A4A084-2FFD-4E8F-85D5-090A9DD7238F}">
      <dgm:prSet/>
      <dgm:spPr/>
      <dgm:t>
        <a:bodyPr/>
        <a:lstStyle/>
        <a:p>
          <a:endParaRPr lang="en-US"/>
        </a:p>
      </dgm:t>
    </dgm:pt>
    <dgm:pt modelId="{2AA42862-F035-4D7E-A2FC-5CA2081BC282}" type="sibTrans" cxnId="{A8A4A084-2FFD-4E8F-85D5-090A9DD7238F}">
      <dgm:prSet/>
      <dgm:spPr/>
      <dgm:t>
        <a:bodyPr/>
        <a:lstStyle/>
        <a:p>
          <a:endParaRPr lang="en-US"/>
        </a:p>
      </dgm:t>
    </dgm:pt>
    <dgm:pt modelId="{571A27AE-DA28-45A5-A9B6-2E26C7D0B572}">
      <dgm:prSet/>
      <dgm:spPr/>
      <dgm:t>
        <a:bodyPr/>
        <a:lstStyle/>
        <a:p>
          <a:pPr>
            <a:lnSpc>
              <a:spcPct val="100000"/>
            </a:lnSpc>
          </a:pPr>
          <a:r>
            <a:rPr lang="en-IN"/>
            <a:t>MEASURE	</a:t>
          </a:r>
        </a:p>
        <a:p>
          <a:pPr>
            <a:lnSpc>
              <a:spcPct val="100000"/>
            </a:lnSpc>
          </a:pPr>
          <a:r>
            <a:rPr lang="en-IN"/>
            <a:t>Performance metrics defined (time saved, response time, cost reduction); </a:t>
          </a:r>
        </a:p>
        <a:p>
          <a:pPr>
            <a:lnSpc>
              <a:spcPct val="100000"/>
            </a:lnSpc>
          </a:pPr>
          <a:r>
            <a:rPr lang="en-IN"/>
            <a:t>security controls verified (SOC 2, HITRUST, ISO 27001); </a:t>
          </a:r>
        </a:p>
        <a:p>
          <a:pPr>
            <a:lnSpc>
              <a:spcPct val="100000"/>
            </a:lnSpc>
          </a:pPr>
          <a:r>
            <a:rPr lang="en-IN"/>
            <a:t>privacy evaluated (no PHI)</a:t>
          </a:r>
          <a:endParaRPr lang="en-US"/>
        </a:p>
      </dgm:t>
    </dgm:pt>
    <dgm:pt modelId="{9459662C-A76D-4949-BD58-3EE87662C5FD}" type="parTrans" cxnId="{28AAF9F1-47A1-4D92-9A49-DF8B989FCEEB}">
      <dgm:prSet/>
      <dgm:spPr/>
      <dgm:t>
        <a:bodyPr/>
        <a:lstStyle/>
        <a:p>
          <a:endParaRPr lang="en-US"/>
        </a:p>
      </dgm:t>
    </dgm:pt>
    <dgm:pt modelId="{3E1DC07C-CFFA-4010-B833-33C066C46FCF}" type="sibTrans" cxnId="{28AAF9F1-47A1-4D92-9A49-DF8B989FCEEB}">
      <dgm:prSet/>
      <dgm:spPr/>
      <dgm:t>
        <a:bodyPr/>
        <a:lstStyle/>
        <a:p>
          <a:endParaRPr lang="en-US"/>
        </a:p>
      </dgm:t>
    </dgm:pt>
    <dgm:pt modelId="{471FA3EA-6154-4463-B316-47B8E6189CB5}">
      <dgm:prSet/>
      <dgm:spPr/>
      <dgm:t>
        <a:bodyPr/>
        <a:lstStyle/>
        <a:p>
          <a:pPr>
            <a:lnSpc>
              <a:spcPct val="100000"/>
            </a:lnSpc>
          </a:pPr>
          <a:r>
            <a:rPr lang="en-IN"/>
            <a:t>MANAGE	</a:t>
          </a:r>
        </a:p>
        <a:p>
          <a:pPr>
            <a:lnSpc>
              <a:spcPct val="100000"/>
            </a:lnSpc>
          </a:pPr>
          <a:r>
            <a:rPr lang="en-IN"/>
            <a:t>Risk mitigation plan active (attorney review, access controls, deactivation procedures); </a:t>
          </a:r>
        </a:p>
        <a:p>
          <a:pPr>
            <a:lnSpc>
              <a:spcPct val="100000"/>
            </a:lnSpc>
          </a:pPr>
          <a:r>
            <a:rPr lang="en-IN"/>
            <a:t>third-party risk managed (Microsoft MPSA, BAA, DPA)</a:t>
          </a:r>
          <a:endParaRPr lang="en-US"/>
        </a:p>
      </dgm:t>
    </dgm:pt>
    <dgm:pt modelId="{90568883-71CA-4D68-AEED-5682DA66F8F4}" type="parTrans" cxnId="{DA62A8D6-51E0-4942-8215-E25422F6B76B}">
      <dgm:prSet/>
      <dgm:spPr/>
      <dgm:t>
        <a:bodyPr/>
        <a:lstStyle/>
        <a:p>
          <a:endParaRPr lang="en-US"/>
        </a:p>
      </dgm:t>
    </dgm:pt>
    <dgm:pt modelId="{4BF06B20-374B-43D3-9446-DA29A14E3579}" type="sibTrans" cxnId="{DA62A8D6-51E0-4942-8215-E25422F6B76B}">
      <dgm:prSet/>
      <dgm:spPr/>
      <dgm:t>
        <a:bodyPr/>
        <a:lstStyle/>
        <a:p>
          <a:endParaRPr lang="en-US"/>
        </a:p>
      </dgm:t>
    </dgm:pt>
    <dgm:pt modelId="{1104642D-35DB-474C-AC78-C5B735A0F96F}" type="pres">
      <dgm:prSet presAssocID="{92334275-3992-4F70-8532-35C320FE5C64}" presName="root" presStyleCnt="0">
        <dgm:presLayoutVars>
          <dgm:dir/>
          <dgm:resizeHandles val="exact"/>
        </dgm:presLayoutVars>
      </dgm:prSet>
      <dgm:spPr/>
    </dgm:pt>
    <dgm:pt modelId="{024D6699-5C64-4DBD-91F1-5E7F490C8724}" type="pres">
      <dgm:prSet presAssocID="{032A0545-D3D2-4CFF-9BA4-1BC41016B733}" presName="compNode" presStyleCnt="0"/>
      <dgm:spPr/>
    </dgm:pt>
    <dgm:pt modelId="{DEB95517-9CAA-45A0-AD2A-B38281422CCB}" type="pres">
      <dgm:prSet presAssocID="{032A0545-D3D2-4CFF-9BA4-1BC41016B733}"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obot"/>
        </a:ext>
      </dgm:extLst>
    </dgm:pt>
    <dgm:pt modelId="{6405E850-E3AB-455A-BE14-A64A7B9F99D5}" type="pres">
      <dgm:prSet presAssocID="{032A0545-D3D2-4CFF-9BA4-1BC41016B733}" presName="spaceRect" presStyleCnt="0"/>
      <dgm:spPr/>
    </dgm:pt>
    <dgm:pt modelId="{91287CF7-2806-4797-A573-939745DDD0D3}" type="pres">
      <dgm:prSet presAssocID="{032A0545-D3D2-4CFF-9BA4-1BC41016B733}" presName="textRect" presStyleLbl="revTx" presStyleIdx="0" presStyleCnt="4">
        <dgm:presLayoutVars>
          <dgm:chMax val="1"/>
          <dgm:chPref val="1"/>
        </dgm:presLayoutVars>
      </dgm:prSet>
      <dgm:spPr/>
    </dgm:pt>
    <dgm:pt modelId="{2D97600C-A8C6-47F9-816C-D779B223DD37}" type="pres">
      <dgm:prSet presAssocID="{53E37F98-0638-49A5-BC5E-A594CFF79062}" presName="sibTrans" presStyleCnt="0"/>
      <dgm:spPr/>
    </dgm:pt>
    <dgm:pt modelId="{8BD9A26F-05E3-4C6A-9A63-573A6A5E7059}" type="pres">
      <dgm:prSet presAssocID="{F54F9E8F-5AAA-4B9D-9729-70B64EC8CEB0}" presName="compNode" presStyleCnt="0"/>
      <dgm:spPr/>
    </dgm:pt>
    <dgm:pt modelId="{022AC474-438A-40B5-99CB-6EE41E07318B}" type="pres">
      <dgm:prSet presAssocID="{F54F9E8F-5AAA-4B9D-9729-70B64EC8CEB0}"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2BC26518-04D9-4BC8-B316-759C4C644631}" type="pres">
      <dgm:prSet presAssocID="{F54F9E8F-5AAA-4B9D-9729-70B64EC8CEB0}" presName="spaceRect" presStyleCnt="0"/>
      <dgm:spPr/>
    </dgm:pt>
    <dgm:pt modelId="{B838E3D2-99CC-4A71-A628-24AD7F2F1649}" type="pres">
      <dgm:prSet presAssocID="{F54F9E8F-5AAA-4B9D-9729-70B64EC8CEB0}" presName="textRect" presStyleLbl="revTx" presStyleIdx="1" presStyleCnt="4">
        <dgm:presLayoutVars>
          <dgm:chMax val="1"/>
          <dgm:chPref val="1"/>
        </dgm:presLayoutVars>
      </dgm:prSet>
      <dgm:spPr/>
    </dgm:pt>
    <dgm:pt modelId="{09FC5830-A53F-4B44-A708-3E35F2946208}" type="pres">
      <dgm:prSet presAssocID="{2AA42862-F035-4D7E-A2FC-5CA2081BC282}" presName="sibTrans" presStyleCnt="0"/>
      <dgm:spPr/>
    </dgm:pt>
    <dgm:pt modelId="{1932F00A-EDC8-4918-A5F8-4EFD31D4B140}" type="pres">
      <dgm:prSet presAssocID="{571A27AE-DA28-45A5-A9B6-2E26C7D0B572}" presName="compNode" presStyleCnt="0"/>
      <dgm:spPr/>
    </dgm:pt>
    <dgm:pt modelId="{696B1DB9-3FD8-4690-A18B-7BEEF5EF2714}" type="pres">
      <dgm:prSet presAssocID="{571A27AE-DA28-45A5-A9B6-2E26C7D0B572}"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auge"/>
        </a:ext>
      </dgm:extLst>
    </dgm:pt>
    <dgm:pt modelId="{A498E62C-1E76-4FEF-92CA-625143EA3299}" type="pres">
      <dgm:prSet presAssocID="{571A27AE-DA28-45A5-A9B6-2E26C7D0B572}" presName="spaceRect" presStyleCnt="0"/>
      <dgm:spPr/>
    </dgm:pt>
    <dgm:pt modelId="{23AB82C8-EFC4-45F3-A482-029E97511547}" type="pres">
      <dgm:prSet presAssocID="{571A27AE-DA28-45A5-A9B6-2E26C7D0B572}" presName="textRect" presStyleLbl="revTx" presStyleIdx="2" presStyleCnt="4">
        <dgm:presLayoutVars>
          <dgm:chMax val="1"/>
          <dgm:chPref val="1"/>
        </dgm:presLayoutVars>
      </dgm:prSet>
      <dgm:spPr/>
    </dgm:pt>
    <dgm:pt modelId="{31B29DDD-F2AB-4ABB-A6EF-47E2F4261DA8}" type="pres">
      <dgm:prSet presAssocID="{3E1DC07C-CFFA-4010-B833-33C066C46FCF}" presName="sibTrans" presStyleCnt="0"/>
      <dgm:spPr/>
    </dgm:pt>
    <dgm:pt modelId="{AE82B459-ACF8-49A9-9CB6-42BFA3E44D4B}" type="pres">
      <dgm:prSet presAssocID="{471FA3EA-6154-4463-B316-47B8E6189CB5}" presName="compNode" presStyleCnt="0"/>
      <dgm:spPr/>
    </dgm:pt>
    <dgm:pt modelId="{274D0E1E-2B9D-4DD2-A483-2515EDD459F9}" type="pres">
      <dgm:prSet presAssocID="{471FA3EA-6154-4463-B316-47B8E6189CB5}"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dicine"/>
        </a:ext>
      </dgm:extLst>
    </dgm:pt>
    <dgm:pt modelId="{E6AB18C2-C04E-4BE8-8E9F-327A519E122D}" type="pres">
      <dgm:prSet presAssocID="{471FA3EA-6154-4463-B316-47B8E6189CB5}" presName="spaceRect" presStyleCnt="0"/>
      <dgm:spPr/>
    </dgm:pt>
    <dgm:pt modelId="{098576EF-AFAA-4FD1-936F-784237C1DAE6}" type="pres">
      <dgm:prSet presAssocID="{471FA3EA-6154-4463-B316-47B8E6189CB5}" presName="textRect" presStyleLbl="revTx" presStyleIdx="3" presStyleCnt="4">
        <dgm:presLayoutVars>
          <dgm:chMax val="1"/>
          <dgm:chPref val="1"/>
        </dgm:presLayoutVars>
      </dgm:prSet>
      <dgm:spPr/>
    </dgm:pt>
  </dgm:ptLst>
  <dgm:cxnLst>
    <dgm:cxn modelId="{7BEFE00F-FE30-472C-8BCF-B43660F68493}" type="presOf" srcId="{571A27AE-DA28-45A5-A9B6-2E26C7D0B572}" destId="{23AB82C8-EFC4-45F3-A482-029E97511547}" srcOrd="0" destOrd="0" presId="urn:microsoft.com/office/officeart/2018/2/layout/IconLabelList"/>
    <dgm:cxn modelId="{01C7B427-E71F-40F2-A0E4-9866B7E47829}" type="presOf" srcId="{92334275-3992-4F70-8532-35C320FE5C64}" destId="{1104642D-35DB-474C-AC78-C5B735A0F96F}" srcOrd="0" destOrd="0" presId="urn:microsoft.com/office/officeart/2018/2/layout/IconLabelList"/>
    <dgm:cxn modelId="{3AE1A630-E65F-4C4C-929D-BF3D915DD01D}" srcId="{92334275-3992-4F70-8532-35C320FE5C64}" destId="{032A0545-D3D2-4CFF-9BA4-1BC41016B733}" srcOrd="0" destOrd="0" parTransId="{F28D19C3-67C9-45CA-BE46-858D25246F9B}" sibTransId="{53E37F98-0638-49A5-BC5E-A594CFF79062}"/>
    <dgm:cxn modelId="{0D65715D-24A6-44BA-ADA0-97443C29EE9F}" type="presOf" srcId="{F54F9E8F-5AAA-4B9D-9729-70B64EC8CEB0}" destId="{B838E3D2-99CC-4A71-A628-24AD7F2F1649}" srcOrd="0" destOrd="0" presId="urn:microsoft.com/office/officeart/2018/2/layout/IconLabelList"/>
    <dgm:cxn modelId="{A8A4A084-2FFD-4E8F-85D5-090A9DD7238F}" srcId="{92334275-3992-4F70-8532-35C320FE5C64}" destId="{F54F9E8F-5AAA-4B9D-9729-70B64EC8CEB0}" srcOrd="1" destOrd="0" parTransId="{2CCBD113-A8DE-4CFD-AC2E-15BA4D0275F1}" sibTransId="{2AA42862-F035-4D7E-A2FC-5CA2081BC282}"/>
    <dgm:cxn modelId="{DA62A8D6-51E0-4942-8215-E25422F6B76B}" srcId="{92334275-3992-4F70-8532-35C320FE5C64}" destId="{471FA3EA-6154-4463-B316-47B8E6189CB5}" srcOrd="3" destOrd="0" parTransId="{90568883-71CA-4D68-AEED-5682DA66F8F4}" sibTransId="{4BF06B20-374B-43D3-9446-DA29A14E3579}"/>
    <dgm:cxn modelId="{EF5EA3D7-5D1B-4BE3-9876-C3DE996A8B9B}" type="presOf" srcId="{032A0545-D3D2-4CFF-9BA4-1BC41016B733}" destId="{91287CF7-2806-4797-A573-939745DDD0D3}" srcOrd="0" destOrd="0" presId="urn:microsoft.com/office/officeart/2018/2/layout/IconLabelList"/>
    <dgm:cxn modelId="{32669BDA-2806-4019-B1A4-C0EF586E5E95}" type="presOf" srcId="{471FA3EA-6154-4463-B316-47B8E6189CB5}" destId="{098576EF-AFAA-4FD1-936F-784237C1DAE6}" srcOrd="0" destOrd="0" presId="urn:microsoft.com/office/officeart/2018/2/layout/IconLabelList"/>
    <dgm:cxn modelId="{28AAF9F1-47A1-4D92-9A49-DF8B989FCEEB}" srcId="{92334275-3992-4F70-8532-35C320FE5C64}" destId="{571A27AE-DA28-45A5-A9B6-2E26C7D0B572}" srcOrd="2" destOrd="0" parTransId="{9459662C-A76D-4949-BD58-3EE87662C5FD}" sibTransId="{3E1DC07C-CFFA-4010-B833-33C066C46FCF}"/>
    <dgm:cxn modelId="{3A33F04E-5595-41B0-A04B-3330F8327E58}" type="presParOf" srcId="{1104642D-35DB-474C-AC78-C5B735A0F96F}" destId="{024D6699-5C64-4DBD-91F1-5E7F490C8724}" srcOrd="0" destOrd="0" presId="urn:microsoft.com/office/officeart/2018/2/layout/IconLabelList"/>
    <dgm:cxn modelId="{212B9CD5-30AE-4CE4-8D57-96FFB3831002}" type="presParOf" srcId="{024D6699-5C64-4DBD-91F1-5E7F490C8724}" destId="{DEB95517-9CAA-45A0-AD2A-B38281422CCB}" srcOrd="0" destOrd="0" presId="urn:microsoft.com/office/officeart/2018/2/layout/IconLabelList"/>
    <dgm:cxn modelId="{CCE8B842-FE11-4BCE-B6B7-2238B125670D}" type="presParOf" srcId="{024D6699-5C64-4DBD-91F1-5E7F490C8724}" destId="{6405E850-E3AB-455A-BE14-A64A7B9F99D5}" srcOrd="1" destOrd="0" presId="urn:microsoft.com/office/officeart/2018/2/layout/IconLabelList"/>
    <dgm:cxn modelId="{F31F8D90-2DAE-420B-9FC8-327600CCAC3A}" type="presParOf" srcId="{024D6699-5C64-4DBD-91F1-5E7F490C8724}" destId="{91287CF7-2806-4797-A573-939745DDD0D3}" srcOrd="2" destOrd="0" presId="urn:microsoft.com/office/officeart/2018/2/layout/IconLabelList"/>
    <dgm:cxn modelId="{0072FE6F-98DC-4CF3-9FE5-A73D659ABCEF}" type="presParOf" srcId="{1104642D-35DB-474C-AC78-C5B735A0F96F}" destId="{2D97600C-A8C6-47F9-816C-D779B223DD37}" srcOrd="1" destOrd="0" presId="urn:microsoft.com/office/officeart/2018/2/layout/IconLabelList"/>
    <dgm:cxn modelId="{658F4E35-F4BC-46CF-B0DD-BF5C8F21AE06}" type="presParOf" srcId="{1104642D-35DB-474C-AC78-C5B735A0F96F}" destId="{8BD9A26F-05E3-4C6A-9A63-573A6A5E7059}" srcOrd="2" destOrd="0" presId="urn:microsoft.com/office/officeart/2018/2/layout/IconLabelList"/>
    <dgm:cxn modelId="{35CA593C-D912-48CB-B5CC-D5A3BD8A4DDA}" type="presParOf" srcId="{8BD9A26F-05E3-4C6A-9A63-573A6A5E7059}" destId="{022AC474-438A-40B5-99CB-6EE41E07318B}" srcOrd="0" destOrd="0" presId="urn:microsoft.com/office/officeart/2018/2/layout/IconLabelList"/>
    <dgm:cxn modelId="{01468F16-2EEE-47F2-BC52-819C5DBF7930}" type="presParOf" srcId="{8BD9A26F-05E3-4C6A-9A63-573A6A5E7059}" destId="{2BC26518-04D9-4BC8-B316-759C4C644631}" srcOrd="1" destOrd="0" presId="urn:microsoft.com/office/officeart/2018/2/layout/IconLabelList"/>
    <dgm:cxn modelId="{723A4953-8B10-4083-98D0-95AB35B4C27E}" type="presParOf" srcId="{8BD9A26F-05E3-4C6A-9A63-573A6A5E7059}" destId="{B838E3D2-99CC-4A71-A628-24AD7F2F1649}" srcOrd="2" destOrd="0" presId="urn:microsoft.com/office/officeart/2018/2/layout/IconLabelList"/>
    <dgm:cxn modelId="{B760CFBD-72D6-4318-AF06-7A68D5642C59}" type="presParOf" srcId="{1104642D-35DB-474C-AC78-C5B735A0F96F}" destId="{09FC5830-A53F-4B44-A708-3E35F2946208}" srcOrd="3" destOrd="0" presId="urn:microsoft.com/office/officeart/2018/2/layout/IconLabelList"/>
    <dgm:cxn modelId="{C68BF3FD-101E-4E62-A34F-FE029A5CFA09}" type="presParOf" srcId="{1104642D-35DB-474C-AC78-C5B735A0F96F}" destId="{1932F00A-EDC8-4918-A5F8-4EFD31D4B140}" srcOrd="4" destOrd="0" presId="urn:microsoft.com/office/officeart/2018/2/layout/IconLabelList"/>
    <dgm:cxn modelId="{31FAF618-141C-4297-87C5-5CA7B707F255}" type="presParOf" srcId="{1932F00A-EDC8-4918-A5F8-4EFD31D4B140}" destId="{696B1DB9-3FD8-4690-A18B-7BEEF5EF2714}" srcOrd="0" destOrd="0" presId="urn:microsoft.com/office/officeart/2018/2/layout/IconLabelList"/>
    <dgm:cxn modelId="{15032FEE-5633-4A7B-813D-F1590C3F83A5}" type="presParOf" srcId="{1932F00A-EDC8-4918-A5F8-4EFD31D4B140}" destId="{A498E62C-1E76-4FEF-92CA-625143EA3299}" srcOrd="1" destOrd="0" presId="urn:microsoft.com/office/officeart/2018/2/layout/IconLabelList"/>
    <dgm:cxn modelId="{B257CA8D-8598-4007-93C6-98533C08CDA3}" type="presParOf" srcId="{1932F00A-EDC8-4918-A5F8-4EFD31D4B140}" destId="{23AB82C8-EFC4-45F3-A482-029E97511547}" srcOrd="2" destOrd="0" presId="urn:microsoft.com/office/officeart/2018/2/layout/IconLabelList"/>
    <dgm:cxn modelId="{F72312F9-A44B-454C-AEF4-8152DD04E30D}" type="presParOf" srcId="{1104642D-35DB-474C-AC78-C5B735A0F96F}" destId="{31B29DDD-F2AB-4ABB-A6EF-47E2F4261DA8}" srcOrd="5" destOrd="0" presId="urn:microsoft.com/office/officeart/2018/2/layout/IconLabelList"/>
    <dgm:cxn modelId="{91E9648F-9562-47BA-83F0-ECBC7A776322}" type="presParOf" srcId="{1104642D-35DB-474C-AC78-C5B735A0F96F}" destId="{AE82B459-ACF8-49A9-9CB6-42BFA3E44D4B}" srcOrd="6" destOrd="0" presId="urn:microsoft.com/office/officeart/2018/2/layout/IconLabelList"/>
    <dgm:cxn modelId="{FF0605CF-C7D6-4EE1-93CC-F943D7B7AC09}" type="presParOf" srcId="{AE82B459-ACF8-49A9-9CB6-42BFA3E44D4B}" destId="{274D0E1E-2B9D-4DD2-A483-2515EDD459F9}" srcOrd="0" destOrd="0" presId="urn:microsoft.com/office/officeart/2018/2/layout/IconLabelList"/>
    <dgm:cxn modelId="{3FECD89C-FCA8-4D86-AE51-7EFC673194BE}" type="presParOf" srcId="{AE82B459-ACF8-49A9-9CB6-42BFA3E44D4B}" destId="{E6AB18C2-C04E-4BE8-8E9F-327A519E122D}" srcOrd="1" destOrd="0" presId="urn:microsoft.com/office/officeart/2018/2/layout/IconLabelList"/>
    <dgm:cxn modelId="{90967178-C7F5-46A3-A639-7E00850E32C5}" type="presParOf" srcId="{AE82B459-ACF8-49A9-9CB6-42BFA3E44D4B}" destId="{098576EF-AFAA-4FD1-936F-784237C1DAE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A5E1FC9-7768-40FE-9F5C-F982E403C41A}" type="doc">
      <dgm:prSet loTypeId="urn:microsoft.com/office/officeart/2008/layout/LinedList" loCatId="list" qsTypeId="urn:microsoft.com/office/officeart/2005/8/quickstyle/simple5" qsCatId="simple" csTypeId="urn:microsoft.com/office/officeart/2005/8/colors/accent3_2" csCatId="accent3" phldr="1"/>
      <dgm:spPr/>
      <dgm:t>
        <a:bodyPr/>
        <a:lstStyle/>
        <a:p>
          <a:endParaRPr lang="en-US"/>
        </a:p>
      </dgm:t>
    </dgm:pt>
    <dgm:pt modelId="{DC4F2BA5-81BB-4E5C-9895-D512734E0A82}">
      <dgm:prSet/>
      <dgm:spPr/>
      <dgm:t>
        <a:bodyPr/>
        <a:lstStyle/>
        <a:p>
          <a:r>
            <a:rPr lang="en-IN"/>
            <a:t>Vendor	Microsoft</a:t>
          </a:r>
          <a:endParaRPr lang="en-US"/>
        </a:p>
      </dgm:t>
    </dgm:pt>
    <dgm:pt modelId="{57FEFC60-81DC-40B5-9439-11542D8C1F03}" type="parTrans" cxnId="{25EADD35-3AD3-46D9-8436-695EB1297BBE}">
      <dgm:prSet/>
      <dgm:spPr/>
      <dgm:t>
        <a:bodyPr/>
        <a:lstStyle/>
        <a:p>
          <a:pPr algn="ctr"/>
          <a:endParaRPr lang="en-US"/>
        </a:p>
      </dgm:t>
    </dgm:pt>
    <dgm:pt modelId="{F1EE387C-D03F-494F-AD42-BF8D082CC66E}" type="sibTrans" cxnId="{25EADD35-3AD3-46D9-8436-695EB1297BBE}">
      <dgm:prSet/>
      <dgm:spPr/>
      <dgm:t>
        <a:bodyPr/>
        <a:lstStyle/>
        <a:p>
          <a:endParaRPr lang="en-US"/>
        </a:p>
      </dgm:t>
    </dgm:pt>
    <dgm:pt modelId="{82BB08EE-9CAA-44F6-ACFF-8B254109804C}">
      <dgm:prSet/>
      <dgm:spPr/>
      <dgm:t>
        <a:bodyPr/>
        <a:lstStyle/>
        <a:p>
          <a:r>
            <a:rPr lang="en-IN" b="1"/>
            <a:t>Contract	</a:t>
          </a:r>
        </a:p>
        <a:p>
          <a:r>
            <a:rPr lang="en-IN"/>
            <a:t>Microsoft Product and Services Agreement (MPSA); SHI Cloud Solution Provider</a:t>
          </a:r>
          <a:endParaRPr lang="en-US"/>
        </a:p>
      </dgm:t>
    </dgm:pt>
    <dgm:pt modelId="{54D4BCE5-99DD-4F8A-A11D-24C27D53358A}" type="parTrans" cxnId="{8702A3D7-B50C-4F2E-B3B2-25B719F514E5}">
      <dgm:prSet/>
      <dgm:spPr/>
      <dgm:t>
        <a:bodyPr/>
        <a:lstStyle/>
        <a:p>
          <a:pPr algn="ctr"/>
          <a:endParaRPr lang="en-US"/>
        </a:p>
      </dgm:t>
    </dgm:pt>
    <dgm:pt modelId="{6643A838-9D9B-4BA8-B5DF-2EC4BE0C97A2}" type="sibTrans" cxnId="{8702A3D7-B50C-4F2E-B3B2-25B719F514E5}">
      <dgm:prSet/>
      <dgm:spPr/>
      <dgm:t>
        <a:bodyPr/>
        <a:lstStyle/>
        <a:p>
          <a:endParaRPr lang="en-US"/>
        </a:p>
      </dgm:t>
    </dgm:pt>
    <dgm:pt modelId="{11E1F642-DCC0-4C1A-8A07-69F00BEAC200}">
      <dgm:prSet/>
      <dgm:spPr/>
      <dgm:t>
        <a:bodyPr/>
        <a:lstStyle/>
        <a:p>
          <a:r>
            <a:rPr lang="en-IN" b="1"/>
            <a:t>HIPAA BAA</a:t>
          </a:r>
          <a:r>
            <a:rPr lang="en-IN"/>
            <a:t>	</a:t>
          </a:r>
        </a:p>
        <a:p>
          <a:r>
            <a:rPr lang="en-IN"/>
            <a:t>Yes</a:t>
          </a:r>
          <a:endParaRPr lang="en-US"/>
        </a:p>
      </dgm:t>
    </dgm:pt>
    <dgm:pt modelId="{EC8E2029-A70C-421D-8F31-CE0C6EB7FC79}" type="parTrans" cxnId="{85D08C15-DDF5-4A10-804E-48773A899845}">
      <dgm:prSet/>
      <dgm:spPr/>
      <dgm:t>
        <a:bodyPr/>
        <a:lstStyle/>
        <a:p>
          <a:pPr algn="ctr"/>
          <a:endParaRPr lang="en-US"/>
        </a:p>
      </dgm:t>
    </dgm:pt>
    <dgm:pt modelId="{DE34CB8D-1770-4D59-95AA-38173367F36F}" type="sibTrans" cxnId="{85D08C15-DDF5-4A10-804E-48773A899845}">
      <dgm:prSet/>
      <dgm:spPr/>
      <dgm:t>
        <a:bodyPr/>
        <a:lstStyle/>
        <a:p>
          <a:endParaRPr lang="en-US"/>
        </a:p>
      </dgm:t>
    </dgm:pt>
    <dgm:pt modelId="{FBAC5F1C-0D23-4650-929D-2BF12133565B}">
      <dgm:prSet/>
      <dgm:spPr/>
      <dgm:t>
        <a:bodyPr/>
        <a:lstStyle/>
        <a:p>
          <a:r>
            <a:rPr lang="en-IN" b="1"/>
            <a:t>DPA</a:t>
          </a:r>
          <a:r>
            <a:rPr lang="en-IN"/>
            <a:t>	</a:t>
          </a:r>
        </a:p>
        <a:p>
          <a:r>
            <a:rPr lang="en-IN"/>
            <a:t>Yes</a:t>
          </a:r>
          <a:endParaRPr lang="en-US"/>
        </a:p>
      </dgm:t>
    </dgm:pt>
    <dgm:pt modelId="{56A7B5A3-BD24-4E49-81C6-0FE28C59A9ED}" type="parTrans" cxnId="{56823726-E44B-41F3-8B39-8DB0FFA612B7}">
      <dgm:prSet/>
      <dgm:spPr/>
      <dgm:t>
        <a:bodyPr/>
        <a:lstStyle/>
        <a:p>
          <a:pPr algn="ctr"/>
          <a:endParaRPr lang="en-US"/>
        </a:p>
      </dgm:t>
    </dgm:pt>
    <dgm:pt modelId="{E0BF805C-B343-4354-8F92-79792D2E0725}" type="sibTrans" cxnId="{56823726-E44B-41F3-8B39-8DB0FFA612B7}">
      <dgm:prSet/>
      <dgm:spPr/>
      <dgm:t>
        <a:bodyPr/>
        <a:lstStyle/>
        <a:p>
          <a:endParaRPr lang="en-US"/>
        </a:p>
      </dgm:t>
    </dgm:pt>
    <dgm:pt modelId="{43B68CE6-9DBD-4F82-B56B-03118448D887}">
      <dgm:prSet/>
      <dgm:spPr/>
      <dgm:t>
        <a:bodyPr/>
        <a:lstStyle/>
        <a:p>
          <a:r>
            <a:rPr lang="en-IN" b="1"/>
            <a:t>Certifications	</a:t>
          </a:r>
        </a:p>
        <a:p>
          <a:r>
            <a:rPr lang="en-IN"/>
            <a:t>SOC 2 Type II, HITRUST, ISO 27001</a:t>
          </a:r>
          <a:endParaRPr lang="en-US"/>
        </a:p>
      </dgm:t>
    </dgm:pt>
    <dgm:pt modelId="{FD88F939-E566-4607-9ADD-32CB2BF987D3}" type="parTrans" cxnId="{FA107FF2-11B1-4F3F-9E48-F9592270FA7A}">
      <dgm:prSet/>
      <dgm:spPr/>
      <dgm:t>
        <a:bodyPr/>
        <a:lstStyle/>
        <a:p>
          <a:pPr algn="ctr"/>
          <a:endParaRPr lang="en-US"/>
        </a:p>
      </dgm:t>
    </dgm:pt>
    <dgm:pt modelId="{E2AA4655-5098-4EB1-AB1E-2E35509F1F8E}" type="sibTrans" cxnId="{FA107FF2-11B1-4F3F-9E48-F9592270FA7A}">
      <dgm:prSet/>
      <dgm:spPr/>
      <dgm:t>
        <a:bodyPr/>
        <a:lstStyle/>
        <a:p>
          <a:endParaRPr lang="en-US"/>
        </a:p>
      </dgm:t>
    </dgm:pt>
    <dgm:pt modelId="{DEB95F16-DA24-48EB-ACF2-9D6BB75A6996}">
      <dgm:prSet/>
      <dgm:spPr/>
      <dgm:t>
        <a:bodyPr/>
        <a:lstStyle/>
        <a:p>
          <a:r>
            <a:rPr lang="en-IN" b="1"/>
            <a:t>Data Use Restriction</a:t>
          </a:r>
          <a:r>
            <a:rPr lang="en-IN"/>
            <a:t>	</a:t>
          </a:r>
        </a:p>
        <a:p>
          <a:r>
            <a:rPr lang="en-IN"/>
            <a:t>Customer data not used to train foundation models</a:t>
          </a:r>
          <a:endParaRPr lang="en-US"/>
        </a:p>
      </dgm:t>
    </dgm:pt>
    <dgm:pt modelId="{7DA3E7F1-5944-4CA7-AD74-D4EBD5C3CA6F}" type="parTrans" cxnId="{B33CE484-851C-4189-A351-094EC449CFDA}">
      <dgm:prSet/>
      <dgm:spPr/>
      <dgm:t>
        <a:bodyPr/>
        <a:lstStyle/>
        <a:p>
          <a:pPr algn="ctr"/>
          <a:endParaRPr lang="en-US"/>
        </a:p>
      </dgm:t>
    </dgm:pt>
    <dgm:pt modelId="{71931063-6B00-4346-836F-3872821D8DFB}" type="sibTrans" cxnId="{B33CE484-851C-4189-A351-094EC449CFDA}">
      <dgm:prSet/>
      <dgm:spPr/>
      <dgm:t>
        <a:bodyPr/>
        <a:lstStyle/>
        <a:p>
          <a:endParaRPr lang="en-US"/>
        </a:p>
      </dgm:t>
    </dgm:pt>
    <dgm:pt modelId="{27C8714A-8FAC-4173-AFA7-0377EEDEF740}">
      <dgm:prSet/>
      <dgm:spPr/>
      <dgm:t>
        <a:bodyPr/>
        <a:lstStyle/>
        <a:p>
          <a:r>
            <a:rPr lang="en-IN" b="1"/>
            <a:t>Right to Audit	</a:t>
          </a:r>
        </a:p>
        <a:p>
          <a:r>
            <a:rPr lang="en-IN"/>
            <a:t>Yes,  annual third-party audit rights</a:t>
          </a:r>
          <a:endParaRPr lang="en-US"/>
        </a:p>
      </dgm:t>
    </dgm:pt>
    <dgm:pt modelId="{2F9B96FD-0045-48C4-921B-2F0365769528}" type="parTrans" cxnId="{BDBFA57C-C04A-4B9D-9F6A-E8982DA8E568}">
      <dgm:prSet/>
      <dgm:spPr/>
      <dgm:t>
        <a:bodyPr/>
        <a:lstStyle/>
        <a:p>
          <a:pPr algn="ctr"/>
          <a:endParaRPr lang="en-US"/>
        </a:p>
      </dgm:t>
    </dgm:pt>
    <dgm:pt modelId="{3F101632-86F4-44B0-BA4B-B376AD3DFA78}" type="sibTrans" cxnId="{BDBFA57C-C04A-4B9D-9F6A-E8982DA8E568}">
      <dgm:prSet/>
      <dgm:spPr/>
      <dgm:t>
        <a:bodyPr/>
        <a:lstStyle/>
        <a:p>
          <a:endParaRPr lang="en-US"/>
        </a:p>
      </dgm:t>
    </dgm:pt>
    <dgm:pt modelId="{26E6E031-67C0-497C-8AB6-79153AE71ED5}">
      <dgm:prSet/>
      <dgm:spPr/>
      <dgm:t>
        <a:bodyPr/>
        <a:lstStyle/>
        <a:p>
          <a:r>
            <a:rPr lang="en-IN" b="1"/>
            <a:t>AI Indemnification</a:t>
          </a:r>
          <a:r>
            <a:rPr lang="en-IN"/>
            <a:t>	</a:t>
          </a:r>
        </a:p>
        <a:p>
          <a:r>
            <a:rPr lang="en-IN"/>
            <a:t>Yes,  MPSA Addendum covers AI IP &amp; data breach</a:t>
          </a:r>
          <a:endParaRPr lang="en-US"/>
        </a:p>
      </dgm:t>
    </dgm:pt>
    <dgm:pt modelId="{A01F28BD-D7D4-4F94-855E-82D29D3B4929}" type="parTrans" cxnId="{430F5DF4-30FF-4594-B1E3-5941C9C8C798}">
      <dgm:prSet/>
      <dgm:spPr/>
      <dgm:t>
        <a:bodyPr/>
        <a:lstStyle/>
        <a:p>
          <a:pPr algn="ctr"/>
          <a:endParaRPr lang="en-US"/>
        </a:p>
      </dgm:t>
    </dgm:pt>
    <dgm:pt modelId="{B662C4CE-5570-464D-8288-17C1878B5762}" type="sibTrans" cxnId="{430F5DF4-30FF-4594-B1E3-5941C9C8C798}">
      <dgm:prSet/>
      <dgm:spPr/>
      <dgm:t>
        <a:bodyPr/>
        <a:lstStyle/>
        <a:p>
          <a:endParaRPr lang="en-US"/>
        </a:p>
      </dgm:t>
    </dgm:pt>
    <dgm:pt modelId="{DC2D2E4F-3418-444A-BA2E-4C9776FD0E5B}">
      <dgm:prSet/>
      <dgm:spPr/>
      <dgm:t>
        <a:bodyPr/>
        <a:lstStyle/>
        <a:p>
          <a:r>
            <a:rPr lang="en-IN" b="1"/>
            <a:t>Sub processor Transparency</a:t>
          </a:r>
          <a:r>
            <a:rPr lang="en-IN"/>
            <a:t>	</a:t>
          </a:r>
        </a:p>
        <a:p>
          <a:r>
            <a:rPr lang="en-IN"/>
            <a:t>Yes,  disclosed under MPSA</a:t>
          </a:r>
          <a:endParaRPr lang="en-US"/>
        </a:p>
      </dgm:t>
    </dgm:pt>
    <dgm:pt modelId="{2B55E28F-CD6D-4547-8474-91AC31317AFA}" type="parTrans" cxnId="{B871370A-1442-4714-A7A9-360278AE8AA0}">
      <dgm:prSet/>
      <dgm:spPr/>
      <dgm:t>
        <a:bodyPr/>
        <a:lstStyle/>
        <a:p>
          <a:pPr algn="ctr"/>
          <a:endParaRPr lang="en-US"/>
        </a:p>
      </dgm:t>
    </dgm:pt>
    <dgm:pt modelId="{0CF7169A-0F00-43AD-9B48-5AE6010EA107}" type="sibTrans" cxnId="{B871370A-1442-4714-A7A9-360278AE8AA0}">
      <dgm:prSet/>
      <dgm:spPr/>
      <dgm:t>
        <a:bodyPr/>
        <a:lstStyle/>
        <a:p>
          <a:endParaRPr lang="en-US"/>
        </a:p>
      </dgm:t>
    </dgm:pt>
    <dgm:pt modelId="{76F2000C-9FEB-4F90-BA67-5A09FCC7D2EF}" type="pres">
      <dgm:prSet presAssocID="{DA5E1FC9-7768-40FE-9F5C-F982E403C41A}" presName="vert0" presStyleCnt="0">
        <dgm:presLayoutVars>
          <dgm:dir/>
          <dgm:animOne val="branch"/>
          <dgm:animLvl val="lvl"/>
        </dgm:presLayoutVars>
      </dgm:prSet>
      <dgm:spPr/>
    </dgm:pt>
    <dgm:pt modelId="{6E53F263-ECDA-47DB-BC01-F99C4FE637BB}" type="pres">
      <dgm:prSet presAssocID="{DC4F2BA5-81BB-4E5C-9895-D512734E0A82}" presName="thickLine" presStyleLbl="alignNode1" presStyleIdx="0" presStyleCnt="9"/>
      <dgm:spPr/>
    </dgm:pt>
    <dgm:pt modelId="{A14AA2C4-C8E5-45A1-A486-1AF310F64BF8}" type="pres">
      <dgm:prSet presAssocID="{DC4F2BA5-81BB-4E5C-9895-D512734E0A82}" presName="horz1" presStyleCnt="0"/>
      <dgm:spPr/>
    </dgm:pt>
    <dgm:pt modelId="{52362053-402F-441C-87B1-BC67E2AFFE88}" type="pres">
      <dgm:prSet presAssocID="{DC4F2BA5-81BB-4E5C-9895-D512734E0A82}" presName="tx1" presStyleLbl="revTx" presStyleIdx="0" presStyleCnt="9"/>
      <dgm:spPr/>
    </dgm:pt>
    <dgm:pt modelId="{173CC11D-57CC-41EA-BD5F-C48CB8809C89}" type="pres">
      <dgm:prSet presAssocID="{DC4F2BA5-81BB-4E5C-9895-D512734E0A82}" presName="vert1" presStyleCnt="0"/>
      <dgm:spPr/>
    </dgm:pt>
    <dgm:pt modelId="{3A02BD71-E892-4599-A8A4-6A8416E8F73F}" type="pres">
      <dgm:prSet presAssocID="{82BB08EE-9CAA-44F6-ACFF-8B254109804C}" presName="thickLine" presStyleLbl="alignNode1" presStyleIdx="1" presStyleCnt="9"/>
      <dgm:spPr/>
    </dgm:pt>
    <dgm:pt modelId="{9F09DE6C-5CE0-4E2A-A1E1-950BBB658557}" type="pres">
      <dgm:prSet presAssocID="{82BB08EE-9CAA-44F6-ACFF-8B254109804C}" presName="horz1" presStyleCnt="0"/>
      <dgm:spPr/>
    </dgm:pt>
    <dgm:pt modelId="{6F357F8C-CBB5-46EE-8647-132F9198BBD2}" type="pres">
      <dgm:prSet presAssocID="{82BB08EE-9CAA-44F6-ACFF-8B254109804C}" presName="tx1" presStyleLbl="revTx" presStyleIdx="1" presStyleCnt="9"/>
      <dgm:spPr/>
    </dgm:pt>
    <dgm:pt modelId="{6EB8739E-0BB1-42DF-B40B-F0298474D744}" type="pres">
      <dgm:prSet presAssocID="{82BB08EE-9CAA-44F6-ACFF-8B254109804C}" presName="vert1" presStyleCnt="0"/>
      <dgm:spPr/>
    </dgm:pt>
    <dgm:pt modelId="{2DFF2203-11D9-46AE-BB83-8B30AFFC0B48}" type="pres">
      <dgm:prSet presAssocID="{11E1F642-DCC0-4C1A-8A07-69F00BEAC200}" presName="thickLine" presStyleLbl="alignNode1" presStyleIdx="2" presStyleCnt="9"/>
      <dgm:spPr/>
    </dgm:pt>
    <dgm:pt modelId="{0BFB87B9-07A0-4F92-8910-550DE3F095D4}" type="pres">
      <dgm:prSet presAssocID="{11E1F642-DCC0-4C1A-8A07-69F00BEAC200}" presName="horz1" presStyleCnt="0"/>
      <dgm:spPr/>
    </dgm:pt>
    <dgm:pt modelId="{8FD23620-5B56-42B7-B828-4550ECFC5D6D}" type="pres">
      <dgm:prSet presAssocID="{11E1F642-DCC0-4C1A-8A07-69F00BEAC200}" presName="tx1" presStyleLbl="revTx" presStyleIdx="2" presStyleCnt="9"/>
      <dgm:spPr/>
    </dgm:pt>
    <dgm:pt modelId="{A6008817-75BD-4E90-BBBD-B481F427948D}" type="pres">
      <dgm:prSet presAssocID="{11E1F642-DCC0-4C1A-8A07-69F00BEAC200}" presName="vert1" presStyleCnt="0"/>
      <dgm:spPr/>
    </dgm:pt>
    <dgm:pt modelId="{5CD1AC3F-C304-4865-AEDE-4DF50E8D5A6A}" type="pres">
      <dgm:prSet presAssocID="{FBAC5F1C-0D23-4650-929D-2BF12133565B}" presName="thickLine" presStyleLbl="alignNode1" presStyleIdx="3" presStyleCnt="9"/>
      <dgm:spPr/>
    </dgm:pt>
    <dgm:pt modelId="{A41813E6-7AE5-48B2-9266-BBF5C5F2A189}" type="pres">
      <dgm:prSet presAssocID="{FBAC5F1C-0D23-4650-929D-2BF12133565B}" presName="horz1" presStyleCnt="0"/>
      <dgm:spPr/>
    </dgm:pt>
    <dgm:pt modelId="{B008FFB1-2ED5-4343-8D0D-51327FD84F95}" type="pres">
      <dgm:prSet presAssocID="{FBAC5F1C-0D23-4650-929D-2BF12133565B}" presName="tx1" presStyleLbl="revTx" presStyleIdx="3" presStyleCnt="9"/>
      <dgm:spPr/>
    </dgm:pt>
    <dgm:pt modelId="{BBF281FF-91EA-4242-9F26-D7231A59E7D4}" type="pres">
      <dgm:prSet presAssocID="{FBAC5F1C-0D23-4650-929D-2BF12133565B}" presName="vert1" presStyleCnt="0"/>
      <dgm:spPr/>
    </dgm:pt>
    <dgm:pt modelId="{0577C12A-80EA-4536-8537-E757779BB291}" type="pres">
      <dgm:prSet presAssocID="{43B68CE6-9DBD-4F82-B56B-03118448D887}" presName="thickLine" presStyleLbl="alignNode1" presStyleIdx="4" presStyleCnt="9"/>
      <dgm:spPr/>
    </dgm:pt>
    <dgm:pt modelId="{8270EF00-1639-4C30-B088-52E95C5C39A7}" type="pres">
      <dgm:prSet presAssocID="{43B68CE6-9DBD-4F82-B56B-03118448D887}" presName="horz1" presStyleCnt="0"/>
      <dgm:spPr/>
    </dgm:pt>
    <dgm:pt modelId="{100569CD-07EF-43A2-9E19-CB06CAACC77D}" type="pres">
      <dgm:prSet presAssocID="{43B68CE6-9DBD-4F82-B56B-03118448D887}" presName="tx1" presStyleLbl="revTx" presStyleIdx="4" presStyleCnt="9"/>
      <dgm:spPr/>
    </dgm:pt>
    <dgm:pt modelId="{97D2EBE4-C052-4EBF-B641-3CEB0A3A1FFD}" type="pres">
      <dgm:prSet presAssocID="{43B68CE6-9DBD-4F82-B56B-03118448D887}" presName="vert1" presStyleCnt="0"/>
      <dgm:spPr/>
    </dgm:pt>
    <dgm:pt modelId="{3A1C6D8D-A88D-40F4-81D1-3859FABFE637}" type="pres">
      <dgm:prSet presAssocID="{DEB95F16-DA24-48EB-ACF2-9D6BB75A6996}" presName="thickLine" presStyleLbl="alignNode1" presStyleIdx="5" presStyleCnt="9"/>
      <dgm:spPr/>
    </dgm:pt>
    <dgm:pt modelId="{46FB17A7-0A29-4A49-ABEE-62B7171D94C5}" type="pres">
      <dgm:prSet presAssocID="{DEB95F16-DA24-48EB-ACF2-9D6BB75A6996}" presName="horz1" presStyleCnt="0"/>
      <dgm:spPr/>
    </dgm:pt>
    <dgm:pt modelId="{012B5B1A-D915-4110-8851-CB1114CE97E4}" type="pres">
      <dgm:prSet presAssocID="{DEB95F16-DA24-48EB-ACF2-9D6BB75A6996}" presName="tx1" presStyleLbl="revTx" presStyleIdx="5" presStyleCnt="9"/>
      <dgm:spPr/>
    </dgm:pt>
    <dgm:pt modelId="{2AE36549-ECF1-4D4C-82DC-1F9B33C7FAA1}" type="pres">
      <dgm:prSet presAssocID="{DEB95F16-DA24-48EB-ACF2-9D6BB75A6996}" presName="vert1" presStyleCnt="0"/>
      <dgm:spPr/>
    </dgm:pt>
    <dgm:pt modelId="{A59C8305-8FA6-4353-8DA7-09033D7E5545}" type="pres">
      <dgm:prSet presAssocID="{27C8714A-8FAC-4173-AFA7-0377EEDEF740}" presName="thickLine" presStyleLbl="alignNode1" presStyleIdx="6" presStyleCnt="9"/>
      <dgm:spPr/>
    </dgm:pt>
    <dgm:pt modelId="{2E465DCB-1F54-4AD4-B612-0C1D2271E18F}" type="pres">
      <dgm:prSet presAssocID="{27C8714A-8FAC-4173-AFA7-0377EEDEF740}" presName="horz1" presStyleCnt="0"/>
      <dgm:spPr/>
    </dgm:pt>
    <dgm:pt modelId="{981D043B-5FBE-4B26-9A4A-69C04A7FDE87}" type="pres">
      <dgm:prSet presAssocID="{27C8714A-8FAC-4173-AFA7-0377EEDEF740}" presName="tx1" presStyleLbl="revTx" presStyleIdx="6" presStyleCnt="9"/>
      <dgm:spPr/>
    </dgm:pt>
    <dgm:pt modelId="{1FB42120-13C8-43D0-B7B6-48A5537E977B}" type="pres">
      <dgm:prSet presAssocID="{27C8714A-8FAC-4173-AFA7-0377EEDEF740}" presName="vert1" presStyleCnt="0"/>
      <dgm:spPr/>
    </dgm:pt>
    <dgm:pt modelId="{EB0E2629-7D85-4691-B4C2-7336E927D421}" type="pres">
      <dgm:prSet presAssocID="{26E6E031-67C0-497C-8AB6-79153AE71ED5}" presName="thickLine" presStyleLbl="alignNode1" presStyleIdx="7" presStyleCnt="9"/>
      <dgm:spPr/>
    </dgm:pt>
    <dgm:pt modelId="{32C0775B-A2C1-40B8-83AD-00F25540AD19}" type="pres">
      <dgm:prSet presAssocID="{26E6E031-67C0-497C-8AB6-79153AE71ED5}" presName="horz1" presStyleCnt="0"/>
      <dgm:spPr/>
    </dgm:pt>
    <dgm:pt modelId="{F909379F-0035-403C-A6C0-394F7F487A51}" type="pres">
      <dgm:prSet presAssocID="{26E6E031-67C0-497C-8AB6-79153AE71ED5}" presName="tx1" presStyleLbl="revTx" presStyleIdx="7" presStyleCnt="9"/>
      <dgm:spPr/>
    </dgm:pt>
    <dgm:pt modelId="{8497BC75-4523-434F-8185-60B081A66845}" type="pres">
      <dgm:prSet presAssocID="{26E6E031-67C0-497C-8AB6-79153AE71ED5}" presName="vert1" presStyleCnt="0"/>
      <dgm:spPr/>
    </dgm:pt>
    <dgm:pt modelId="{6091946E-37D4-4CD4-9EC6-F6B8DC854D69}" type="pres">
      <dgm:prSet presAssocID="{DC2D2E4F-3418-444A-BA2E-4C9776FD0E5B}" presName="thickLine" presStyleLbl="alignNode1" presStyleIdx="8" presStyleCnt="9"/>
      <dgm:spPr/>
    </dgm:pt>
    <dgm:pt modelId="{8F485021-834E-437C-83F1-5A8B648CC33D}" type="pres">
      <dgm:prSet presAssocID="{DC2D2E4F-3418-444A-BA2E-4C9776FD0E5B}" presName="horz1" presStyleCnt="0"/>
      <dgm:spPr/>
    </dgm:pt>
    <dgm:pt modelId="{7E4BA47C-2462-434D-9BA4-B0597E79C621}" type="pres">
      <dgm:prSet presAssocID="{DC2D2E4F-3418-444A-BA2E-4C9776FD0E5B}" presName="tx1" presStyleLbl="revTx" presStyleIdx="8" presStyleCnt="9"/>
      <dgm:spPr/>
    </dgm:pt>
    <dgm:pt modelId="{E89CC2F6-E44F-47EA-B8BD-473FF66B9641}" type="pres">
      <dgm:prSet presAssocID="{DC2D2E4F-3418-444A-BA2E-4C9776FD0E5B}" presName="vert1" presStyleCnt="0"/>
      <dgm:spPr/>
    </dgm:pt>
  </dgm:ptLst>
  <dgm:cxnLst>
    <dgm:cxn modelId="{B871370A-1442-4714-A7A9-360278AE8AA0}" srcId="{DA5E1FC9-7768-40FE-9F5C-F982E403C41A}" destId="{DC2D2E4F-3418-444A-BA2E-4C9776FD0E5B}" srcOrd="8" destOrd="0" parTransId="{2B55E28F-CD6D-4547-8474-91AC31317AFA}" sibTransId="{0CF7169A-0F00-43AD-9B48-5AE6010EA107}"/>
    <dgm:cxn modelId="{85D08C15-DDF5-4A10-804E-48773A899845}" srcId="{DA5E1FC9-7768-40FE-9F5C-F982E403C41A}" destId="{11E1F642-DCC0-4C1A-8A07-69F00BEAC200}" srcOrd="2" destOrd="0" parTransId="{EC8E2029-A70C-421D-8F31-CE0C6EB7FC79}" sibTransId="{DE34CB8D-1770-4D59-95AA-38173367F36F}"/>
    <dgm:cxn modelId="{56823726-E44B-41F3-8B39-8DB0FFA612B7}" srcId="{DA5E1FC9-7768-40FE-9F5C-F982E403C41A}" destId="{FBAC5F1C-0D23-4650-929D-2BF12133565B}" srcOrd="3" destOrd="0" parTransId="{56A7B5A3-BD24-4E49-81C6-0FE28C59A9ED}" sibTransId="{E0BF805C-B343-4354-8F92-79792D2E0725}"/>
    <dgm:cxn modelId="{4F2F6F32-216F-4936-85E4-B0DC68F0CEFC}" type="presOf" srcId="{DA5E1FC9-7768-40FE-9F5C-F982E403C41A}" destId="{76F2000C-9FEB-4F90-BA67-5A09FCC7D2EF}" srcOrd="0" destOrd="0" presId="urn:microsoft.com/office/officeart/2008/layout/LinedList"/>
    <dgm:cxn modelId="{18AD6434-6EEA-4454-9485-E79661C71FB8}" type="presOf" srcId="{26E6E031-67C0-497C-8AB6-79153AE71ED5}" destId="{F909379F-0035-403C-A6C0-394F7F487A51}" srcOrd="0" destOrd="0" presId="urn:microsoft.com/office/officeart/2008/layout/LinedList"/>
    <dgm:cxn modelId="{1E0F4135-BA64-4D84-ABBA-9314B127404F}" type="presOf" srcId="{DEB95F16-DA24-48EB-ACF2-9D6BB75A6996}" destId="{012B5B1A-D915-4110-8851-CB1114CE97E4}" srcOrd="0" destOrd="0" presId="urn:microsoft.com/office/officeart/2008/layout/LinedList"/>
    <dgm:cxn modelId="{25EADD35-3AD3-46D9-8436-695EB1297BBE}" srcId="{DA5E1FC9-7768-40FE-9F5C-F982E403C41A}" destId="{DC4F2BA5-81BB-4E5C-9895-D512734E0A82}" srcOrd="0" destOrd="0" parTransId="{57FEFC60-81DC-40B5-9439-11542D8C1F03}" sibTransId="{F1EE387C-D03F-494F-AD42-BF8D082CC66E}"/>
    <dgm:cxn modelId="{F640A95B-7879-43D7-85B8-442CBCD96729}" type="presOf" srcId="{82BB08EE-9CAA-44F6-ACFF-8B254109804C}" destId="{6F357F8C-CBB5-46EE-8647-132F9198BBD2}" srcOrd="0" destOrd="0" presId="urn:microsoft.com/office/officeart/2008/layout/LinedList"/>
    <dgm:cxn modelId="{BDBFA57C-C04A-4B9D-9F6A-E8982DA8E568}" srcId="{DA5E1FC9-7768-40FE-9F5C-F982E403C41A}" destId="{27C8714A-8FAC-4173-AFA7-0377EEDEF740}" srcOrd="6" destOrd="0" parTransId="{2F9B96FD-0045-48C4-921B-2F0365769528}" sibTransId="{3F101632-86F4-44B0-BA4B-B376AD3DFA78}"/>
    <dgm:cxn modelId="{B33CE484-851C-4189-A351-094EC449CFDA}" srcId="{DA5E1FC9-7768-40FE-9F5C-F982E403C41A}" destId="{DEB95F16-DA24-48EB-ACF2-9D6BB75A6996}" srcOrd="5" destOrd="0" parTransId="{7DA3E7F1-5944-4CA7-AD74-D4EBD5C3CA6F}" sibTransId="{71931063-6B00-4346-836F-3872821D8DFB}"/>
    <dgm:cxn modelId="{68F353A4-F211-48B2-8C48-9DFF53591FAA}" type="presOf" srcId="{43B68CE6-9DBD-4F82-B56B-03118448D887}" destId="{100569CD-07EF-43A2-9E19-CB06CAACC77D}" srcOrd="0" destOrd="0" presId="urn:microsoft.com/office/officeart/2008/layout/LinedList"/>
    <dgm:cxn modelId="{7A16ABB8-6936-42EC-B5AE-589C587A5070}" type="presOf" srcId="{DC2D2E4F-3418-444A-BA2E-4C9776FD0E5B}" destId="{7E4BA47C-2462-434D-9BA4-B0597E79C621}" srcOrd="0" destOrd="0" presId="urn:microsoft.com/office/officeart/2008/layout/LinedList"/>
    <dgm:cxn modelId="{0AC924BF-5FD0-4CEF-828D-B090DE7DF662}" type="presOf" srcId="{27C8714A-8FAC-4173-AFA7-0377EEDEF740}" destId="{981D043B-5FBE-4B26-9A4A-69C04A7FDE87}" srcOrd="0" destOrd="0" presId="urn:microsoft.com/office/officeart/2008/layout/LinedList"/>
    <dgm:cxn modelId="{34D664C3-1848-4096-A2B6-FBD1A8C77995}" type="presOf" srcId="{DC4F2BA5-81BB-4E5C-9895-D512734E0A82}" destId="{52362053-402F-441C-87B1-BC67E2AFFE88}" srcOrd="0" destOrd="0" presId="urn:microsoft.com/office/officeart/2008/layout/LinedList"/>
    <dgm:cxn modelId="{8702A3D7-B50C-4F2E-B3B2-25B719F514E5}" srcId="{DA5E1FC9-7768-40FE-9F5C-F982E403C41A}" destId="{82BB08EE-9CAA-44F6-ACFF-8B254109804C}" srcOrd="1" destOrd="0" parTransId="{54D4BCE5-99DD-4F8A-A11D-24C27D53358A}" sibTransId="{6643A838-9D9B-4BA8-B5DF-2EC4BE0C97A2}"/>
    <dgm:cxn modelId="{0A120DF2-0DDB-4631-BBF7-9E09551DE0A5}" type="presOf" srcId="{FBAC5F1C-0D23-4650-929D-2BF12133565B}" destId="{B008FFB1-2ED5-4343-8D0D-51327FD84F95}" srcOrd="0" destOrd="0" presId="urn:microsoft.com/office/officeart/2008/layout/LinedList"/>
    <dgm:cxn modelId="{FA107FF2-11B1-4F3F-9E48-F9592270FA7A}" srcId="{DA5E1FC9-7768-40FE-9F5C-F982E403C41A}" destId="{43B68CE6-9DBD-4F82-B56B-03118448D887}" srcOrd="4" destOrd="0" parTransId="{FD88F939-E566-4607-9ADD-32CB2BF987D3}" sibTransId="{E2AA4655-5098-4EB1-AB1E-2E35509F1F8E}"/>
    <dgm:cxn modelId="{430F5DF4-30FF-4594-B1E3-5941C9C8C798}" srcId="{DA5E1FC9-7768-40FE-9F5C-F982E403C41A}" destId="{26E6E031-67C0-497C-8AB6-79153AE71ED5}" srcOrd="7" destOrd="0" parTransId="{A01F28BD-D7D4-4F94-855E-82D29D3B4929}" sibTransId="{B662C4CE-5570-464D-8288-17C1878B5762}"/>
    <dgm:cxn modelId="{9899F1FE-AC2E-4CCD-90E9-AC42D97DEBCF}" type="presOf" srcId="{11E1F642-DCC0-4C1A-8A07-69F00BEAC200}" destId="{8FD23620-5B56-42B7-B828-4550ECFC5D6D}" srcOrd="0" destOrd="0" presId="urn:microsoft.com/office/officeart/2008/layout/LinedList"/>
    <dgm:cxn modelId="{1D5D0C35-CF9C-4848-BB2E-932320CE8D45}" type="presParOf" srcId="{76F2000C-9FEB-4F90-BA67-5A09FCC7D2EF}" destId="{6E53F263-ECDA-47DB-BC01-F99C4FE637BB}" srcOrd="0" destOrd="0" presId="urn:microsoft.com/office/officeart/2008/layout/LinedList"/>
    <dgm:cxn modelId="{A375E14F-CE39-4D42-8CEC-1C8C58CE21A5}" type="presParOf" srcId="{76F2000C-9FEB-4F90-BA67-5A09FCC7D2EF}" destId="{A14AA2C4-C8E5-45A1-A486-1AF310F64BF8}" srcOrd="1" destOrd="0" presId="urn:microsoft.com/office/officeart/2008/layout/LinedList"/>
    <dgm:cxn modelId="{3A621AAD-CF32-4004-AEBE-6DCBEDFA17A7}" type="presParOf" srcId="{A14AA2C4-C8E5-45A1-A486-1AF310F64BF8}" destId="{52362053-402F-441C-87B1-BC67E2AFFE88}" srcOrd="0" destOrd="0" presId="urn:microsoft.com/office/officeart/2008/layout/LinedList"/>
    <dgm:cxn modelId="{A63FDFB4-1A5B-4345-BB4C-DF625189C3D9}" type="presParOf" srcId="{A14AA2C4-C8E5-45A1-A486-1AF310F64BF8}" destId="{173CC11D-57CC-41EA-BD5F-C48CB8809C89}" srcOrd="1" destOrd="0" presId="urn:microsoft.com/office/officeart/2008/layout/LinedList"/>
    <dgm:cxn modelId="{E2B35D17-4CC1-4D9E-9451-01F1A3C77B98}" type="presParOf" srcId="{76F2000C-9FEB-4F90-BA67-5A09FCC7D2EF}" destId="{3A02BD71-E892-4599-A8A4-6A8416E8F73F}" srcOrd="2" destOrd="0" presId="urn:microsoft.com/office/officeart/2008/layout/LinedList"/>
    <dgm:cxn modelId="{55CBB2B0-7B9C-4FF6-9472-1C5E801E02DA}" type="presParOf" srcId="{76F2000C-9FEB-4F90-BA67-5A09FCC7D2EF}" destId="{9F09DE6C-5CE0-4E2A-A1E1-950BBB658557}" srcOrd="3" destOrd="0" presId="urn:microsoft.com/office/officeart/2008/layout/LinedList"/>
    <dgm:cxn modelId="{066F3837-DF7D-47FD-82E7-CCDE7B54C703}" type="presParOf" srcId="{9F09DE6C-5CE0-4E2A-A1E1-950BBB658557}" destId="{6F357F8C-CBB5-46EE-8647-132F9198BBD2}" srcOrd="0" destOrd="0" presId="urn:microsoft.com/office/officeart/2008/layout/LinedList"/>
    <dgm:cxn modelId="{5F2C840C-40D6-4328-A404-08050E039134}" type="presParOf" srcId="{9F09DE6C-5CE0-4E2A-A1E1-950BBB658557}" destId="{6EB8739E-0BB1-42DF-B40B-F0298474D744}" srcOrd="1" destOrd="0" presId="urn:microsoft.com/office/officeart/2008/layout/LinedList"/>
    <dgm:cxn modelId="{ACDF0A0E-5042-42DA-89D2-34AE740DCAE9}" type="presParOf" srcId="{76F2000C-9FEB-4F90-BA67-5A09FCC7D2EF}" destId="{2DFF2203-11D9-46AE-BB83-8B30AFFC0B48}" srcOrd="4" destOrd="0" presId="urn:microsoft.com/office/officeart/2008/layout/LinedList"/>
    <dgm:cxn modelId="{62C4572D-F993-40E7-8BBD-501458B70288}" type="presParOf" srcId="{76F2000C-9FEB-4F90-BA67-5A09FCC7D2EF}" destId="{0BFB87B9-07A0-4F92-8910-550DE3F095D4}" srcOrd="5" destOrd="0" presId="urn:microsoft.com/office/officeart/2008/layout/LinedList"/>
    <dgm:cxn modelId="{B9572315-EF4D-4228-9AA1-AB254BCCF11A}" type="presParOf" srcId="{0BFB87B9-07A0-4F92-8910-550DE3F095D4}" destId="{8FD23620-5B56-42B7-B828-4550ECFC5D6D}" srcOrd="0" destOrd="0" presId="urn:microsoft.com/office/officeart/2008/layout/LinedList"/>
    <dgm:cxn modelId="{AEE8FB84-4605-4A9E-BA4F-E8EC8853CFDC}" type="presParOf" srcId="{0BFB87B9-07A0-4F92-8910-550DE3F095D4}" destId="{A6008817-75BD-4E90-BBBD-B481F427948D}" srcOrd="1" destOrd="0" presId="urn:microsoft.com/office/officeart/2008/layout/LinedList"/>
    <dgm:cxn modelId="{AACA449D-DE9E-409A-99D1-100E9F24422C}" type="presParOf" srcId="{76F2000C-9FEB-4F90-BA67-5A09FCC7D2EF}" destId="{5CD1AC3F-C304-4865-AEDE-4DF50E8D5A6A}" srcOrd="6" destOrd="0" presId="urn:microsoft.com/office/officeart/2008/layout/LinedList"/>
    <dgm:cxn modelId="{E4C1E976-D85A-477E-8411-CC7090AD26BD}" type="presParOf" srcId="{76F2000C-9FEB-4F90-BA67-5A09FCC7D2EF}" destId="{A41813E6-7AE5-48B2-9266-BBF5C5F2A189}" srcOrd="7" destOrd="0" presId="urn:microsoft.com/office/officeart/2008/layout/LinedList"/>
    <dgm:cxn modelId="{C40DA2ED-8206-4E26-88BD-AEA2FFBADF8F}" type="presParOf" srcId="{A41813E6-7AE5-48B2-9266-BBF5C5F2A189}" destId="{B008FFB1-2ED5-4343-8D0D-51327FD84F95}" srcOrd="0" destOrd="0" presId="urn:microsoft.com/office/officeart/2008/layout/LinedList"/>
    <dgm:cxn modelId="{2AEF952A-E462-4D97-ABED-BAAFF557BCCF}" type="presParOf" srcId="{A41813E6-7AE5-48B2-9266-BBF5C5F2A189}" destId="{BBF281FF-91EA-4242-9F26-D7231A59E7D4}" srcOrd="1" destOrd="0" presId="urn:microsoft.com/office/officeart/2008/layout/LinedList"/>
    <dgm:cxn modelId="{39115176-F046-4957-897A-51394302C3A5}" type="presParOf" srcId="{76F2000C-9FEB-4F90-BA67-5A09FCC7D2EF}" destId="{0577C12A-80EA-4536-8537-E757779BB291}" srcOrd="8" destOrd="0" presId="urn:microsoft.com/office/officeart/2008/layout/LinedList"/>
    <dgm:cxn modelId="{18110798-D982-4FE0-B506-AC92450B6AB4}" type="presParOf" srcId="{76F2000C-9FEB-4F90-BA67-5A09FCC7D2EF}" destId="{8270EF00-1639-4C30-B088-52E95C5C39A7}" srcOrd="9" destOrd="0" presId="urn:microsoft.com/office/officeart/2008/layout/LinedList"/>
    <dgm:cxn modelId="{6C395E38-C914-4E8E-A497-753BA7F3F749}" type="presParOf" srcId="{8270EF00-1639-4C30-B088-52E95C5C39A7}" destId="{100569CD-07EF-43A2-9E19-CB06CAACC77D}" srcOrd="0" destOrd="0" presId="urn:microsoft.com/office/officeart/2008/layout/LinedList"/>
    <dgm:cxn modelId="{8601FD0E-B812-4D2F-ADD6-33BF3E7BE79B}" type="presParOf" srcId="{8270EF00-1639-4C30-B088-52E95C5C39A7}" destId="{97D2EBE4-C052-4EBF-B641-3CEB0A3A1FFD}" srcOrd="1" destOrd="0" presId="urn:microsoft.com/office/officeart/2008/layout/LinedList"/>
    <dgm:cxn modelId="{A1718712-1D9C-4A63-8AC7-03A11211B613}" type="presParOf" srcId="{76F2000C-9FEB-4F90-BA67-5A09FCC7D2EF}" destId="{3A1C6D8D-A88D-40F4-81D1-3859FABFE637}" srcOrd="10" destOrd="0" presId="urn:microsoft.com/office/officeart/2008/layout/LinedList"/>
    <dgm:cxn modelId="{799C9D3F-C1AF-4B58-A231-014F2E6B6CED}" type="presParOf" srcId="{76F2000C-9FEB-4F90-BA67-5A09FCC7D2EF}" destId="{46FB17A7-0A29-4A49-ABEE-62B7171D94C5}" srcOrd="11" destOrd="0" presId="urn:microsoft.com/office/officeart/2008/layout/LinedList"/>
    <dgm:cxn modelId="{8ACDC0F9-5BC6-4155-B705-87E324E5A440}" type="presParOf" srcId="{46FB17A7-0A29-4A49-ABEE-62B7171D94C5}" destId="{012B5B1A-D915-4110-8851-CB1114CE97E4}" srcOrd="0" destOrd="0" presId="urn:microsoft.com/office/officeart/2008/layout/LinedList"/>
    <dgm:cxn modelId="{5BC51F2D-A6AA-4129-AAC1-2D1234B67251}" type="presParOf" srcId="{46FB17A7-0A29-4A49-ABEE-62B7171D94C5}" destId="{2AE36549-ECF1-4D4C-82DC-1F9B33C7FAA1}" srcOrd="1" destOrd="0" presId="urn:microsoft.com/office/officeart/2008/layout/LinedList"/>
    <dgm:cxn modelId="{46AC239A-6A41-4D95-B148-ED1A3E6EBB33}" type="presParOf" srcId="{76F2000C-9FEB-4F90-BA67-5A09FCC7D2EF}" destId="{A59C8305-8FA6-4353-8DA7-09033D7E5545}" srcOrd="12" destOrd="0" presId="urn:microsoft.com/office/officeart/2008/layout/LinedList"/>
    <dgm:cxn modelId="{FEDC01EB-50FD-45D5-88E2-19ACC22E2F99}" type="presParOf" srcId="{76F2000C-9FEB-4F90-BA67-5A09FCC7D2EF}" destId="{2E465DCB-1F54-4AD4-B612-0C1D2271E18F}" srcOrd="13" destOrd="0" presId="urn:microsoft.com/office/officeart/2008/layout/LinedList"/>
    <dgm:cxn modelId="{C404C995-39F0-468A-8532-2467530621B2}" type="presParOf" srcId="{2E465DCB-1F54-4AD4-B612-0C1D2271E18F}" destId="{981D043B-5FBE-4B26-9A4A-69C04A7FDE87}" srcOrd="0" destOrd="0" presId="urn:microsoft.com/office/officeart/2008/layout/LinedList"/>
    <dgm:cxn modelId="{3A82E6F6-A52C-4DE8-9EB9-0F48FF4A8AF4}" type="presParOf" srcId="{2E465DCB-1F54-4AD4-B612-0C1D2271E18F}" destId="{1FB42120-13C8-43D0-B7B6-48A5537E977B}" srcOrd="1" destOrd="0" presId="urn:microsoft.com/office/officeart/2008/layout/LinedList"/>
    <dgm:cxn modelId="{D8BC3DDE-2231-4F9F-B365-7B29F2C79E2E}" type="presParOf" srcId="{76F2000C-9FEB-4F90-BA67-5A09FCC7D2EF}" destId="{EB0E2629-7D85-4691-B4C2-7336E927D421}" srcOrd="14" destOrd="0" presId="urn:microsoft.com/office/officeart/2008/layout/LinedList"/>
    <dgm:cxn modelId="{14A3DD7B-CAB5-4F8D-8B9D-C6B9C9D8533A}" type="presParOf" srcId="{76F2000C-9FEB-4F90-BA67-5A09FCC7D2EF}" destId="{32C0775B-A2C1-40B8-83AD-00F25540AD19}" srcOrd="15" destOrd="0" presId="urn:microsoft.com/office/officeart/2008/layout/LinedList"/>
    <dgm:cxn modelId="{FA67B3D6-18E9-47B5-BF98-D854FF2BFAD6}" type="presParOf" srcId="{32C0775B-A2C1-40B8-83AD-00F25540AD19}" destId="{F909379F-0035-403C-A6C0-394F7F487A51}" srcOrd="0" destOrd="0" presId="urn:microsoft.com/office/officeart/2008/layout/LinedList"/>
    <dgm:cxn modelId="{98F10E4F-6D59-40A1-8B61-95A577CBF77F}" type="presParOf" srcId="{32C0775B-A2C1-40B8-83AD-00F25540AD19}" destId="{8497BC75-4523-434F-8185-60B081A66845}" srcOrd="1" destOrd="0" presId="urn:microsoft.com/office/officeart/2008/layout/LinedList"/>
    <dgm:cxn modelId="{78102DF7-DD06-47A2-981F-2A889BED7CB2}" type="presParOf" srcId="{76F2000C-9FEB-4F90-BA67-5A09FCC7D2EF}" destId="{6091946E-37D4-4CD4-9EC6-F6B8DC854D69}" srcOrd="16" destOrd="0" presId="urn:microsoft.com/office/officeart/2008/layout/LinedList"/>
    <dgm:cxn modelId="{558FA3AA-796D-4DAE-97FC-BBBBE94279B7}" type="presParOf" srcId="{76F2000C-9FEB-4F90-BA67-5A09FCC7D2EF}" destId="{8F485021-834E-437C-83F1-5A8B648CC33D}" srcOrd="17" destOrd="0" presId="urn:microsoft.com/office/officeart/2008/layout/LinedList"/>
    <dgm:cxn modelId="{A9D24615-3003-4C60-9625-9BD6514BEFFB}" type="presParOf" srcId="{8F485021-834E-437C-83F1-5A8B648CC33D}" destId="{7E4BA47C-2462-434D-9BA4-B0597E79C621}" srcOrd="0" destOrd="0" presId="urn:microsoft.com/office/officeart/2008/layout/LinedList"/>
    <dgm:cxn modelId="{EC23A3B7-64C2-4B44-95F4-211774D87371}" type="presParOf" srcId="{8F485021-834E-437C-83F1-5A8B648CC33D}" destId="{E89CC2F6-E44F-47EA-B8BD-473FF66B964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485ABF-4BB5-438E-B37D-4659F058ADBC}">
      <dsp:nvSpPr>
        <dsp:cNvPr id="0" name=""/>
        <dsp:cNvSpPr/>
      </dsp:nvSpPr>
      <dsp:spPr>
        <a:xfrm>
          <a:off x="376428" y="0"/>
          <a:ext cx="752857" cy="784830"/>
        </a:xfrm>
        <a:prstGeom prst="trapezoid">
          <a:avLst>
            <a:gd name="adj" fmla="val 50000"/>
          </a:avLst>
        </a:prstGeom>
        <a:no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t>AI</a:t>
          </a:r>
          <a:endParaRPr lang="en-US" sz="6300" kern="1200"/>
        </a:p>
      </dsp:txBody>
      <dsp:txXfrm>
        <a:off x="376428" y="0"/>
        <a:ext cx="752857" cy="784830"/>
      </dsp:txXfrm>
    </dsp:sp>
    <dsp:sp modelId="{AF30290B-545D-405C-9DE3-480E49D11C45}">
      <dsp:nvSpPr>
        <dsp:cNvPr id="0" name=""/>
        <dsp:cNvSpPr/>
      </dsp:nvSpPr>
      <dsp:spPr>
        <a:xfrm>
          <a:off x="0" y="784830"/>
          <a:ext cx="1505714" cy="784830"/>
        </a:xfrm>
        <a:prstGeom prst="trapezoid">
          <a:avLst>
            <a:gd name="adj" fmla="val 47963"/>
          </a:avLst>
        </a:prstGeom>
        <a:no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Committees</a:t>
          </a:r>
        </a:p>
      </dsp:txBody>
      <dsp:txXfrm>
        <a:off x="263499" y="784830"/>
        <a:ext cx="978714" cy="7848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485ABF-4BB5-438E-B37D-4659F058ADBC}">
      <dsp:nvSpPr>
        <dsp:cNvPr id="0" name=""/>
        <dsp:cNvSpPr/>
      </dsp:nvSpPr>
      <dsp:spPr>
        <a:xfrm>
          <a:off x="376428" y="0"/>
          <a:ext cx="752857" cy="784830"/>
        </a:xfrm>
        <a:prstGeom prst="trapezoid">
          <a:avLst>
            <a:gd name="adj" fmla="val 50000"/>
          </a:avLst>
        </a:prstGeom>
        <a:noFill/>
        <a:ln w="1905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a:t>AI</a:t>
          </a:r>
          <a:endParaRPr lang="en-US" sz="6300" kern="1200"/>
        </a:p>
      </dsp:txBody>
      <dsp:txXfrm>
        <a:off x="376428" y="0"/>
        <a:ext cx="752857" cy="784830"/>
      </dsp:txXfrm>
    </dsp:sp>
    <dsp:sp modelId="{AF30290B-545D-405C-9DE3-480E49D11C45}">
      <dsp:nvSpPr>
        <dsp:cNvPr id="0" name=""/>
        <dsp:cNvSpPr/>
      </dsp:nvSpPr>
      <dsp:spPr>
        <a:xfrm>
          <a:off x="0" y="784830"/>
          <a:ext cx="1505714" cy="784830"/>
        </a:xfrm>
        <a:prstGeom prst="trapezoid">
          <a:avLst>
            <a:gd name="adj" fmla="val 47963"/>
          </a:avLst>
        </a:prstGeom>
        <a:noFill/>
        <a:ln w="1905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Governance</a:t>
          </a:r>
        </a:p>
        <a:p>
          <a:pPr marL="0" lvl="0" indent="0" algn="ctr" defTabSz="577850">
            <a:lnSpc>
              <a:spcPct val="90000"/>
            </a:lnSpc>
            <a:spcBef>
              <a:spcPct val="0"/>
            </a:spcBef>
            <a:spcAft>
              <a:spcPct val="35000"/>
            </a:spcAft>
            <a:buNone/>
          </a:pPr>
          <a:r>
            <a:rPr lang="en-US" sz="1300" kern="1200"/>
            <a:t>Committees</a:t>
          </a:r>
        </a:p>
      </dsp:txBody>
      <dsp:txXfrm>
        <a:off x="263499" y="784830"/>
        <a:ext cx="978714" cy="7848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CEC57F-9BD3-4067-9387-8F03121CA8E8}">
      <dsp:nvSpPr>
        <dsp:cNvPr id="0" name=""/>
        <dsp:cNvSpPr/>
      </dsp:nvSpPr>
      <dsp:spPr>
        <a:xfrm>
          <a:off x="828914" y="971375"/>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4FB694-DD5D-4659-908D-D4382C118D4E}">
      <dsp:nvSpPr>
        <dsp:cNvPr id="0" name=""/>
        <dsp:cNvSpPr/>
      </dsp:nvSpPr>
      <dsp:spPr>
        <a:xfrm>
          <a:off x="333914" y="2118929"/>
          <a:ext cx="1800000" cy="110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Data Source	</a:t>
          </a:r>
        </a:p>
        <a:p>
          <a:pPr marL="0" lvl="0" indent="0" algn="ctr" defTabSz="488950">
            <a:lnSpc>
              <a:spcPct val="100000"/>
            </a:lnSpc>
            <a:spcBef>
              <a:spcPct val="0"/>
            </a:spcBef>
            <a:spcAft>
              <a:spcPct val="35000"/>
            </a:spcAft>
            <a:buNone/>
          </a:pPr>
          <a:r>
            <a:rPr lang="en-US" sz="1100" kern="1200"/>
            <a:t>Legal drive (Z:\) containing legal research materials, attorney work product, and legal questions from business units</a:t>
          </a:r>
        </a:p>
      </dsp:txBody>
      <dsp:txXfrm>
        <a:off x="333914" y="2118929"/>
        <a:ext cx="1800000" cy="1102500"/>
      </dsp:txXfrm>
    </dsp:sp>
    <dsp:sp modelId="{1F8F9511-B645-4615-B6A0-1ECCB1BF66E6}">
      <dsp:nvSpPr>
        <dsp:cNvPr id="0" name=""/>
        <dsp:cNvSpPr/>
      </dsp:nvSpPr>
      <dsp:spPr>
        <a:xfrm>
          <a:off x="2943914" y="971375"/>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5F7E4E-492B-453E-A8E3-078F09FC51BF}">
      <dsp:nvSpPr>
        <dsp:cNvPr id="0" name=""/>
        <dsp:cNvSpPr/>
      </dsp:nvSpPr>
      <dsp:spPr>
        <a:xfrm>
          <a:off x="2448914" y="2118929"/>
          <a:ext cx="1800000" cy="110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Retrieval Layer	</a:t>
          </a:r>
        </a:p>
        <a:p>
          <a:pPr marL="0" lvl="0" indent="0" algn="ctr" defTabSz="488950">
            <a:lnSpc>
              <a:spcPct val="100000"/>
            </a:lnSpc>
            <a:spcBef>
              <a:spcPct val="0"/>
            </a:spcBef>
            <a:spcAft>
              <a:spcPct val="35000"/>
            </a:spcAft>
            <a:buNone/>
          </a:pPr>
          <a:r>
            <a:rPr lang="en-US" sz="1100" kern="1200"/>
            <a:t>Copilot indexes and retrieves relevant documents from the legal drive based on natural-language queries</a:t>
          </a:r>
        </a:p>
      </dsp:txBody>
      <dsp:txXfrm>
        <a:off x="2448914" y="2118929"/>
        <a:ext cx="1800000" cy="1102500"/>
      </dsp:txXfrm>
    </dsp:sp>
    <dsp:sp modelId="{63E276B5-D31F-4AF7-8425-752648731B1F}">
      <dsp:nvSpPr>
        <dsp:cNvPr id="0" name=""/>
        <dsp:cNvSpPr/>
      </dsp:nvSpPr>
      <dsp:spPr>
        <a:xfrm>
          <a:off x="5058914" y="971375"/>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C2BE13B-1AB0-4821-984A-5D73FE0DFE9B}">
      <dsp:nvSpPr>
        <dsp:cNvPr id="0" name=""/>
        <dsp:cNvSpPr/>
      </dsp:nvSpPr>
      <dsp:spPr>
        <a:xfrm>
          <a:off x="4563914" y="2118929"/>
          <a:ext cx="1800000" cy="110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Generation Layer	</a:t>
          </a:r>
        </a:p>
        <a:p>
          <a:pPr marL="0" lvl="0" indent="0" algn="ctr" defTabSz="488950">
            <a:lnSpc>
              <a:spcPct val="100000"/>
            </a:lnSpc>
            <a:spcBef>
              <a:spcPct val="0"/>
            </a:spcBef>
            <a:spcAft>
              <a:spcPct val="35000"/>
            </a:spcAft>
            <a:buNone/>
          </a:pPr>
          <a:r>
            <a:rPr lang="en-US" sz="1100" kern="1200"/>
            <a:t>Copilot synthesizes retrieved materials into legal research summaries and draft work product</a:t>
          </a:r>
        </a:p>
      </dsp:txBody>
      <dsp:txXfrm>
        <a:off x="4563914" y="2118929"/>
        <a:ext cx="1800000" cy="1102500"/>
      </dsp:txXfrm>
    </dsp:sp>
    <dsp:sp modelId="{CA7B1CED-6987-464C-BE23-FA015E4A153F}">
      <dsp:nvSpPr>
        <dsp:cNvPr id="0" name=""/>
        <dsp:cNvSpPr/>
      </dsp:nvSpPr>
      <dsp:spPr>
        <a:xfrm>
          <a:off x="7173914" y="971375"/>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F942F5-4F31-4F4C-AE89-9F4ACAACA63C}">
      <dsp:nvSpPr>
        <dsp:cNvPr id="0" name=""/>
        <dsp:cNvSpPr/>
      </dsp:nvSpPr>
      <dsp:spPr>
        <a:xfrm>
          <a:off x="6678914" y="2118929"/>
          <a:ext cx="1800000" cy="110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Human Layer	</a:t>
          </a:r>
        </a:p>
        <a:p>
          <a:pPr marL="0" lvl="0" indent="0" algn="ctr" defTabSz="488950">
            <a:lnSpc>
              <a:spcPct val="100000"/>
            </a:lnSpc>
            <a:spcBef>
              <a:spcPct val="0"/>
            </a:spcBef>
            <a:spcAft>
              <a:spcPct val="35000"/>
            </a:spcAft>
            <a:buNone/>
          </a:pPr>
          <a:r>
            <a:rPr lang="en-US" sz="1100" kern="1200"/>
            <a:t>Attorneys review, validate, and approve all outputs before internal or external use</a:t>
          </a:r>
        </a:p>
      </dsp:txBody>
      <dsp:txXfrm>
        <a:off x="6678914" y="2118929"/>
        <a:ext cx="1800000" cy="1102500"/>
      </dsp:txXfrm>
    </dsp:sp>
    <dsp:sp modelId="{E0B1ED7C-13BA-4A91-A177-B87CCA4FBBC9}">
      <dsp:nvSpPr>
        <dsp:cNvPr id="0" name=""/>
        <dsp:cNvSpPr/>
      </dsp:nvSpPr>
      <dsp:spPr>
        <a:xfrm>
          <a:off x="9288914" y="971375"/>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12D206-22B4-4D03-A289-E0F25EC292AB}">
      <dsp:nvSpPr>
        <dsp:cNvPr id="0" name=""/>
        <dsp:cNvSpPr/>
      </dsp:nvSpPr>
      <dsp:spPr>
        <a:xfrm>
          <a:off x="8793914" y="2118929"/>
          <a:ext cx="1800000" cy="1102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Access Layer	</a:t>
          </a:r>
        </a:p>
        <a:p>
          <a:pPr marL="0" lvl="0" indent="0" algn="ctr" defTabSz="488950">
            <a:lnSpc>
              <a:spcPct val="100000"/>
            </a:lnSpc>
            <a:spcBef>
              <a:spcPct val="0"/>
            </a:spcBef>
            <a:spcAft>
              <a:spcPct val="35000"/>
            </a:spcAft>
            <a:buNone/>
          </a:pPr>
          <a:r>
            <a:rPr lang="en-US" sz="1100" kern="1200"/>
            <a:t>Limited to attorneys in the Legal Department; RBAC + FIDO2 MFA enforced</a:t>
          </a:r>
        </a:p>
      </dsp:txBody>
      <dsp:txXfrm>
        <a:off x="8793914" y="2118929"/>
        <a:ext cx="1800000" cy="11025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D4CE61-C89D-4039-8FEA-10A9D0CFBFEC}">
      <dsp:nvSpPr>
        <dsp:cNvPr id="0" name=""/>
        <dsp:cNvSpPr/>
      </dsp:nvSpPr>
      <dsp:spPr>
        <a:xfrm>
          <a:off x="205509" y="828340"/>
          <a:ext cx="911674" cy="91167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60A8B6-68B7-443B-A98D-B29396C17F99}">
      <dsp:nvSpPr>
        <dsp:cNvPr id="0" name=""/>
        <dsp:cNvSpPr/>
      </dsp:nvSpPr>
      <dsp:spPr>
        <a:xfrm>
          <a:off x="396960" y="1019791"/>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8054A5C-1648-4978-A4E2-DA3331B98C40}">
      <dsp:nvSpPr>
        <dsp:cNvPr id="0" name=""/>
        <dsp:cNvSpPr/>
      </dsp:nvSpPr>
      <dsp:spPr>
        <a:xfrm>
          <a:off x="1312541"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Invalid or biased output</a:t>
          </a:r>
          <a:r>
            <a:rPr lang="en-US" sz="1100" kern="1200"/>
            <a:t>	</a:t>
          </a:r>
        </a:p>
        <a:p>
          <a:pPr marL="0" lvl="0" indent="0" algn="l" defTabSz="488950">
            <a:lnSpc>
              <a:spcPct val="100000"/>
            </a:lnSpc>
            <a:spcBef>
              <a:spcPct val="0"/>
            </a:spcBef>
            <a:spcAft>
              <a:spcPct val="35000"/>
            </a:spcAft>
            <a:buNone/>
          </a:pPr>
          <a:r>
            <a:rPr lang="en-US" sz="1100" kern="1200"/>
            <a:t>Response attribution to original source documents; attorney professional judgment</a:t>
          </a:r>
        </a:p>
      </dsp:txBody>
      <dsp:txXfrm>
        <a:off x="1312541" y="828340"/>
        <a:ext cx="2148945" cy="911674"/>
      </dsp:txXfrm>
    </dsp:sp>
    <dsp:sp modelId="{15B5C289-0443-494E-8AFC-20B628E28528}">
      <dsp:nvSpPr>
        <dsp:cNvPr id="0" name=""/>
        <dsp:cNvSpPr/>
      </dsp:nvSpPr>
      <dsp:spPr>
        <a:xfrm>
          <a:off x="3835925" y="828340"/>
          <a:ext cx="911674" cy="91167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B444B4-4FE9-4DAF-84D0-97E7D399E7C9}">
      <dsp:nvSpPr>
        <dsp:cNvPr id="0" name=""/>
        <dsp:cNvSpPr/>
      </dsp:nvSpPr>
      <dsp:spPr>
        <a:xfrm>
          <a:off x="4027376" y="1019791"/>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7B1434A-A749-4D10-8B82-E07953E255B4}">
      <dsp:nvSpPr>
        <dsp:cNvPr id="0" name=""/>
        <dsp:cNvSpPr/>
      </dsp:nvSpPr>
      <dsp:spPr>
        <a:xfrm>
          <a:off x="4942957"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Inappropriate use</a:t>
          </a:r>
          <a:r>
            <a:rPr lang="en-US" sz="1100" kern="1200"/>
            <a:t>	</a:t>
          </a:r>
        </a:p>
        <a:p>
          <a:pPr marL="0" lvl="0" indent="0" algn="l" defTabSz="488950">
            <a:lnSpc>
              <a:spcPct val="100000"/>
            </a:lnSpc>
            <a:spcBef>
              <a:spcPct val="0"/>
            </a:spcBef>
            <a:spcAft>
              <a:spcPct val="35000"/>
            </a:spcAft>
            <a:buNone/>
          </a:pPr>
          <a:r>
            <a:rPr lang="en-US" sz="1100" kern="1200"/>
            <a:t>Access limited to Legal Department; use case restricted to legal research</a:t>
          </a:r>
        </a:p>
      </dsp:txBody>
      <dsp:txXfrm>
        <a:off x="4942957" y="828340"/>
        <a:ext cx="2148945" cy="911674"/>
      </dsp:txXfrm>
    </dsp:sp>
    <dsp:sp modelId="{4DAB8D5B-19C5-43AF-9555-CDECB632B05C}">
      <dsp:nvSpPr>
        <dsp:cNvPr id="0" name=""/>
        <dsp:cNvSpPr/>
      </dsp:nvSpPr>
      <dsp:spPr>
        <a:xfrm>
          <a:off x="7466341" y="828340"/>
          <a:ext cx="911674" cy="91167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A6669F-2D13-4F50-B5E3-EA237637ECE5}">
      <dsp:nvSpPr>
        <dsp:cNvPr id="0" name=""/>
        <dsp:cNvSpPr/>
      </dsp:nvSpPr>
      <dsp:spPr>
        <a:xfrm>
          <a:off x="7657792" y="1019791"/>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453EE4-D5D9-4FAE-8711-379EAE54C94F}">
      <dsp:nvSpPr>
        <dsp:cNvPr id="0" name=""/>
        <dsp:cNvSpPr/>
      </dsp:nvSpPr>
      <dsp:spPr>
        <a:xfrm>
          <a:off x="8573374" y="82834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Privilege/confidentiality exposure</a:t>
          </a:r>
          <a:r>
            <a:rPr lang="en-US" sz="1100" kern="1200"/>
            <a:t>	</a:t>
          </a:r>
        </a:p>
        <a:p>
          <a:pPr marL="0" lvl="0" indent="0" algn="l" defTabSz="488950">
            <a:lnSpc>
              <a:spcPct val="100000"/>
            </a:lnSpc>
            <a:spcBef>
              <a:spcPct val="0"/>
            </a:spcBef>
            <a:spcAft>
              <a:spcPct val="35000"/>
            </a:spcAft>
            <a:buNone/>
          </a:pPr>
          <a:r>
            <a:rPr lang="en-US" sz="1100" kern="1200"/>
            <a:t>Access controls on legal drive; attorney review before external release</a:t>
          </a:r>
        </a:p>
      </dsp:txBody>
      <dsp:txXfrm>
        <a:off x="8573374" y="828340"/>
        <a:ext cx="2148945" cy="911674"/>
      </dsp:txXfrm>
    </dsp:sp>
    <dsp:sp modelId="{2B835E60-7E40-47A1-B2D5-9EF17A057984}">
      <dsp:nvSpPr>
        <dsp:cNvPr id="0" name=""/>
        <dsp:cNvSpPr/>
      </dsp:nvSpPr>
      <dsp:spPr>
        <a:xfrm>
          <a:off x="205509" y="2452790"/>
          <a:ext cx="911674" cy="91167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2D5827-E2E3-4133-8303-284C626D4A95}">
      <dsp:nvSpPr>
        <dsp:cNvPr id="0" name=""/>
        <dsp:cNvSpPr/>
      </dsp:nvSpPr>
      <dsp:spPr>
        <a:xfrm>
          <a:off x="396960" y="2644242"/>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DCD9D6-FA1F-4D0C-8495-29DC1C287BCD}">
      <dsp:nvSpPr>
        <dsp:cNvPr id="0" name=""/>
        <dsp:cNvSpPr/>
      </dsp:nvSpPr>
      <dsp:spPr>
        <a:xfrm>
          <a:off x="1312541"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Prompt injection</a:t>
          </a:r>
          <a:r>
            <a:rPr lang="en-US" sz="1100" kern="1200"/>
            <a:t>	</a:t>
          </a:r>
        </a:p>
        <a:p>
          <a:pPr marL="0" lvl="0" indent="0" algn="l" defTabSz="488950">
            <a:lnSpc>
              <a:spcPct val="100000"/>
            </a:lnSpc>
            <a:spcBef>
              <a:spcPct val="0"/>
            </a:spcBef>
            <a:spcAft>
              <a:spcPct val="35000"/>
            </a:spcAft>
            <a:buNone/>
          </a:pPr>
          <a:r>
            <a:rPr lang="en-US" sz="1100" kern="1200"/>
            <a:t>Microsoft Copilot prompt injection protections (OWASP LLM01)</a:t>
          </a:r>
        </a:p>
      </dsp:txBody>
      <dsp:txXfrm>
        <a:off x="1312541" y="2452790"/>
        <a:ext cx="2148945" cy="911674"/>
      </dsp:txXfrm>
    </dsp:sp>
    <dsp:sp modelId="{C6FB3B23-924B-4E94-942F-732889204A46}">
      <dsp:nvSpPr>
        <dsp:cNvPr id="0" name=""/>
        <dsp:cNvSpPr/>
      </dsp:nvSpPr>
      <dsp:spPr>
        <a:xfrm>
          <a:off x="3835925" y="2452790"/>
          <a:ext cx="911674" cy="91167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608B2A-D980-453E-A657-FE3181F5DED8}">
      <dsp:nvSpPr>
        <dsp:cNvPr id="0" name=""/>
        <dsp:cNvSpPr/>
      </dsp:nvSpPr>
      <dsp:spPr>
        <a:xfrm>
          <a:off x="4027376" y="2644242"/>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8C89FA6-21FD-4983-86B2-0348011FBD3E}">
      <dsp:nvSpPr>
        <dsp:cNvPr id="0" name=""/>
        <dsp:cNvSpPr/>
      </dsp:nvSpPr>
      <dsp:spPr>
        <a:xfrm>
          <a:off x="4942957"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Hallucination	</a:t>
          </a:r>
        </a:p>
        <a:p>
          <a:pPr marL="0" lvl="0" indent="0" algn="l" defTabSz="488950">
            <a:lnSpc>
              <a:spcPct val="100000"/>
            </a:lnSpc>
            <a:spcBef>
              <a:spcPct val="0"/>
            </a:spcBef>
            <a:spcAft>
              <a:spcPct val="35000"/>
            </a:spcAft>
            <a:buNone/>
          </a:pPr>
          <a:r>
            <a:rPr lang="en-US" sz="1100" kern="1200"/>
            <a:t>Response attribution enables attorney verification (Continuous evaluation framework)</a:t>
          </a:r>
        </a:p>
      </dsp:txBody>
      <dsp:txXfrm>
        <a:off x="4942957" y="2452790"/>
        <a:ext cx="2148945" cy="911674"/>
      </dsp:txXfrm>
    </dsp:sp>
    <dsp:sp modelId="{84CC93E6-ABC8-4600-A936-946B17B510FE}">
      <dsp:nvSpPr>
        <dsp:cNvPr id="0" name=""/>
        <dsp:cNvSpPr/>
      </dsp:nvSpPr>
      <dsp:spPr>
        <a:xfrm>
          <a:off x="7466341" y="2452790"/>
          <a:ext cx="911674" cy="91167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9D72CE-7765-4446-AFF3-D7E1AABC1393}">
      <dsp:nvSpPr>
        <dsp:cNvPr id="0" name=""/>
        <dsp:cNvSpPr/>
      </dsp:nvSpPr>
      <dsp:spPr>
        <a:xfrm>
          <a:off x="7657792" y="2644242"/>
          <a:ext cx="528770" cy="5287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689252-A688-4476-8D1A-AA52278B4A28}">
      <dsp:nvSpPr>
        <dsp:cNvPr id="0" name=""/>
        <dsp:cNvSpPr/>
      </dsp:nvSpPr>
      <dsp:spPr>
        <a:xfrm>
          <a:off x="8573374" y="2452790"/>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a:t>Model drift	</a:t>
          </a:r>
        </a:p>
        <a:p>
          <a:pPr marL="0" lvl="0" indent="0" algn="l" defTabSz="488950">
            <a:lnSpc>
              <a:spcPct val="100000"/>
            </a:lnSpc>
            <a:spcBef>
              <a:spcPct val="0"/>
            </a:spcBef>
            <a:spcAft>
              <a:spcPct val="35000"/>
            </a:spcAft>
            <a:buNone/>
          </a:pPr>
          <a:r>
            <a:rPr lang="en-US" sz="1100" kern="1200"/>
            <a:t>Attorney feedback and response quality monitoring</a:t>
          </a:r>
        </a:p>
      </dsp:txBody>
      <dsp:txXfrm>
        <a:off x="8573374" y="2452790"/>
        <a:ext cx="2148945" cy="9116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668CFA-E055-424B-8489-05835EAD1405}">
      <dsp:nvSpPr>
        <dsp:cNvPr id="0" name=""/>
        <dsp:cNvSpPr/>
      </dsp:nvSpPr>
      <dsp:spPr>
        <a:xfrm>
          <a:off x="334990" y="1144175"/>
          <a:ext cx="1041169" cy="104116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61AD70-B455-48A7-9546-56C1DDD11195}">
      <dsp:nvSpPr>
        <dsp:cNvPr id="0" name=""/>
        <dsp:cNvSpPr/>
      </dsp:nvSpPr>
      <dsp:spPr>
        <a:xfrm>
          <a:off x="556879" y="1366064"/>
          <a:ext cx="597392" cy="59739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251FB3-B442-4D70-8142-06F1AC046908}">
      <dsp:nvSpPr>
        <dsp:cNvPr id="0" name=""/>
        <dsp:cNvSpPr/>
      </dsp:nvSpPr>
      <dsp:spPr>
        <a:xfrm>
          <a:off x="2157" y="2509644"/>
          <a:ext cx="1706835" cy="1146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Attorney Review	</a:t>
          </a:r>
        </a:p>
        <a:p>
          <a:pPr marL="0" lvl="0" indent="0" algn="ctr" defTabSz="488950">
            <a:lnSpc>
              <a:spcPct val="90000"/>
            </a:lnSpc>
            <a:spcBef>
              <a:spcPct val="0"/>
            </a:spcBef>
            <a:spcAft>
              <a:spcPct val="35000"/>
            </a:spcAft>
            <a:buNone/>
            <a:defRPr cap="all"/>
          </a:pPr>
          <a:endParaRPr lang="en-US" sz="1100" kern="1200"/>
        </a:p>
        <a:p>
          <a:pPr marL="0" lvl="0" indent="0" algn="ctr" defTabSz="488950">
            <a:lnSpc>
              <a:spcPct val="90000"/>
            </a:lnSpc>
            <a:spcBef>
              <a:spcPct val="0"/>
            </a:spcBef>
            <a:spcAft>
              <a:spcPct val="35000"/>
            </a:spcAft>
            <a:buNone/>
            <a:defRPr cap="all"/>
          </a:pPr>
          <a:r>
            <a:rPr lang="en-US" sz="1100" kern="1200"/>
            <a:t>All outputs reviewed using professional judgment</a:t>
          </a:r>
        </a:p>
      </dsp:txBody>
      <dsp:txXfrm>
        <a:off x="2157" y="2509644"/>
        <a:ext cx="1706835" cy="1146780"/>
      </dsp:txXfrm>
    </dsp:sp>
    <dsp:sp modelId="{9D035CB8-1FA5-461F-9A7E-6C6C57FB9BD7}">
      <dsp:nvSpPr>
        <dsp:cNvPr id="0" name=""/>
        <dsp:cNvSpPr/>
      </dsp:nvSpPr>
      <dsp:spPr>
        <a:xfrm>
          <a:off x="2340522" y="1144175"/>
          <a:ext cx="1041169" cy="104116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A5E6CB-724B-4184-8293-6A9D087B06C1}">
      <dsp:nvSpPr>
        <dsp:cNvPr id="0" name=""/>
        <dsp:cNvSpPr/>
      </dsp:nvSpPr>
      <dsp:spPr>
        <a:xfrm>
          <a:off x="2562411" y="1366064"/>
          <a:ext cx="597392" cy="59739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6956259-8C14-4969-BB36-C56B58253F3F}">
      <dsp:nvSpPr>
        <dsp:cNvPr id="0" name=""/>
        <dsp:cNvSpPr/>
      </dsp:nvSpPr>
      <dsp:spPr>
        <a:xfrm>
          <a:off x="2007689" y="2509644"/>
          <a:ext cx="1706835" cy="1146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External Release Approval	</a:t>
          </a:r>
        </a:p>
        <a:p>
          <a:pPr marL="0" lvl="0" indent="0" algn="ctr" defTabSz="488950">
            <a:lnSpc>
              <a:spcPct val="90000"/>
            </a:lnSpc>
            <a:spcBef>
              <a:spcPct val="0"/>
            </a:spcBef>
            <a:spcAft>
              <a:spcPct val="35000"/>
            </a:spcAft>
            <a:buNone/>
            <a:defRPr cap="all"/>
          </a:pPr>
          <a:endParaRPr lang="en-US" sz="1100" kern="1200"/>
        </a:p>
        <a:p>
          <a:pPr marL="0" lvl="0" indent="0" algn="ctr" defTabSz="488950">
            <a:lnSpc>
              <a:spcPct val="90000"/>
            </a:lnSpc>
            <a:spcBef>
              <a:spcPct val="0"/>
            </a:spcBef>
            <a:spcAft>
              <a:spcPct val="35000"/>
            </a:spcAft>
            <a:buNone/>
            <a:defRPr cap="all"/>
          </a:pPr>
          <a:r>
            <a:rPr lang="en-US" sz="1100" kern="1200"/>
            <a:t>Chief Legal Officer approves external release of AI-generated work product</a:t>
          </a:r>
        </a:p>
      </dsp:txBody>
      <dsp:txXfrm>
        <a:off x="2007689" y="2509644"/>
        <a:ext cx="1706835" cy="1146780"/>
      </dsp:txXfrm>
    </dsp:sp>
    <dsp:sp modelId="{2758A98E-84E5-4D8D-BFD4-D16BFF33D08B}">
      <dsp:nvSpPr>
        <dsp:cNvPr id="0" name=""/>
        <dsp:cNvSpPr/>
      </dsp:nvSpPr>
      <dsp:spPr>
        <a:xfrm>
          <a:off x="4346055" y="1144175"/>
          <a:ext cx="1041169" cy="104116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4BDA9F-F3DA-4EB2-8FC7-3AAA74097B94}">
      <dsp:nvSpPr>
        <dsp:cNvPr id="0" name=""/>
        <dsp:cNvSpPr/>
      </dsp:nvSpPr>
      <dsp:spPr>
        <a:xfrm>
          <a:off x="4567943" y="1366064"/>
          <a:ext cx="597392" cy="59739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32CEC9-3F39-4E97-8536-7936EE8B7814}">
      <dsp:nvSpPr>
        <dsp:cNvPr id="0" name=""/>
        <dsp:cNvSpPr/>
      </dsp:nvSpPr>
      <dsp:spPr>
        <a:xfrm>
          <a:off x="4013222" y="2509644"/>
          <a:ext cx="1706835" cy="1146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Override Capability	</a:t>
          </a:r>
        </a:p>
        <a:p>
          <a:pPr marL="0" lvl="0" indent="0" algn="ctr" defTabSz="488950">
            <a:lnSpc>
              <a:spcPct val="90000"/>
            </a:lnSpc>
            <a:spcBef>
              <a:spcPct val="0"/>
            </a:spcBef>
            <a:spcAft>
              <a:spcPct val="35000"/>
            </a:spcAft>
            <a:buNone/>
            <a:defRPr cap="all"/>
          </a:pPr>
          <a:endParaRPr lang="en-US" sz="1100" kern="1200"/>
        </a:p>
        <a:p>
          <a:pPr marL="0" lvl="0" indent="0" algn="ctr" defTabSz="488950">
            <a:lnSpc>
              <a:spcPct val="90000"/>
            </a:lnSpc>
            <a:spcBef>
              <a:spcPct val="0"/>
            </a:spcBef>
            <a:spcAft>
              <a:spcPct val="35000"/>
            </a:spcAft>
            <a:buNone/>
            <a:defRPr cap="all"/>
          </a:pPr>
          <a:r>
            <a:rPr lang="en-US" sz="1100" kern="1200"/>
            <a:t>Attorneys can reject, edit, or override any Copilot output</a:t>
          </a:r>
        </a:p>
      </dsp:txBody>
      <dsp:txXfrm>
        <a:off x="4013222" y="2509644"/>
        <a:ext cx="1706835" cy="1146780"/>
      </dsp:txXfrm>
    </dsp:sp>
    <dsp:sp modelId="{A448D6AD-AA37-4E1C-9161-4E04ACADDEF4}">
      <dsp:nvSpPr>
        <dsp:cNvPr id="0" name=""/>
        <dsp:cNvSpPr/>
      </dsp:nvSpPr>
      <dsp:spPr>
        <a:xfrm>
          <a:off x="6351587" y="1144175"/>
          <a:ext cx="1041169" cy="104116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FEC97C-E1FB-4A57-B520-E7A80515B52E}">
      <dsp:nvSpPr>
        <dsp:cNvPr id="0" name=""/>
        <dsp:cNvSpPr/>
      </dsp:nvSpPr>
      <dsp:spPr>
        <a:xfrm>
          <a:off x="6573475" y="1366064"/>
          <a:ext cx="597392" cy="59739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04D7C5-7A2A-4D37-A41A-7AB3DE0FEA9F}">
      <dsp:nvSpPr>
        <dsp:cNvPr id="0" name=""/>
        <dsp:cNvSpPr/>
      </dsp:nvSpPr>
      <dsp:spPr>
        <a:xfrm>
          <a:off x="6018754" y="2509644"/>
          <a:ext cx="1706835" cy="1146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Deactivation	Procedures </a:t>
          </a:r>
        </a:p>
        <a:p>
          <a:pPr marL="0" lvl="0" indent="0" algn="ctr" defTabSz="488950">
            <a:lnSpc>
              <a:spcPct val="90000"/>
            </a:lnSpc>
            <a:spcBef>
              <a:spcPct val="0"/>
            </a:spcBef>
            <a:spcAft>
              <a:spcPct val="35000"/>
            </a:spcAft>
            <a:buNone/>
            <a:defRPr cap="all"/>
          </a:pPr>
          <a:endParaRPr lang="en-US" sz="1100" kern="1200"/>
        </a:p>
        <a:p>
          <a:pPr marL="0" lvl="0" indent="0" algn="ctr" defTabSz="488950">
            <a:lnSpc>
              <a:spcPct val="90000"/>
            </a:lnSpc>
            <a:spcBef>
              <a:spcPct val="0"/>
            </a:spcBef>
            <a:spcAft>
              <a:spcPct val="35000"/>
            </a:spcAft>
            <a:buNone/>
            <a:defRPr cap="all"/>
          </a:pPr>
          <a:r>
            <a:rPr lang="en-US" sz="1100" kern="1200"/>
            <a:t>exist to disengage Copilot if performance is inconsistent</a:t>
          </a:r>
        </a:p>
      </dsp:txBody>
      <dsp:txXfrm>
        <a:off x="6018754" y="2509644"/>
        <a:ext cx="1706835" cy="1146780"/>
      </dsp:txXfrm>
    </dsp:sp>
    <dsp:sp modelId="{13A547CF-54C7-43B1-828A-F145BE7A511C}">
      <dsp:nvSpPr>
        <dsp:cNvPr id="0" name=""/>
        <dsp:cNvSpPr/>
      </dsp:nvSpPr>
      <dsp:spPr>
        <a:xfrm>
          <a:off x="8357119" y="1144175"/>
          <a:ext cx="1041169" cy="1041169"/>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E097A4-4FBD-450A-B198-3C31F98B4DD6}">
      <dsp:nvSpPr>
        <dsp:cNvPr id="0" name=""/>
        <dsp:cNvSpPr/>
      </dsp:nvSpPr>
      <dsp:spPr>
        <a:xfrm>
          <a:off x="8579008" y="1366064"/>
          <a:ext cx="597392" cy="59739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1B6E622-6179-4C26-B11F-A7E874B2B41C}">
      <dsp:nvSpPr>
        <dsp:cNvPr id="0" name=""/>
        <dsp:cNvSpPr/>
      </dsp:nvSpPr>
      <dsp:spPr>
        <a:xfrm>
          <a:off x="8024286" y="2509644"/>
          <a:ext cx="1706835" cy="1146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Monitoring	</a:t>
          </a:r>
        </a:p>
        <a:p>
          <a:pPr marL="0" lvl="0" indent="0" algn="ctr" defTabSz="488950">
            <a:lnSpc>
              <a:spcPct val="90000"/>
            </a:lnSpc>
            <a:spcBef>
              <a:spcPct val="0"/>
            </a:spcBef>
            <a:spcAft>
              <a:spcPct val="35000"/>
            </a:spcAft>
            <a:buNone/>
            <a:defRPr cap="all"/>
          </a:pPr>
          <a:endParaRPr lang="en-US" sz="1100" kern="1200"/>
        </a:p>
        <a:p>
          <a:pPr marL="0" lvl="0" indent="0" algn="ctr" defTabSz="488950">
            <a:lnSpc>
              <a:spcPct val="90000"/>
            </a:lnSpc>
            <a:spcBef>
              <a:spcPct val="0"/>
            </a:spcBef>
            <a:spcAft>
              <a:spcPct val="35000"/>
            </a:spcAft>
            <a:buNone/>
            <a:defRPr cap="all"/>
          </a:pPr>
          <a:r>
            <a:rPr lang="en-US" sz="1100" kern="1200"/>
            <a:t>Monthly review of AI outputs and attorney feedback</a:t>
          </a:r>
        </a:p>
      </dsp:txBody>
      <dsp:txXfrm>
        <a:off x="8024286" y="2509644"/>
        <a:ext cx="1706835" cy="11467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B95517-9CAA-45A0-AD2A-B38281422CCB}">
      <dsp:nvSpPr>
        <dsp:cNvPr id="0" name=""/>
        <dsp:cNvSpPr/>
      </dsp:nvSpPr>
      <dsp:spPr>
        <a:xfrm>
          <a:off x="752566" y="760871"/>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287CF7-2806-4797-A573-939745DDD0D3}">
      <dsp:nvSpPr>
        <dsp:cNvPr id="0" name=""/>
        <dsp:cNvSpPr/>
      </dsp:nvSpPr>
      <dsp:spPr>
        <a:xfrm>
          <a:off x="100682" y="2228798"/>
          <a:ext cx="2370489" cy="1203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kern="1200"/>
            <a:t>GOVERN	</a:t>
          </a:r>
        </a:p>
        <a:p>
          <a:pPr marL="0" lvl="0" indent="0" algn="ctr" defTabSz="488950">
            <a:lnSpc>
              <a:spcPct val="100000"/>
            </a:lnSpc>
            <a:spcBef>
              <a:spcPct val="0"/>
            </a:spcBef>
            <a:spcAft>
              <a:spcPct val="35000"/>
            </a:spcAft>
            <a:buNone/>
          </a:pPr>
          <a:r>
            <a:rPr lang="en-IN" sz="1100" kern="1200"/>
            <a:t>AI inventory registers </a:t>
          </a:r>
          <a:r>
            <a:rPr lang="en-IN" sz="1100" kern="1200" err="1"/>
            <a:t>BeccaBot</a:t>
          </a:r>
          <a:r>
            <a:rPr lang="en-IN" sz="1100" kern="1200"/>
            <a:t>; </a:t>
          </a:r>
        </a:p>
        <a:p>
          <a:pPr marL="0" lvl="0" indent="0" algn="ctr" defTabSz="488950">
            <a:lnSpc>
              <a:spcPct val="100000"/>
            </a:lnSpc>
            <a:spcBef>
              <a:spcPct val="0"/>
            </a:spcBef>
            <a:spcAft>
              <a:spcPct val="35000"/>
            </a:spcAft>
            <a:buNone/>
          </a:pPr>
          <a:r>
            <a:rPr lang="en-IN" sz="1100" kern="1200"/>
            <a:t>risk tier assigned; vendor policies verified; training completed</a:t>
          </a:r>
          <a:endParaRPr lang="en-US" sz="1100" kern="1200"/>
        </a:p>
      </dsp:txBody>
      <dsp:txXfrm>
        <a:off x="100682" y="2228798"/>
        <a:ext cx="2370489" cy="1203134"/>
      </dsp:txXfrm>
    </dsp:sp>
    <dsp:sp modelId="{022AC474-438A-40B5-99CB-6EE41E07318B}">
      <dsp:nvSpPr>
        <dsp:cNvPr id="0" name=""/>
        <dsp:cNvSpPr/>
      </dsp:nvSpPr>
      <dsp:spPr>
        <a:xfrm>
          <a:off x="3537891" y="760871"/>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838E3D2-99CC-4A71-A628-24AD7F2F1649}">
      <dsp:nvSpPr>
        <dsp:cNvPr id="0" name=""/>
        <dsp:cNvSpPr/>
      </dsp:nvSpPr>
      <dsp:spPr>
        <a:xfrm>
          <a:off x="2886007" y="2228798"/>
          <a:ext cx="2370489" cy="1203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kern="1200"/>
            <a:t>MAP	</a:t>
          </a:r>
        </a:p>
        <a:p>
          <a:pPr marL="0" lvl="0" indent="0" algn="ctr" defTabSz="488950">
            <a:lnSpc>
              <a:spcPct val="100000"/>
            </a:lnSpc>
            <a:spcBef>
              <a:spcPct val="0"/>
            </a:spcBef>
            <a:spcAft>
              <a:spcPct val="35000"/>
            </a:spcAft>
            <a:buNone/>
          </a:pPr>
          <a:r>
            <a:rPr lang="en-IN" sz="1100" kern="1200"/>
            <a:t>Deployment context documented (legal drive, MPSA, internal use); </a:t>
          </a:r>
        </a:p>
        <a:p>
          <a:pPr marL="0" lvl="0" indent="0" algn="ctr" defTabSz="488950">
            <a:lnSpc>
              <a:spcPct val="100000"/>
            </a:lnSpc>
            <a:spcBef>
              <a:spcPct val="0"/>
            </a:spcBef>
            <a:spcAft>
              <a:spcPct val="35000"/>
            </a:spcAft>
            <a:buNone/>
          </a:pPr>
          <a:r>
            <a:rPr lang="en-IN" sz="1100" kern="1200"/>
            <a:t>impact characterized (indirect, low magnitude)</a:t>
          </a:r>
          <a:endParaRPr lang="en-US" sz="1100" kern="1200"/>
        </a:p>
      </dsp:txBody>
      <dsp:txXfrm>
        <a:off x="2886007" y="2228798"/>
        <a:ext cx="2370489" cy="1203134"/>
      </dsp:txXfrm>
    </dsp:sp>
    <dsp:sp modelId="{696B1DB9-3FD8-4690-A18B-7BEEF5EF2714}">
      <dsp:nvSpPr>
        <dsp:cNvPr id="0" name=""/>
        <dsp:cNvSpPr/>
      </dsp:nvSpPr>
      <dsp:spPr>
        <a:xfrm>
          <a:off x="6323216" y="760871"/>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3AB82C8-EFC4-45F3-A482-029E97511547}">
      <dsp:nvSpPr>
        <dsp:cNvPr id="0" name=""/>
        <dsp:cNvSpPr/>
      </dsp:nvSpPr>
      <dsp:spPr>
        <a:xfrm>
          <a:off x="5671332" y="2228798"/>
          <a:ext cx="2370489" cy="1203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kern="1200"/>
            <a:t>MEASURE	</a:t>
          </a:r>
        </a:p>
        <a:p>
          <a:pPr marL="0" lvl="0" indent="0" algn="ctr" defTabSz="488950">
            <a:lnSpc>
              <a:spcPct val="100000"/>
            </a:lnSpc>
            <a:spcBef>
              <a:spcPct val="0"/>
            </a:spcBef>
            <a:spcAft>
              <a:spcPct val="35000"/>
            </a:spcAft>
            <a:buNone/>
          </a:pPr>
          <a:r>
            <a:rPr lang="en-IN" sz="1100" kern="1200"/>
            <a:t>Performance metrics defined (time saved, response time, cost reduction); </a:t>
          </a:r>
        </a:p>
        <a:p>
          <a:pPr marL="0" lvl="0" indent="0" algn="ctr" defTabSz="488950">
            <a:lnSpc>
              <a:spcPct val="100000"/>
            </a:lnSpc>
            <a:spcBef>
              <a:spcPct val="0"/>
            </a:spcBef>
            <a:spcAft>
              <a:spcPct val="35000"/>
            </a:spcAft>
            <a:buNone/>
          </a:pPr>
          <a:r>
            <a:rPr lang="en-IN" sz="1100" kern="1200"/>
            <a:t>security controls verified (SOC 2, HITRUST, ISO 27001); </a:t>
          </a:r>
        </a:p>
        <a:p>
          <a:pPr marL="0" lvl="0" indent="0" algn="ctr" defTabSz="488950">
            <a:lnSpc>
              <a:spcPct val="100000"/>
            </a:lnSpc>
            <a:spcBef>
              <a:spcPct val="0"/>
            </a:spcBef>
            <a:spcAft>
              <a:spcPct val="35000"/>
            </a:spcAft>
            <a:buNone/>
          </a:pPr>
          <a:r>
            <a:rPr lang="en-IN" sz="1100" kern="1200"/>
            <a:t>privacy evaluated (no PHI)</a:t>
          </a:r>
          <a:endParaRPr lang="en-US" sz="1100" kern="1200"/>
        </a:p>
      </dsp:txBody>
      <dsp:txXfrm>
        <a:off x="5671332" y="2228798"/>
        <a:ext cx="2370489" cy="1203134"/>
      </dsp:txXfrm>
    </dsp:sp>
    <dsp:sp modelId="{274D0E1E-2B9D-4DD2-A483-2515EDD459F9}">
      <dsp:nvSpPr>
        <dsp:cNvPr id="0" name=""/>
        <dsp:cNvSpPr/>
      </dsp:nvSpPr>
      <dsp:spPr>
        <a:xfrm>
          <a:off x="9108541" y="760871"/>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98576EF-AFAA-4FD1-936F-784237C1DAE6}">
      <dsp:nvSpPr>
        <dsp:cNvPr id="0" name=""/>
        <dsp:cNvSpPr/>
      </dsp:nvSpPr>
      <dsp:spPr>
        <a:xfrm>
          <a:off x="8456657" y="2228798"/>
          <a:ext cx="2370489" cy="1203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IN" sz="1100" kern="1200"/>
            <a:t>MANAGE	</a:t>
          </a:r>
        </a:p>
        <a:p>
          <a:pPr marL="0" lvl="0" indent="0" algn="ctr" defTabSz="488950">
            <a:lnSpc>
              <a:spcPct val="100000"/>
            </a:lnSpc>
            <a:spcBef>
              <a:spcPct val="0"/>
            </a:spcBef>
            <a:spcAft>
              <a:spcPct val="35000"/>
            </a:spcAft>
            <a:buNone/>
          </a:pPr>
          <a:r>
            <a:rPr lang="en-IN" sz="1100" kern="1200"/>
            <a:t>Risk mitigation plan active (attorney review, access controls, deactivation procedures); </a:t>
          </a:r>
        </a:p>
        <a:p>
          <a:pPr marL="0" lvl="0" indent="0" algn="ctr" defTabSz="488950">
            <a:lnSpc>
              <a:spcPct val="100000"/>
            </a:lnSpc>
            <a:spcBef>
              <a:spcPct val="0"/>
            </a:spcBef>
            <a:spcAft>
              <a:spcPct val="35000"/>
            </a:spcAft>
            <a:buNone/>
          </a:pPr>
          <a:r>
            <a:rPr lang="en-IN" sz="1100" kern="1200"/>
            <a:t>third-party risk managed (Microsoft MPSA, BAA, DPA)</a:t>
          </a:r>
          <a:endParaRPr lang="en-US" sz="1100" kern="1200"/>
        </a:p>
      </dsp:txBody>
      <dsp:txXfrm>
        <a:off x="8456657" y="2228798"/>
        <a:ext cx="2370489" cy="12031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53F263-ECDA-47DB-BC01-F99C4FE637BB}">
      <dsp:nvSpPr>
        <dsp:cNvPr id="0" name=""/>
        <dsp:cNvSpPr/>
      </dsp:nvSpPr>
      <dsp:spPr>
        <a:xfrm>
          <a:off x="0" y="560"/>
          <a:ext cx="99822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52362053-402F-441C-87B1-BC67E2AFFE88}">
      <dsp:nvSpPr>
        <dsp:cNvPr id="0" name=""/>
        <dsp:cNvSpPr/>
      </dsp:nvSpPr>
      <dsp:spPr>
        <a:xfrm>
          <a:off x="0" y="560"/>
          <a:ext cx="9982200" cy="510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kern="1200"/>
            <a:t>Vendor	Microsoft</a:t>
          </a:r>
          <a:endParaRPr lang="en-US" sz="1200" kern="1200"/>
        </a:p>
      </dsp:txBody>
      <dsp:txXfrm>
        <a:off x="0" y="560"/>
        <a:ext cx="9982200" cy="510393"/>
      </dsp:txXfrm>
    </dsp:sp>
    <dsp:sp modelId="{3A02BD71-E892-4599-A8A4-6A8416E8F73F}">
      <dsp:nvSpPr>
        <dsp:cNvPr id="0" name=""/>
        <dsp:cNvSpPr/>
      </dsp:nvSpPr>
      <dsp:spPr>
        <a:xfrm>
          <a:off x="0" y="510954"/>
          <a:ext cx="99822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6F357F8C-CBB5-46EE-8647-132F9198BBD2}">
      <dsp:nvSpPr>
        <dsp:cNvPr id="0" name=""/>
        <dsp:cNvSpPr/>
      </dsp:nvSpPr>
      <dsp:spPr>
        <a:xfrm>
          <a:off x="0" y="510954"/>
          <a:ext cx="9982200" cy="510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b="1" kern="1200"/>
            <a:t>Contract	</a:t>
          </a:r>
        </a:p>
        <a:p>
          <a:pPr marL="0" lvl="0" indent="0" algn="l" defTabSz="533400">
            <a:lnSpc>
              <a:spcPct val="90000"/>
            </a:lnSpc>
            <a:spcBef>
              <a:spcPct val="0"/>
            </a:spcBef>
            <a:spcAft>
              <a:spcPct val="35000"/>
            </a:spcAft>
            <a:buNone/>
          </a:pPr>
          <a:r>
            <a:rPr lang="en-IN" sz="1200" kern="1200"/>
            <a:t>Microsoft Product and Services Agreement (MPSA); SHI Cloud Solution Provider</a:t>
          </a:r>
          <a:endParaRPr lang="en-US" sz="1200" kern="1200"/>
        </a:p>
      </dsp:txBody>
      <dsp:txXfrm>
        <a:off x="0" y="510954"/>
        <a:ext cx="9982200" cy="510393"/>
      </dsp:txXfrm>
    </dsp:sp>
    <dsp:sp modelId="{2DFF2203-11D9-46AE-BB83-8B30AFFC0B48}">
      <dsp:nvSpPr>
        <dsp:cNvPr id="0" name=""/>
        <dsp:cNvSpPr/>
      </dsp:nvSpPr>
      <dsp:spPr>
        <a:xfrm>
          <a:off x="0" y="1021347"/>
          <a:ext cx="99822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8FD23620-5B56-42B7-B828-4550ECFC5D6D}">
      <dsp:nvSpPr>
        <dsp:cNvPr id="0" name=""/>
        <dsp:cNvSpPr/>
      </dsp:nvSpPr>
      <dsp:spPr>
        <a:xfrm>
          <a:off x="0" y="1021347"/>
          <a:ext cx="9982200" cy="510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b="1" kern="1200"/>
            <a:t>HIPAA BAA</a:t>
          </a:r>
          <a:r>
            <a:rPr lang="en-IN" sz="1200" kern="1200"/>
            <a:t>	</a:t>
          </a:r>
        </a:p>
        <a:p>
          <a:pPr marL="0" lvl="0" indent="0" algn="l" defTabSz="533400">
            <a:lnSpc>
              <a:spcPct val="90000"/>
            </a:lnSpc>
            <a:spcBef>
              <a:spcPct val="0"/>
            </a:spcBef>
            <a:spcAft>
              <a:spcPct val="35000"/>
            </a:spcAft>
            <a:buNone/>
          </a:pPr>
          <a:r>
            <a:rPr lang="en-IN" sz="1200" kern="1200"/>
            <a:t>Yes</a:t>
          </a:r>
          <a:endParaRPr lang="en-US" sz="1200" kern="1200"/>
        </a:p>
      </dsp:txBody>
      <dsp:txXfrm>
        <a:off x="0" y="1021347"/>
        <a:ext cx="9982200" cy="510393"/>
      </dsp:txXfrm>
    </dsp:sp>
    <dsp:sp modelId="{5CD1AC3F-C304-4865-AEDE-4DF50E8D5A6A}">
      <dsp:nvSpPr>
        <dsp:cNvPr id="0" name=""/>
        <dsp:cNvSpPr/>
      </dsp:nvSpPr>
      <dsp:spPr>
        <a:xfrm>
          <a:off x="0" y="1531740"/>
          <a:ext cx="99822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B008FFB1-2ED5-4343-8D0D-51327FD84F95}">
      <dsp:nvSpPr>
        <dsp:cNvPr id="0" name=""/>
        <dsp:cNvSpPr/>
      </dsp:nvSpPr>
      <dsp:spPr>
        <a:xfrm>
          <a:off x="0" y="1531740"/>
          <a:ext cx="9982200" cy="510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b="1" kern="1200"/>
            <a:t>DPA</a:t>
          </a:r>
          <a:r>
            <a:rPr lang="en-IN" sz="1200" kern="1200"/>
            <a:t>	</a:t>
          </a:r>
        </a:p>
        <a:p>
          <a:pPr marL="0" lvl="0" indent="0" algn="l" defTabSz="533400">
            <a:lnSpc>
              <a:spcPct val="90000"/>
            </a:lnSpc>
            <a:spcBef>
              <a:spcPct val="0"/>
            </a:spcBef>
            <a:spcAft>
              <a:spcPct val="35000"/>
            </a:spcAft>
            <a:buNone/>
          </a:pPr>
          <a:r>
            <a:rPr lang="en-IN" sz="1200" kern="1200"/>
            <a:t>Yes</a:t>
          </a:r>
          <a:endParaRPr lang="en-US" sz="1200" kern="1200"/>
        </a:p>
      </dsp:txBody>
      <dsp:txXfrm>
        <a:off x="0" y="1531740"/>
        <a:ext cx="9982200" cy="510393"/>
      </dsp:txXfrm>
    </dsp:sp>
    <dsp:sp modelId="{0577C12A-80EA-4536-8537-E757779BB291}">
      <dsp:nvSpPr>
        <dsp:cNvPr id="0" name=""/>
        <dsp:cNvSpPr/>
      </dsp:nvSpPr>
      <dsp:spPr>
        <a:xfrm>
          <a:off x="0" y="2042133"/>
          <a:ext cx="99822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100569CD-07EF-43A2-9E19-CB06CAACC77D}">
      <dsp:nvSpPr>
        <dsp:cNvPr id="0" name=""/>
        <dsp:cNvSpPr/>
      </dsp:nvSpPr>
      <dsp:spPr>
        <a:xfrm>
          <a:off x="0" y="2042133"/>
          <a:ext cx="9982200" cy="510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b="1" kern="1200"/>
            <a:t>Certifications	</a:t>
          </a:r>
        </a:p>
        <a:p>
          <a:pPr marL="0" lvl="0" indent="0" algn="l" defTabSz="533400">
            <a:lnSpc>
              <a:spcPct val="90000"/>
            </a:lnSpc>
            <a:spcBef>
              <a:spcPct val="0"/>
            </a:spcBef>
            <a:spcAft>
              <a:spcPct val="35000"/>
            </a:spcAft>
            <a:buNone/>
          </a:pPr>
          <a:r>
            <a:rPr lang="en-IN" sz="1200" kern="1200"/>
            <a:t>SOC 2 Type II, HITRUST, ISO 27001</a:t>
          </a:r>
          <a:endParaRPr lang="en-US" sz="1200" kern="1200"/>
        </a:p>
      </dsp:txBody>
      <dsp:txXfrm>
        <a:off x="0" y="2042133"/>
        <a:ext cx="9982200" cy="510393"/>
      </dsp:txXfrm>
    </dsp:sp>
    <dsp:sp modelId="{3A1C6D8D-A88D-40F4-81D1-3859FABFE637}">
      <dsp:nvSpPr>
        <dsp:cNvPr id="0" name=""/>
        <dsp:cNvSpPr/>
      </dsp:nvSpPr>
      <dsp:spPr>
        <a:xfrm>
          <a:off x="0" y="2552527"/>
          <a:ext cx="99822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012B5B1A-D915-4110-8851-CB1114CE97E4}">
      <dsp:nvSpPr>
        <dsp:cNvPr id="0" name=""/>
        <dsp:cNvSpPr/>
      </dsp:nvSpPr>
      <dsp:spPr>
        <a:xfrm>
          <a:off x="0" y="2552527"/>
          <a:ext cx="9982200" cy="510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b="1" kern="1200"/>
            <a:t>Data Use Restriction</a:t>
          </a:r>
          <a:r>
            <a:rPr lang="en-IN" sz="1200" kern="1200"/>
            <a:t>	</a:t>
          </a:r>
        </a:p>
        <a:p>
          <a:pPr marL="0" lvl="0" indent="0" algn="l" defTabSz="533400">
            <a:lnSpc>
              <a:spcPct val="90000"/>
            </a:lnSpc>
            <a:spcBef>
              <a:spcPct val="0"/>
            </a:spcBef>
            <a:spcAft>
              <a:spcPct val="35000"/>
            </a:spcAft>
            <a:buNone/>
          </a:pPr>
          <a:r>
            <a:rPr lang="en-IN" sz="1200" kern="1200"/>
            <a:t>Customer data not used to train foundation models</a:t>
          </a:r>
          <a:endParaRPr lang="en-US" sz="1200" kern="1200"/>
        </a:p>
      </dsp:txBody>
      <dsp:txXfrm>
        <a:off x="0" y="2552527"/>
        <a:ext cx="9982200" cy="510393"/>
      </dsp:txXfrm>
    </dsp:sp>
    <dsp:sp modelId="{A59C8305-8FA6-4353-8DA7-09033D7E5545}">
      <dsp:nvSpPr>
        <dsp:cNvPr id="0" name=""/>
        <dsp:cNvSpPr/>
      </dsp:nvSpPr>
      <dsp:spPr>
        <a:xfrm>
          <a:off x="0" y="3062920"/>
          <a:ext cx="99822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981D043B-5FBE-4B26-9A4A-69C04A7FDE87}">
      <dsp:nvSpPr>
        <dsp:cNvPr id="0" name=""/>
        <dsp:cNvSpPr/>
      </dsp:nvSpPr>
      <dsp:spPr>
        <a:xfrm>
          <a:off x="0" y="3062920"/>
          <a:ext cx="9982200" cy="510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b="1" kern="1200"/>
            <a:t>Right to Audit	</a:t>
          </a:r>
        </a:p>
        <a:p>
          <a:pPr marL="0" lvl="0" indent="0" algn="l" defTabSz="533400">
            <a:lnSpc>
              <a:spcPct val="90000"/>
            </a:lnSpc>
            <a:spcBef>
              <a:spcPct val="0"/>
            </a:spcBef>
            <a:spcAft>
              <a:spcPct val="35000"/>
            </a:spcAft>
            <a:buNone/>
          </a:pPr>
          <a:r>
            <a:rPr lang="en-IN" sz="1200" kern="1200"/>
            <a:t>Yes,  annual third-party audit rights</a:t>
          </a:r>
          <a:endParaRPr lang="en-US" sz="1200" kern="1200"/>
        </a:p>
      </dsp:txBody>
      <dsp:txXfrm>
        <a:off x="0" y="3062920"/>
        <a:ext cx="9982200" cy="510393"/>
      </dsp:txXfrm>
    </dsp:sp>
    <dsp:sp modelId="{EB0E2629-7D85-4691-B4C2-7336E927D421}">
      <dsp:nvSpPr>
        <dsp:cNvPr id="0" name=""/>
        <dsp:cNvSpPr/>
      </dsp:nvSpPr>
      <dsp:spPr>
        <a:xfrm>
          <a:off x="0" y="3573313"/>
          <a:ext cx="99822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F909379F-0035-403C-A6C0-394F7F487A51}">
      <dsp:nvSpPr>
        <dsp:cNvPr id="0" name=""/>
        <dsp:cNvSpPr/>
      </dsp:nvSpPr>
      <dsp:spPr>
        <a:xfrm>
          <a:off x="0" y="3573313"/>
          <a:ext cx="9982200" cy="510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b="1" kern="1200"/>
            <a:t>AI Indemnification</a:t>
          </a:r>
          <a:r>
            <a:rPr lang="en-IN" sz="1200" kern="1200"/>
            <a:t>	</a:t>
          </a:r>
        </a:p>
        <a:p>
          <a:pPr marL="0" lvl="0" indent="0" algn="l" defTabSz="533400">
            <a:lnSpc>
              <a:spcPct val="90000"/>
            </a:lnSpc>
            <a:spcBef>
              <a:spcPct val="0"/>
            </a:spcBef>
            <a:spcAft>
              <a:spcPct val="35000"/>
            </a:spcAft>
            <a:buNone/>
          </a:pPr>
          <a:r>
            <a:rPr lang="en-IN" sz="1200" kern="1200"/>
            <a:t>Yes,  MPSA Addendum covers AI IP &amp; data breach</a:t>
          </a:r>
          <a:endParaRPr lang="en-US" sz="1200" kern="1200"/>
        </a:p>
      </dsp:txBody>
      <dsp:txXfrm>
        <a:off x="0" y="3573313"/>
        <a:ext cx="9982200" cy="510393"/>
      </dsp:txXfrm>
    </dsp:sp>
    <dsp:sp modelId="{6091946E-37D4-4CD4-9EC6-F6B8DC854D69}">
      <dsp:nvSpPr>
        <dsp:cNvPr id="0" name=""/>
        <dsp:cNvSpPr/>
      </dsp:nvSpPr>
      <dsp:spPr>
        <a:xfrm>
          <a:off x="0" y="4083706"/>
          <a:ext cx="9982200" cy="0"/>
        </a:xfrm>
        <a:prstGeom prst="line">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7E4BA47C-2462-434D-9BA4-B0597E79C621}">
      <dsp:nvSpPr>
        <dsp:cNvPr id="0" name=""/>
        <dsp:cNvSpPr/>
      </dsp:nvSpPr>
      <dsp:spPr>
        <a:xfrm>
          <a:off x="0" y="4083706"/>
          <a:ext cx="9982200" cy="5103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IN" sz="1200" b="1" kern="1200"/>
            <a:t>Sub processor Transparency</a:t>
          </a:r>
          <a:r>
            <a:rPr lang="en-IN" sz="1200" kern="1200"/>
            <a:t>	</a:t>
          </a:r>
        </a:p>
        <a:p>
          <a:pPr marL="0" lvl="0" indent="0" algn="l" defTabSz="533400">
            <a:lnSpc>
              <a:spcPct val="90000"/>
            </a:lnSpc>
            <a:spcBef>
              <a:spcPct val="0"/>
            </a:spcBef>
            <a:spcAft>
              <a:spcPct val="35000"/>
            </a:spcAft>
            <a:buNone/>
          </a:pPr>
          <a:r>
            <a:rPr lang="en-IN" sz="1200" kern="1200"/>
            <a:t>Yes,  disclosed under MPSA</a:t>
          </a:r>
          <a:endParaRPr lang="en-US" sz="1200" kern="1200"/>
        </a:p>
      </dsp:txBody>
      <dsp:txXfrm>
        <a:off x="0" y="4083706"/>
        <a:ext cx="9982200" cy="510393"/>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64" tIns="46582" rIns="93164" bIns="46582" rtlCol="0"/>
          <a:lstStyle>
            <a:lvl1pPr algn="l" fontAlgn="auto">
              <a:spcBef>
                <a:spcPts val="0"/>
              </a:spcBef>
              <a:spcAft>
                <a:spcPts val="0"/>
              </a:spcAft>
              <a:defRPr sz="1200">
                <a:ea typeface="+mn-ea"/>
                <a:cs typeface="+mn-cs"/>
              </a:defRPr>
            </a:lvl1pPr>
          </a:lstStyle>
          <a:p>
            <a:pPr>
              <a:defRPr/>
            </a:pPr>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3164" tIns="46582" rIns="93164" bIns="46582" rtlCol="0"/>
          <a:lstStyle>
            <a:lvl1pPr algn="r" fontAlgn="auto">
              <a:spcBef>
                <a:spcPts val="0"/>
              </a:spcBef>
              <a:spcAft>
                <a:spcPts val="0"/>
              </a:spcAft>
              <a:defRPr sz="1200">
                <a:ea typeface="+mn-ea"/>
                <a:cs typeface="+mn-cs"/>
              </a:defRPr>
            </a:lvl1pPr>
          </a:lstStyle>
          <a:p>
            <a:pPr>
              <a:defRPr/>
            </a:pPr>
            <a:fld id="{788CAC35-BD26-4ECA-AFDB-5532A17DC53A}" type="datetimeFigureOut">
              <a:rPr lang="en-US"/>
              <a:pPr>
                <a:defRPr/>
              </a:pPr>
              <a:t>9/28/2026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3164" tIns="46582" rIns="93164" bIns="46582" rtlCol="0" anchor="b"/>
          <a:lstStyle>
            <a:lvl1pPr algn="l" fontAlgn="auto">
              <a:spcBef>
                <a:spcPts val="0"/>
              </a:spcBef>
              <a:spcAft>
                <a:spcPts val="0"/>
              </a:spcAft>
              <a:defRPr sz="1200">
                <a:ea typeface="+mn-ea"/>
                <a:cs typeface="+mn-cs"/>
              </a:defRPr>
            </a:lvl1pPr>
          </a:lstStyle>
          <a:p>
            <a:pPr>
              <a:defRPr/>
            </a:pPr>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wrap="square" lIns="93164" tIns="46582" rIns="93164" bIns="46582" numCol="1" anchor="b" anchorCtr="0" compatLnSpc="1">
            <a:prstTxWarp prst="textNoShape">
              <a:avLst/>
            </a:prstTxWarp>
          </a:bodyPr>
          <a:lstStyle>
            <a:lvl1pPr algn="r">
              <a:defRPr sz="1200"/>
            </a:lvl1pPr>
          </a:lstStyle>
          <a:p>
            <a:fld id="{2B2994AE-E0D7-4EE8-9D6F-CE80E4A67BB0}" type="slidenum">
              <a:rPr lang="en-US" altLang="en-US"/>
              <a:pPr/>
              <a:t>‹#›</a:t>
            </a:fld>
            <a:endParaRPr lang="en-US" altLang="en-US"/>
          </a:p>
        </p:txBody>
      </p:sp>
    </p:spTree>
    <p:extLst>
      <p:ext uri="{BB962C8B-B14F-4D97-AF65-F5344CB8AC3E}">
        <p14:creationId xmlns:p14="http://schemas.microsoft.com/office/powerpoint/2010/main" val="2623788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64" tIns="46582" rIns="93164" bIns="46582" rtlCol="0"/>
          <a:lstStyle>
            <a:lvl1pPr algn="l" fontAlgn="auto">
              <a:spcBef>
                <a:spcPts val="0"/>
              </a:spcBef>
              <a:spcAft>
                <a:spcPts val="0"/>
              </a:spcAft>
              <a:defRPr sz="1200">
                <a:latin typeface="Arial" pitchFamily="34" charset="0"/>
                <a:ea typeface="+mn-ea"/>
                <a:cs typeface="+mn-cs"/>
              </a:defRPr>
            </a:lvl1pPr>
          </a:lstStyle>
          <a:p>
            <a:pPr>
              <a:defRPr/>
            </a:pPr>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3164" tIns="46582" rIns="93164" bIns="46582" rtlCol="0"/>
          <a:lstStyle>
            <a:lvl1pPr algn="r" fontAlgn="auto">
              <a:spcBef>
                <a:spcPts val="0"/>
              </a:spcBef>
              <a:spcAft>
                <a:spcPts val="0"/>
              </a:spcAft>
              <a:defRPr sz="1200">
                <a:latin typeface="Arial" pitchFamily="34" charset="0"/>
                <a:ea typeface="+mn-ea"/>
                <a:cs typeface="+mn-cs"/>
              </a:defRPr>
            </a:lvl1pPr>
          </a:lstStyle>
          <a:p>
            <a:pPr>
              <a:defRPr/>
            </a:pPr>
            <a:fld id="{CA3040FE-4584-4B42-AD14-928E8EFC8A60}" type="datetimeFigureOut">
              <a:rPr lang="en-US"/>
              <a:pPr>
                <a:defRPr/>
              </a:pPr>
              <a:t>9/28/2026</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64" tIns="46582" rIns="93164" bIns="46582" rtlCol="0" anchor="ctr"/>
          <a:lstStyle/>
          <a:p>
            <a:pPr lvl="0"/>
            <a:endParaRPr lang="en-US" noProof="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3164" tIns="46582" rIns="93164" bIns="46582"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3164" tIns="46582" rIns="93164" bIns="46582" rtlCol="0" anchor="b"/>
          <a:lstStyle>
            <a:lvl1pPr algn="l" fontAlgn="auto">
              <a:spcBef>
                <a:spcPts val="0"/>
              </a:spcBef>
              <a:spcAft>
                <a:spcPts val="0"/>
              </a:spcAft>
              <a:defRPr sz="1200">
                <a:latin typeface="Arial" pitchFamily="34" charset="0"/>
                <a:ea typeface="+mn-ea"/>
                <a:cs typeface="+mn-cs"/>
              </a:defRPr>
            </a:lvl1pPr>
          </a:lstStyle>
          <a:p>
            <a:pPr>
              <a:defRPr/>
            </a:pPr>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wrap="square" lIns="93164" tIns="46582" rIns="93164" bIns="46582" numCol="1" anchor="b" anchorCtr="0" compatLnSpc="1">
            <a:prstTxWarp prst="textNoShape">
              <a:avLst/>
            </a:prstTxWarp>
          </a:bodyPr>
          <a:lstStyle>
            <a:lvl1pPr algn="r">
              <a:defRPr sz="1200"/>
            </a:lvl1pPr>
          </a:lstStyle>
          <a:p>
            <a:fld id="{56CBEA11-3572-4387-8B92-B95656DB90A4}" type="slidenum">
              <a:rPr lang="en-US" altLang="en-US"/>
              <a:pPr/>
              <a:t>‹#›</a:t>
            </a:fld>
            <a:endParaRPr lang="en-US" altLang="en-US"/>
          </a:p>
        </p:txBody>
      </p:sp>
    </p:spTree>
    <p:extLst>
      <p:ext uri="{BB962C8B-B14F-4D97-AF65-F5344CB8AC3E}">
        <p14:creationId xmlns:p14="http://schemas.microsoft.com/office/powerpoint/2010/main" val="14822668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71C47-17CA-052D-5E34-09F8F03F7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0B34F-EDB4-8FE0-4621-C2682D56B3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902E5-0563-BEEF-9A59-99695B99C4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348E33-A57D-77F8-4F03-00BE713A2C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F67CB8-EFE9-4FFB-B07C-55CCB25F757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9085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3A6A3-0C4F-5184-8B5E-5202FA1F7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5BC3F0-3EE3-0902-9B43-6A8061F256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E771C0-4777-7435-6AC4-FD35BD8882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46C65B0-7D84-C536-0621-76C2D3335B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F67CB8-EFE9-4FFB-B07C-55CCB25F757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35787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Six-stage governance workflow for Copilot (Microsoft Copilot + RAG legal research). Stage 3 is expanded into the four SSP lenses. Templates and artifacts support every stage.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Supporting slide for questions about the AI COE: the inputs it receives, its four functions, what it produces, and the role of workforce development.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Rows follow the order of the process. Columns 0 to 9 are the process steps. A filled circle shows where a template is produced or used. The open circle shows the AI Intake Form being completed as the case moves through step 3. Yellow shows a template being reviewed at that step: step 8, Authorize, is where all templates come together as one package for the decision. Green at step 4 is the risk decision: a low-risk use case skips step 5 and goes to step 6. Items marked with an asterisk are optional and depend on the use case. The Control Register reference is still to be confirmed.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Roles are listed in the order they appear in the process, using the same names as the templates and roles matrix. "Fills in" lists the templates each role completes, taken from the matrix. "Outcome" is what the role hands on to the next step. Apurva is sending a separate sheet with each role's inputs and outputs; this slide may be refined once it arrives.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BA398-B849-1543-705C-0C1D90FA60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9CCEE3-C246-F1FD-985A-DF6D3737B38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E158A59-B8C6-3F5E-18E4-61A214E89D81}"/>
              </a:ext>
            </a:extLst>
          </p:cNvPr>
          <p:cNvSpPr>
            <a:spLocks noGrp="1"/>
          </p:cNvSpPr>
          <p:nvPr>
            <p:ph type="body" sz="quarter" idx="3"/>
          </p:nvPr>
        </p:nvSpPr>
        <p:spPr/>
        <p:txBody>
          <a:bodyPr/>
          <a:lstStyle/>
          <a:p>
            <a:endParaRPr/>
          </a:p>
        </p:txBody>
      </p:sp>
      <p:sp>
        <p:nvSpPr>
          <p:cNvPr id="4" name="Slide Number Placeholder 3">
            <a:extLst>
              <a:ext uri="{FF2B5EF4-FFF2-40B4-BE49-F238E27FC236}">
                <a16:creationId xmlns:a16="http://schemas.microsoft.com/office/drawing/2014/main" id="{1B738E41-4B54-2232-7D16-44E12A972DEF}"/>
              </a:ext>
            </a:extLst>
          </p:cNvPr>
          <p:cNvSpPr>
            <a:spLocks noGrp="1"/>
          </p:cNvSpPr>
          <p:nvPr>
            <p:ph type="sldNum" sz="quarter" idx="5"/>
          </p:nvPr>
        </p:nvSpPr>
        <p:spPr/>
      </p:sp>
    </p:spTree>
    <p:extLst>
      <p:ext uri="{BB962C8B-B14F-4D97-AF65-F5344CB8AC3E}">
        <p14:creationId xmlns:p14="http://schemas.microsoft.com/office/powerpoint/2010/main" val="63005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4" name="Straight Connector 3"/>
          <p:cNvCxnSpPr>
            <a:cxnSpLocks/>
          </p:cNvCxnSpPr>
          <p:nvPr/>
        </p:nvCxnSpPr>
        <p:spPr>
          <a:xfrm>
            <a:off x="5689600" y="4495800"/>
            <a:ext cx="1625600" cy="0"/>
          </a:xfrm>
          <a:prstGeom prst="line">
            <a:avLst/>
          </a:prstGeom>
          <a:ln w="12700" cmpd="sng">
            <a:solidFill>
              <a:schemeClr val="bg1"/>
            </a:solidFill>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ctrTitle"/>
          </p:nvPr>
        </p:nvSpPr>
        <p:spPr>
          <a:xfrm>
            <a:off x="5588000" y="682649"/>
            <a:ext cx="5994400" cy="3508339"/>
          </a:xfrm>
        </p:spPr>
        <p:txBody>
          <a:bodyPr anchor="b"/>
          <a:lstStyle>
            <a:lvl1pPr algn="l">
              <a:defRPr sz="5400" b="0" spc="0">
                <a:solidFill>
                  <a:schemeClr val="bg1"/>
                </a:solidFill>
                <a:latin typeface="Calibri" panose="020F0502020204030204" pitchFamily="34" charset="0"/>
                <a:cs typeface="Arial" pitchFamily="34" charset="0"/>
              </a:defRPr>
            </a:lvl1pPr>
          </a:lstStyle>
          <a:p>
            <a:r>
              <a:rPr lang="en-US"/>
              <a:t>Click to edit Master title style</a:t>
            </a:r>
          </a:p>
        </p:txBody>
      </p:sp>
      <p:sp>
        <p:nvSpPr>
          <p:cNvPr id="3" name="Subtitle 2"/>
          <p:cNvSpPr>
            <a:spLocks noGrp="1"/>
          </p:cNvSpPr>
          <p:nvPr>
            <p:ph type="subTitle" idx="1"/>
          </p:nvPr>
        </p:nvSpPr>
        <p:spPr>
          <a:xfrm>
            <a:off x="5588000" y="4572001"/>
            <a:ext cx="5080000" cy="1066799"/>
          </a:xfrm>
        </p:spPr>
        <p:txBody>
          <a:bodyPr/>
          <a:lstStyle>
            <a:lvl1pPr marL="0" indent="0" algn="l">
              <a:buNone/>
              <a:defRPr sz="1100" b="0" spc="0">
                <a:solidFill>
                  <a:schemeClr val="bg1"/>
                </a:solidFill>
                <a:latin typeface="Calibri" panose="020F0502020204030204"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 name="Picture Placeholder 9">
            <a:extLst>
              <a:ext uri="{FF2B5EF4-FFF2-40B4-BE49-F238E27FC236}">
                <a16:creationId xmlns:a16="http://schemas.microsoft.com/office/drawing/2014/main" id="{09D56DA0-B90E-4146-834B-7C07AEF5B85B}"/>
              </a:ext>
            </a:extLst>
          </p:cNvPr>
          <p:cNvSpPr>
            <a:spLocks noGrp="1"/>
          </p:cNvSpPr>
          <p:nvPr>
            <p:ph type="pic" sz="quarter" idx="10"/>
          </p:nvPr>
        </p:nvSpPr>
        <p:spPr>
          <a:xfrm>
            <a:off x="570271" y="344133"/>
            <a:ext cx="4673600" cy="6172197"/>
          </a:xfrm>
        </p:spPr>
        <p:txBody>
          <a:bodyPr/>
          <a:lstStyle/>
          <a:p>
            <a:r>
              <a:rPr lang="en-US"/>
              <a:t>Click icon to add picture</a:t>
            </a:r>
          </a:p>
        </p:txBody>
      </p:sp>
      <p:sp>
        <p:nvSpPr>
          <p:cNvPr id="5" name="Slide Number Placeholder 4">
            <a:extLst>
              <a:ext uri="{FF2B5EF4-FFF2-40B4-BE49-F238E27FC236}">
                <a16:creationId xmlns:a16="http://schemas.microsoft.com/office/drawing/2014/main" id="{00FCFBB4-D162-2225-1288-E77632D7AEE0}"/>
              </a:ext>
            </a:extLst>
          </p:cNvPr>
          <p:cNvSpPr>
            <a:spLocks noGrp="1"/>
          </p:cNvSpPr>
          <p:nvPr>
            <p:ph type="sldNum" sz="quarter" idx="11"/>
          </p:nvPr>
        </p:nvSpPr>
        <p:spPr/>
        <p:txBody>
          <a:bodyPr/>
          <a:lstStyle/>
          <a:p>
            <a:pPr algn="l"/>
            <a:fld id="{1DE87FD1-75B5-47E4-A5E9-E1601ADB60FC}" type="slidenum">
              <a:rPr lang="en-US" altLang="en-US" smtClean="0"/>
              <a:pPr algn="l"/>
              <a:t>‹#›</a:t>
            </a:fld>
            <a:endParaRPr lang="en-US" altLang="en-US"/>
          </a:p>
        </p:txBody>
      </p:sp>
      <p:pic>
        <p:nvPicPr>
          <p:cNvPr id="6" name="Picture 5">
            <a:extLst>
              <a:ext uri="{FF2B5EF4-FFF2-40B4-BE49-F238E27FC236}">
                <a16:creationId xmlns:a16="http://schemas.microsoft.com/office/drawing/2014/main" id="{DB324B26-3488-3B1A-DB7D-8D095C0F2002}"/>
              </a:ext>
            </a:extLst>
          </p:cNvPr>
          <p:cNvPicPr>
            <a:picLocks noChangeAspect="1"/>
          </p:cNvPicPr>
          <p:nvPr userDrawn="1"/>
        </p:nvPicPr>
        <p:blipFill>
          <a:blip r:embed="rId3"/>
          <a:srcRect/>
          <a:stretch/>
        </p:blipFill>
        <p:spPr>
          <a:xfrm>
            <a:off x="8686800" y="6072992"/>
            <a:ext cx="3215937" cy="623891"/>
          </a:xfrm>
          <a:prstGeom prst="rect">
            <a:avLst/>
          </a:prstGeom>
        </p:spPr>
      </p:pic>
    </p:spTree>
    <p:extLst>
      <p:ext uri="{BB962C8B-B14F-4D97-AF65-F5344CB8AC3E}">
        <p14:creationId xmlns:p14="http://schemas.microsoft.com/office/powerpoint/2010/main" val="307053819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4" name="Straight Connector 3"/>
          <p:cNvCxnSpPr>
            <a:cxnSpLocks/>
          </p:cNvCxnSpPr>
          <p:nvPr/>
        </p:nvCxnSpPr>
        <p:spPr>
          <a:xfrm>
            <a:off x="609600" y="5715001"/>
            <a:ext cx="1625600" cy="0"/>
          </a:xfrm>
          <a:prstGeom prst="line">
            <a:avLst/>
          </a:prstGeom>
          <a:ln w="12700" cmpd="sng">
            <a:solidFill>
              <a:schemeClr val="bg1"/>
            </a:solidFill>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ctrTitle"/>
          </p:nvPr>
        </p:nvSpPr>
        <p:spPr>
          <a:xfrm>
            <a:off x="508000" y="3810009"/>
            <a:ext cx="11074400" cy="1809127"/>
          </a:xfrm>
        </p:spPr>
        <p:txBody>
          <a:bodyPr anchor="b"/>
          <a:lstStyle>
            <a:lvl1pPr algn="l">
              <a:defRPr sz="5400" b="0" spc="0">
                <a:solidFill>
                  <a:schemeClr val="bg1"/>
                </a:solidFill>
                <a:latin typeface="Calibri" panose="020F0502020204030204" pitchFamily="34" charset="0"/>
                <a:cs typeface="Arial" pitchFamily="34" charset="0"/>
              </a:defRPr>
            </a:lvl1pPr>
          </a:lstStyle>
          <a:p>
            <a:r>
              <a:rPr lang="en-US"/>
              <a:t>Click to edit Master title style</a:t>
            </a:r>
          </a:p>
        </p:txBody>
      </p:sp>
      <p:sp>
        <p:nvSpPr>
          <p:cNvPr id="3" name="Subtitle 2"/>
          <p:cNvSpPr>
            <a:spLocks noGrp="1"/>
          </p:cNvSpPr>
          <p:nvPr>
            <p:ph type="subTitle" idx="1"/>
          </p:nvPr>
        </p:nvSpPr>
        <p:spPr>
          <a:xfrm>
            <a:off x="508000" y="5791202"/>
            <a:ext cx="5080000" cy="722666"/>
          </a:xfrm>
        </p:spPr>
        <p:txBody>
          <a:bodyPr/>
          <a:lstStyle>
            <a:lvl1pPr marL="0" indent="0" algn="l">
              <a:buNone/>
              <a:defRPr sz="1100" b="0" spc="0">
                <a:solidFill>
                  <a:schemeClr val="bg1"/>
                </a:solidFill>
                <a:latin typeface="Calibri" panose="020F0502020204030204"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 name="Picture Placeholder 9">
            <a:extLst>
              <a:ext uri="{FF2B5EF4-FFF2-40B4-BE49-F238E27FC236}">
                <a16:creationId xmlns:a16="http://schemas.microsoft.com/office/drawing/2014/main" id="{09D56DA0-B90E-4146-834B-7C07AEF5B85B}"/>
              </a:ext>
            </a:extLst>
          </p:cNvPr>
          <p:cNvSpPr>
            <a:spLocks noGrp="1"/>
          </p:cNvSpPr>
          <p:nvPr>
            <p:ph type="pic" sz="quarter" idx="10"/>
          </p:nvPr>
        </p:nvSpPr>
        <p:spPr>
          <a:xfrm>
            <a:off x="570270" y="344133"/>
            <a:ext cx="11012129" cy="3389677"/>
          </a:xfrm>
        </p:spPr>
        <p:txBody>
          <a:bodyPr/>
          <a:lstStyle/>
          <a:p>
            <a:r>
              <a:rPr lang="en-US"/>
              <a:t>Click icon to add picture</a:t>
            </a:r>
          </a:p>
        </p:txBody>
      </p:sp>
      <p:pic>
        <p:nvPicPr>
          <p:cNvPr id="5" name="Picture 4">
            <a:extLst>
              <a:ext uri="{FF2B5EF4-FFF2-40B4-BE49-F238E27FC236}">
                <a16:creationId xmlns:a16="http://schemas.microsoft.com/office/drawing/2014/main" id="{19125025-55C7-0748-FE1A-851533DB133B}"/>
              </a:ext>
            </a:extLst>
          </p:cNvPr>
          <p:cNvPicPr>
            <a:picLocks noChangeAspect="1"/>
          </p:cNvPicPr>
          <p:nvPr userDrawn="1"/>
        </p:nvPicPr>
        <p:blipFill>
          <a:blip r:embed="rId3"/>
          <a:srcRect/>
          <a:stretch/>
        </p:blipFill>
        <p:spPr>
          <a:xfrm>
            <a:off x="8686800" y="6072992"/>
            <a:ext cx="3215937" cy="623891"/>
          </a:xfrm>
          <a:prstGeom prst="rect">
            <a:avLst/>
          </a:prstGeom>
        </p:spPr>
      </p:pic>
    </p:spTree>
    <p:extLst>
      <p:ext uri="{BB962C8B-B14F-4D97-AF65-F5344CB8AC3E}">
        <p14:creationId xmlns:p14="http://schemas.microsoft.com/office/powerpoint/2010/main" val="22152001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Subtitle 2">
            <a:extLst>
              <a:ext uri="{FF2B5EF4-FFF2-40B4-BE49-F238E27FC236}">
                <a16:creationId xmlns:a16="http://schemas.microsoft.com/office/drawing/2014/main" id="{61205B7D-7392-436C-A04A-85702DEA24DF}"/>
              </a:ext>
            </a:extLst>
          </p:cNvPr>
          <p:cNvSpPr>
            <a:spLocks noGrp="1"/>
          </p:cNvSpPr>
          <p:nvPr>
            <p:ph type="subTitle" idx="11"/>
          </p:nvPr>
        </p:nvSpPr>
        <p:spPr>
          <a:xfrm>
            <a:off x="1524000" y="953734"/>
            <a:ext cx="5080000" cy="722666"/>
          </a:xfrm>
        </p:spPr>
        <p:txBody>
          <a:bodyPr anchor="b" anchorCtr="0"/>
          <a:lstStyle>
            <a:lvl1pPr marL="0" indent="0" algn="l">
              <a:buNone/>
              <a:defRPr sz="1800" b="0" spc="0">
                <a:solidFill>
                  <a:schemeClr val="bg1"/>
                </a:solidFill>
                <a:latin typeface="Calibri" panose="020F0502020204030204"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2" name="Title 1"/>
          <p:cNvSpPr>
            <a:spLocks noGrp="1"/>
          </p:cNvSpPr>
          <p:nvPr>
            <p:ph type="title"/>
          </p:nvPr>
        </p:nvSpPr>
        <p:spPr>
          <a:xfrm>
            <a:off x="1422401" y="1633406"/>
            <a:ext cx="9448800" cy="3548194"/>
          </a:xfrm>
        </p:spPr>
        <p:txBody>
          <a:bodyPr anchor="t" anchorCtr="0"/>
          <a:lstStyle>
            <a:lvl1pPr algn="l">
              <a:defRPr sz="4800" b="0" cap="all">
                <a:solidFill>
                  <a:schemeClr val="bg1"/>
                </a:solidFill>
                <a:latin typeface="Calibri" panose="020F0502020204030204" pitchFamily="34" charset="0"/>
                <a:cs typeface="Arial" pitchFamily="34" charset="0"/>
              </a:defRPr>
            </a:lvl1pPr>
          </a:lstStyle>
          <a:p>
            <a:r>
              <a:rPr lang="en-US"/>
              <a:t>Click to edit Master title style</a:t>
            </a:r>
          </a:p>
        </p:txBody>
      </p:sp>
      <p:pic>
        <p:nvPicPr>
          <p:cNvPr id="4" name="Picture 3">
            <a:extLst>
              <a:ext uri="{FF2B5EF4-FFF2-40B4-BE49-F238E27FC236}">
                <a16:creationId xmlns:a16="http://schemas.microsoft.com/office/drawing/2014/main" id="{F5086F6F-C9FD-6644-8CAE-3EBD200A8D48}"/>
              </a:ext>
            </a:extLst>
          </p:cNvPr>
          <p:cNvPicPr>
            <a:picLocks noChangeAspect="1"/>
          </p:cNvPicPr>
          <p:nvPr userDrawn="1"/>
        </p:nvPicPr>
        <p:blipFill>
          <a:blip r:embed="rId3"/>
          <a:srcRect/>
          <a:stretch/>
        </p:blipFill>
        <p:spPr>
          <a:xfrm>
            <a:off x="8686800" y="6072992"/>
            <a:ext cx="3215937" cy="623891"/>
          </a:xfrm>
          <a:prstGeom prst="rect">
            <a:avLst/>
          </a:prstGeom>
        </p:spPr>
      </p:pic>
    </p:spTree>
    <p:extLst>
      <p:ext uri="{BB962C8B-B14F-4D97-AF65-F5344CB8AC3E}">
        <p14:creationId xmlns:p14="http://schemas.microsoft.com/office/powerpoint/2010/main" val="1962943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noRot="1" noMove="1" noResize="1" noEditPoints="1" noAdjustHandles="1" noChangeArrowheads="1" noChangeShapeType="1"/>
          </p:cNvSpPr>
          <p:nvPr>
            <p:ph type="title"/>
          </p:nvPr>
        </p:nvSpPr>
        <p:spPr/>
        <p:txBody>
          <a:bodyPr/>
          <a:lstStyle>
            <a:lvl1pPr>
              <a:defRPr>
                <a:latin typeface="Calibri" panose="020F0502020204030204" pitchFamily="34" charset="0"/>
                <a:cs typeface="Arial" pitchFamily="34" charset="0"/>
              </a:defRPr>
            </a:lvl1pPr>
          </a:lstStyle>
          <a:p>
            <a:r>
              <a:rPr lang="en-US"/>
              <a:t>Click to edit Master title style</a:t>
            </a:r>
          </a:p>
        </p:txBody>
      </p:sp>
      <p:sp>
        <p:nvSpPr>
          <p:cNvPr id="3" name="Content Placeholder 2"/>
          <p:cNvSpPr>
            <a:spLocks noGrp="1" noRot="1" noMove="1" noResize="1" noEditPoints="1" noAdjustHandles="1" noChangeArrowheads="1" noChangeShapeType="1"/>
          </p:cNvSpPr>
          <p:nvPr>
            <p:ph idx="1"/>
          </p:nvPr>
        </p:nvSpPr>
        <p:spPr/>
        <p:txBody>
          <a:bodyPr/>
          <a:lstStyle>
            <a:lvl1pPr marL="228600" indent="-228600">
              <a:buClr>
                <a:schemeClr val="tx2"/>
              </a:buClr>
              <a:buSzPct val="90000"/>
              <a:buFont typeface="Wingdings" pitchFamily="2" charset="2"/>
              <a:buChar char="§"/>
              <a:defRPr>
                <a:latin typeface="Calibri" panose="020F0502020204030204" pitchFamily="34" charset="0"/>
                <a:cs typeface="Arial" pitchFamily="34" charset="0"/>
              </a:defRPr>
            </a:lvl1pPr>
            <a:lvl2pPr>
              <a:defRPr sz="2400">
                <a:solidFill>
                  <a:srgbClr val="404040"/>
                </a:solidFill>
                <a:latin typeface="Calibri" panose="020F0502020204030204" pitchFamily="34" charset="0"/>
                <a:cs typeface="Arial" pitchFamily="34" charset="0"/>
              </a:defRPr>
            </a:lvl2pPr>
            <a:lvl3pPr marL="571500" indent="-228600">
              <a:defRPr b="0">
                <a:latin typeface="Calibri" panose="020F0502020204030204" pitchFamily="34" charset="0"/>
                <a:cs typeface="Arial" pitchFamily="34" charset="0"/>
              </a:defRPr>
            </a:lvl3pPr>
            <a:lvl4pPr>
              <a:defRPr>
                <a:latin typeface="Calibri" panose="020F0502020204030204" pitchFamily="34" charset="0"/>
                <a:cs typeface="Arial" pitchFamily="34" charset="0"/>
              </a:defRPr>
            </a:lvl4pPr>
            <a:lvl5pPr>
              <a:defRPr>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Slide Number Placeholder 5"/>
          <p:cNvSpPr>
            <a:spLocks noGrp="1"/>
          </p:cNvSpPr>
          <p:nvPr>
            <p:ph type="sldNum" sz="quarter" idx="10"/>
          </p:nvPr>
        </p:nvSpPr>
        <p:spPr/>
        <p:txBody>
          <a:bodyPr/>
          <a:lstStyle>
            <a:lvl1pPr>
              <a:defRPr>
                <a:latin typeface="Calibri" panose="020F0502020204030204" pitchFamily="34" charset="0"/>
              </a:defRPr>
            </a:lvl1pPr>
          </a:lstStyle>
          <a:p>
            <a:fld id="{690B04E9-1A21-4C0B-8BF6-104EC9B70106}" type="slidenum">
              <a:rPr lang="en-US" altLang="en-US" smtClean="0"/>
              <a:pPr/>
              <a:t>‹#›</a:t>
            </a:fld>
            <a:endParaRPr lang="en-US" altLang="en-US"/>
          </a:p>
        </p:txBody>
      </p:sp>
    </p:spTree>
    <p:extLst>
      <p:ext uri="{BB962C8B-B14F-4D97-AF65-F5344CB8AC3E}">
        <p14:creationId xmlns:p14="http://schemas.microsoft.com/office/powerpoint/2010/main" val="414144332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F2671DEC-E5B8-4CB0-BF7C-32ECAB693D35}"/>
              </a:ext>
            </a:extLst>
          </p:cNvPr>
          <p:cNvSpPr>
            <a:spLocks noGrp="1" noRot="1" noMove="1" noResize="1" noEditPoints="1" noAdjustHandles="1" noChangeArrowheads="1" noChangeShapeType="1"/>
          </p:cNvSpPr>
          <p:nvPr>
            <p:ph type="pic" sz="quarter" idx="11"/>
          </p:nvPr>
        </p:nvSpPr>
        <p:spPr>
          <a:xfrm>
            <a:off x="0" y="0"/>
            <a:ext cx="5588000" cy="6858000"/>
          </a:xfrm>
        </p:spPr>
        <p:txBody>
          <a:bodyPr/>
          <a:lstStyle/>
          <a:p>
            <a:r>
              <a:rPr lang="en-US"/>
              <a:t>Click icon to add picture</a:t>
            </a:r>
          </a:p>
        </p:txBody>
      </p:sp>
      <p:sp>
        <p:nvSpPr>
          <p:cNvPr id="2" name="Title 1"/>
          <p:cNvSpPr>
            <a:spLocks noGrp="1" noRot="1" noMove="1" noResize="1" noEditPoints="1" noAdjustHandles="1" noChangeArrowheads="1" noChangeShapeType="1"/>
          </p:cNvSpPr>
          <p:nvPr>
            <p:ph type="title"/>
          </p:nvPr>
        </p:nvSpPr>
        <p:spPr>
          <a:xfrm>
            <a:off x="6096000" y="338260"/>
            <a:ext cx="4876800" cy="609600"/>
          </a:xfrm>
        </p:spPr>
        <p:txBody>
          <a:bodyPr/>
          <a:lstStyle>
            <a:lvl1pPr>
              <a:defRPr sz="2800">
                <a:latin typeface="Calibri" panose="020F0502020204030204" pitchFamily="34" charset="0"/>
                <a:cs typeface="Arial" pitchFamily="34" charset="0"/>
              </a:defRPr>
            </a:lvl1pPr>
          </a:lstStyle>
          <a:p>
            <a:r>
              <a:rPr lang="en-US"/>
              <a:t>Click to edit Master title style</a:t>
            </a:r>
          </a:p>
        </p:txBody>
      </p:sp>
      <p:sp>
        <p:nvSpPr>
          <p:cNvPr id="3" name="Content Placeholder 2"/>
          <p:cNvSpPr>
            <a:spLocks noGrp="1" noRot="1" noMove="1" noResize="1" noEditPoints="1" noAdjustHandles="1" noChangeArrowheads="1" noChangeShapeType="1"/>
          </p:cNvSpPr>
          <p:nvPr>
            <p:ph sz="half" idx="1"/>
          </p:nvPr>
        </p:nvSpPr>
        <p:spPr>
          <a:xfrm>
            <a:off x="6096000" y="1219201"/>
            <a:ext cx="4876800" cy="4800600"/>
          </a:xfrm>
        </p:spPr>
        <p:txBody>
          <a:bodyPr/>
          <a:lstStyle>
            <a:lvl1pPr>
              <a:defRPr sz="2400">
                <a:latin typeface="Calibri" panose="020F0502020204030204" pitchFamily="34" charset="0"/>
                <a:cs typeface="Arial" pitchFamily="34" charset="0"/>
              </a:defRPr>
            </a:lvl1pPr>
            <a:lvl2pPr>
              <a:defRPr sz="2400">
                <a:latin typeface="Calibri" panose="020F0502020204030204" pitchFamily="34" charset="0"/>
                <a:cs typeface="Arial" pitchFamily="34" charset="0"/>
              </a:defRPr>
            </a:lvl2pPr>
            <a:lvl3pPr>
              <a:defRPr sz="2000">
                <a:latin typeface="Calibri" panose="020F0502020204030204" pitchFamily="34" charset="0"/>
                <a:cs typeface="Arial" pitchFamily="34" charset="0"/>
              </a:defRPr>
            </a:lvl3pPr>
            <a:lvl4pPr>
              <a:defRPr sz="1800">
                <a:latin typeface="Calibri" panose="020F0502020204030204" pitchFamily="34" charset="0"/>
                <a:cs typeface="Arial" pitchFamily="34" charset="0"/>
              </a:defRPr>
            </a:lvl4pPr>
            <a:lvl5pPr>
              <a:defRPr sz="1800">
                <a:latin typeface="Calibri" panose="020F0502020204030204"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F28BB579-E5BD-49D9-9D83-F8D82CA5C0B7}"/>
              </a:ext>
            </a:extLst>
          </p:cNvPr>
          <p:cNvSpPr>
            <a:spLocks noGrp="1"/>
          </p:cNvSpPr>
          <p:nvPr>
            <p:ph type="sldNum" sz="quarter" idx="10"/>
          </p:nvPr>
        </p:nvSpPr>
        <p:spPr>
          <a:xfrm>
            <a:off x="6807201" y="6264276"/>
            <a:ext cx="931124" cy="365125"/>
          </a:xfrm>
        </p:spPr>
        <p:txBody>
          <a:bodyPr/>
          <a:lstStyle>
            <a:lvl1pPr>
              <a:defRPr>
                <a:latin typeface="Calibri" panose="020F0502020204030204" pitchFamily="34" charset="0"/>
              </a:defRPr>
            </a:lvl1pPr>
          </a:lstStyle>
          <a:p>
            <a:fld id="{690B04E9-1A21-4C0B-8BF6-104EC9B70106}" type="slidenum">
              <a:rPr lang="en-US" altLang="en-US" smtClean="0"/>
              <a:pPr/>
              <a:t>‹#›</a:t>
            </a:fld>
            <a:endParaRPr lang="en-US" altLang="en-US"/>
          </a:p>
        </p:txBody>
      </p:sp>
    </p:spTree>
    <p:extLst>
      <p:ext uri="{BB962C8B-B14F-4D97-AF65-F5344CB8AC3E}">
        <p14:creationId xmlns:p14="http://schemas.microsoft.com/office/powerpoint/2010/main" val="540788800"/>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F2671DEC-E5B8-4CB0-BF7C-32ECAB693D35}"/>
              </a:ext>
            </a:extLst>
          </p:cNvPr>
          <p:cNvSpPr>
            <a:spLocks noGrp="1" noRot="1" noMove="1" noResize="1" noEditPoints="1" noAdjustHandles="1" noChangeArrowheads="1" noChangeShapeType="1"/>
          </p:cNvSpPr>
          <p:nvPr>
            <p:ph type="pic" sz="quarter" idx="11"/>
          </p:nvPr>
        </p:nvSpPr>
        <p:spPr>
          <a:xfrm>
            <a:off x="6705600" y="533401"/>
            <a:ext cx="4876800" cy="5486400"/>
          </a:xfrm>
        </p:spPr>
        <p:txBody>
          <a:bodyPr/>
          <a:lstStyle/>
          <a:p>
            <a:r>
              <a:rPr lang="en-US"/>
              <a:t>Click icon to add picture</a:t>
            </a:r>
          </a:p>
        </p:txBody>
      </p:sp>
      <p:sp>
        <p:nvSpPr>
          <p:cNvPr id="2" name="Title 1"/>
          <p:cNvSpPr>
            <a:spLocks noGrp="1" noRot="1" noMove="1" noResize="1" noEditPoints="1" noAdjustHandles="1" noChangeArrowheads="1" noChangeShapeType="1"/>
          </p:cNvSpPr>
          <p:nvPr>
            <p:ph type="title"/>
          </p:nvPr>
        </p:nvSpPr>
        <p:spPr>
          <a:xfrm>
            <a:off x="863600" y="533400"/>
            <a:ext cx="4876800" cy="609600"/>
          </a:xfrm>
        </p:spPr>
        <p:txBody>
          <a:bodyPr/>
          <a:lstStyle>
            <a:lvl1pPr>
              <a:defRPr sz="2800">
                <a:latin typeface="Calibri" panose="020F0502020204030204" pitchFamily="34" charset="0"/>
                <a:cs typeface="Arial" pitchFamily="34" charset="0"/>
              </a:defRPr>
            </a:lvl1pPr>
          </a:lstStyle>
          <a:p>
            <a:r>
              <a:rPr lang="en-US"/>
              <a:t>Click to edit Master title style</a:t>
            </a:r>
          </a:p>
        </p:txBody>
      </p:sp>
      <p:sp>
        <p:nvSpPr>
          <p:cNvPr id="3" name="Content Placeholder 2"/>
          <p:cNvSpPr>
            <a:spLocks noGrp="1" noRot="1" noMove="1" noResize="1" noEditPoints="1" noAdjustHandles="1" noChangeArrowheads="1" noChangeShapeType="1"/>
          </p:cNvSpPr>
          <p:nvPr>
            <p:ph sz="half" idx="1"/>
          </p:nvPr>
        </p:nvSpPr>
        <p:spPr>
          <a:xfrm>
            <a:off x="863600" y="1425140"/>
            <a:ext cx="4876800" cy="4594661"/>
          </a:xfrm>
        </p:spPr>
        <p:txBody>
          <a:bodyPr/>
          <a:lstStyle>
            <a:lvl1pPr>
              <a:defRPr sz="2400">
                <a:latin typeface="Calibri" panose="020F0502020204030204" pitchFamily="34" charset="0"/>
                <a:cs typeface="Arial" pitchFamily="34" charset="0"/>
              </a:defRPr>
            </a:lvl1pPr>
            <a:lvl2pPr>
              <a:defRPr sz="2400">
                <a:latin typeface="Calibri" panose="020F0502020204030204" pitchFamily="34" charset="0"/>
                <a:cs typeface="Arial" pitchFamily="34" charset="0"/>
              </a:defRPr>
            </a:lvl2pPr>
            <a:lvl3pPr>
              <a:defRPr sz="2000">
                <a:latin typeface="Calibri" panose="020F0502020204030204" pitchFamily="34" charset="0"/>
                <a:cs typeface="Arial" pitchFamily="34" charset="0"/>
              </a:defRPr>
            </a:lvl3pPr>
            <a:lvl4pPr>
              <a:defRPr sz="1800">
                <a:latin typeface="Calibri" panose="020F0502020204030204" pitchFamily="34" charset="0"/>
                <a:cs typeface="Arial" pitchFamily="34" charset="0"/>
              </a:defRPr>
            </a:lvl4pPr>
            <a:lvl5pPr>
              <a:defRPr sz="1800">
                <a:latin typeface="Calibri" panose="020F0502020204030204"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F28BB579-E5BD-49D9-9D83-F8D82CA5C0B7}"/>
              </a:ext>
            </a:extLst>
          </p:cNvPr>
          <p:cNvSpPr>
            <a:spLocks noGrp="1"/>
          </p:cNvSpPr>
          <p:nvPr>
            <p:ph type="sldNum" sz="quarter" idx="10"/>
          </p:nvPr>
        </p:nvSpPr>
        <p:spPr>
          <a:xfrm>
            <a:off x="914401" y="6172201"/>
            <a:ext cx="931124" cy="365125"/>
          </a:xfrm>
        </p:spPr>
        <p:txBody>
          <a:bodyPr/>
          <a:lstStyle>
            <a:lvl1pPr>
              <a:defRPr>
                <a:latin typeface="Calibri" panose="020F0502020204030204" pitchFamily="34" charset="0"/>
              </a:defRPr>
            </a:lvl1pPr>
          </a:lstStyle>
          <a:p>
            <a:fld id="{690B04E9-1A21-4C0B-8BF6-104EC9B70106}" type="slidenum">
              <a:rPr lang="en-US" altLang="en-US" smtClean="0"/>
              <a:pPr/>
              <a:t>‹#›</a:t>
            </a:fld>
            <a:endParaRPr lang="en-US" altLang="en-US"/>
          </a:p>
        </p:txBody>
      </p:sp>
    </p:spTree>
    <p:extLst>
      <p:ext uri="{BB962C8B-B14F-4D97-AF65-F5344CB8AC3E}">
        <p14:creationId xmlns:p14="http://schemas.microsoft.com/office/powerpoint/2010/main" val="129343360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noRot="1" noMove="1" noResize="1" noEditPoints="1" noAdjustHandles="1" noChangeArrowheads="1" noChangeShapeType="1"/>
          </p:cNvSpPr>
          <p:nvPr>
            <p:ph type="title"/>
          </p:nvPr>
        </p:nvSpPr>
        <p:spPr/>
        <p:txBody>
          <a:bodyPr/>
          <a:lstStyle>
            <a:lvl1pPr>
              <a:defRPr>
                <a:latin typeface="Calibri" panose="020F0502020204030204" pitchFamily="34" charset="0"/>
                <a:cs typeface="Arial" pitchFamily="34" charset="0"/>
              </a:defRPr>
            </a:lvl1pPr>
          </a:lstStyle>
          <a:p>
            <a:r>
              <a:rPr lang="en-US"/>
              <a:t>Click to edit Master title style</a:t>
            </a:r>
          </a:p>
        </p:txBody>
      </p:sp>
      <p:sp>
        <p:nvSpPr>
          <p:cNvPr id="3" name="Slide Number Placeholder 5"/>
          <p:cNvSpPr>
            <a:spLocks noGrp="1"/>
          </p:cNvSpPr>
          <p:nvPr>
            <p:ph type="sldNum" sz="quarter" idx="10"/>
          </p:nvPr>
        </p:nvSpPr>
        <p:spPr/>
        <p:txBody>
          <a:bodyPr/>
          <a:lstStyle>
            <a:lvl1pPr>
              <a:defRPr/>
            </a:lvl1pPr>
          </a:lstStyle>
          <a:p>
            <a:fld id="{B238CA89-7353-4F3A-AC37-89E42AD6A6B5}" type="slidenum">
              <a:rPr lang="en-US" altLang="en-US"/>
              <a:pPr/>
              <a:t>‹#›</a:t>
            </a:fld>
            <a:endParaRPr lang="en-US" altLang="en-US"/>
          </a:p>
        </p:txBody>
      </p:sp>
    </p:spTree>
    <p:extLst>
      <p:ext uri="{BB962C8B-B14F-4D97-AF65-F5344CB8AC3E}">
        <p14:creationId xmlns:p14="http://schemas.microsoft.com/office/powerpoint/2010/main" val="202602730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atin typeface="Calibri" panose="020F0502020204030204" pitchFamily="34" charset="0"/>
              </a:defRPr>
            </a:lvl1pPr>
          </a:lstStyle>
          <a:p>
            <a:fld id="{522BAEBA-873C-4D9F-9CF2-A625D6AE2312}" type="slidenum">
              <a:rPr lang="en-US" altLang="en-US" smtClean="0"/>
              <a:pPr/>
              <a:t>‹#›</a:t>
            </a:fld>
            <a:endParaRPr lang="en-US" altLang="en-US"/>
          </a:p>
        </p:txBody>
      </p:sp>
    </p:spTree>
    <p:extLst>
      <p:ext uri="{BB962C8B-B14F-4D97-AF65-F5344CB8AC3E}">
        <p14:creationId xmlns:p14="http://schemas.microsoft.com/office/powerpoint/2010/main" val="48196222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352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17014-3E46-9539-2E4A-3E6D2641B2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B7D66F-9179-31E4-AAD0-6D33DE2FFB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A7B97E-253B-91D2-90A3-8F2413D187D2}"/>
              </a:ext>
            </a:extLst>
          </p:cNvPr>
          <p:cNvSpPr>
            <a:spLocks noGrp="1"/>
          </p:cNvSpPr>
          <p:nvPr>
            <p:ph type="dt" sz="half" idx="10"/>
          </p:nvPr>
        </p:nvSpPr>
        <p:spPr/>
        <p:txBody>
          <a:bodyPr/>
          <a:lstStyle/>
          <a:p>
            <a:fld id="{23B8B873-7CF7-4BB6-816D-922D49F1FDC3}" type="datetimeFigureOut">
              <a:rPr lang="en-US" smtClean="0"/>
              <a:t>9/28/2026</a:t>
            </a:fld>
            <a:endParaRPr lang="en-US"/>
          </a:p>
        </p:txBody>
      </p:sp>
      <p:sp>
        <p:nvSpPr>
          <p:cNvPr id="5" name="Footer Placeholder 4">
            <a:extLst>
              <a:ext uri="{FF2B5EF4-FFF2-40B4-BE49-F238E27FC236}">
                <a16:creationId xmlns:a16="http://schemas.microsoft.com/office/drawing/2014/main" id="{38884ECE-F1CE-8DE6-9AB4-59974D374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3E1264-6501-A090-96F5-4454E866168D}"/>
              </a:ext>
            </a:extLst>
          </p:cNvPr>
          <p:cNvSpPr>
            <a:spLocks noGrp="1"/>
          </p:cNvSpPr>
          <p:nvPr>
            <p:ph type="sldNum" sz="quarter" idx="12"/>
          </p:nvPr>
        </p:nvSpPr>
        <p:spPr/>
        <p:txBody>
          <a:bodyPr/>
          <a:lstStyle/>
          <a:p>
            <a:fld id="{1CCB76A2-CBFB-46C7-B3D5-813443640D7A}" type="slidenum">
              <a:rPr lang="en-US" smtClean="0"/>
              <a:t>‹#›</a:t>
            </a:fld>
            <a:endParaRPr lang="en-US"/>
          </a:p>
        </p:txBody>
      </p:sp>
    </p:spTree>
    <p:extLst>
      <p:ext uri="{BB962C8B-B14F-4D97-AF65-F5344CB8AC3E}">
        <p14:creationId xmlns:p14="http://schemas.microsoft.com/office/powerpoint/2010/main" val="576660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4B729-5187-39C3-F022-FA85892E07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44561-41CA-9BD9-B854-0E13BC44AE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B43543-7C99-DD35-6934-C1BE3949FF79}"/>
              </a:ext>
            </a:extLst>
          </p:cNvPr>
          <p:cNvSpPr>
            <a:spLocks noGrp="1"/>
          </p:cNvSpPr>
          <p:nvPr>
            <p:ph type="dt" sz="half" idx="10"/>
          </p:nvPr>
        </p:nvSpPr>
        <p:spPr/>
        <p:txBody>
          <a:bodyPr/>
          <a:lstStyle/>
          <a:p>
            <a:fld id="{23B8B873-7CF7-4BB6-816D-922D49F1FDC3}" type="datetimeFigureOut">
              <a:rPr lang="en-US" smtClean="0"/>
              <a:t>9/28/2026</a:t>
            </a:fld>
            <a:endParaRPr lang="en-US"/>
          </a:p>
        </p:txBody>
      </p:sp>
      <p:sp>
        <p:nvSpPr>
          <p:cNvPr id="5" name="Footer Placeholder 4">
            <a:extLst>
              <a:ext uri="{FF2B5EF4-FFF2-40B4-BE49-F238E27FC236}">
                <a16:creationId xmlns:a16="http://schemas.microsoft.com/office/drawing/2014/main" id="{A2AA65E6-7EE9-80D5-35E4-73A1BE44E7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FE6555-9D15-BCC6-D621-5EFABE701FCE}"/>
              </a:ext>
            </a:extLst>
          </p:cNvPr>
          <p:cNvSpPr>
            <a:spLocks noGrp="1"/>
          </p:cNvSpPr>
          <p:nvPr>
            <p:ph type="sldNum" sz="quarter" idx="12"/>
          </p:nvPr>
        </p:nvSpPr>
        <p:spPr/>
        <p:txBody>
          <a:bodyPr/>
          <a:lstStyle/>
          <a:p>
            <a:fld id="{1CCB76A2-CBFB-46C7-B3D5-813443640D7A}" type="slidenum">
              <a:rPr lang="en-US" smtClean="0"/>
              <a:t>‹#›</a:t>
            </a:fld>
            <a:endParaRPr lang="en-US"/>
          </a:p>
        </p:txBody>
      </p:sp>
    </p:spTree>
    <p:extLst>
      <p:ext uri="{BB962C8B-B14F-4D97-AF65-F5344CB8AC3E}">
        <p14:creationId xmlns:p14="http://schemas.microsoft.com/office/powerpoint/2010/main" val="3540540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CB279-C810-244C-E80A-E11D2786F0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76C8C9-7ACF-5850-1FDD-F59B201DEC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FB8DDF-B8C7-C0F6-E5B6-BD0E1146477D}"/>
              </a:ext>
            </a:extLst>
          </p:cNvPr>
          <p:cNvSpPr>
            <a:spLocks noGrp="1"/>
          </p:cNvSpPr>
          <p:nvPr>
            <p:ph type="dt" sz="half" idx="10"/>
          </p:nvPr>
        </p:nvSpPr>
        <p:spPr/>
        <p:txBody>
          <a:bodyPr/>
          <a:lstStyle/>
          <a:p>
            <a:fld id="{23B8B873-7CF7-4BB6-816D-922D49F1FDC3}" type="datetimeFigureOut">
              <a:rPr lang="en-US" smtClean="0"/>
              <a:t>9/28/2026</a:t>
            </a:fld>
            <a:endParaRPr lang="en-US"/>
          </a:p>
        </p:txBody>
      </p:sp>
      <p:sp>
        <p:nvSpPr>
          <p:cNvPr id="5" name="Footer Placeholder 4">
            <a:extLst>
              <a:ext uri="{FF2B5EF4-FFF2-40B4-BE49-F238E27FC236}">
                <a16:creationId xmlns:a16="http://schemas.microsoft.com/office/drawing/2014/main" id="{EC0A7369-CD97-1267-DBB4-A7D31707D7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3D0E5-A0C1-A9C4-09D2-E0D8AF55700D}"/>
              </a:ext>
            </a:extLst>
          </p:cNvPr>
          <p:cNvSpPr>
            <a:spLocks noGrp="1"/>
          </p:cNvSpPr>
          <p:nvPr>
            <p:ph type="sldNum" sz="quarter" idx="12"/>
          </p:nvPr>
        </p:nvSpPr>
        <p:spPr/>
        <p:txBody>
          <a:bodyPr/>
          <a:lstStyle/>
          <a:p>
            <a:fld id="{1CCB76A2-CBFB-46C7-B3D5-813443640D7A}" type="slidenum">
              <a:rPr lang="en-US" smtClean="0"/>
              <a:t>‹#›</a:t>
            </a:fld>
            <a:endParaRPr lang="en-US"/>
          </a:p>
        </p:txBody>
      </p:sp>
    </p:spTree>
    <p:extLst>
      <p:ext uri="{BB962C8B-B14F-4D97-AF65-F5344CB8AC3E}">
        <p14:creationId xmlns:p14="http://schemas.microsoft.com/office/powerpoint/2010/main" val="41153189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A6DFE-F398-90B0-054D-7330C8B01E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D7CCF9-5DD1-BEFC-18C4-D7F6806670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F7BB24-B127-E0AC-4FC6-317C405740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E96529-F421-0F2D-C9CD-0DAA517C269A}"/>
              </a:ext>
            </a:extLst>
          </p:cNvPr>
          <p:cNvSpPr>
            <a:spLocks noGrp="1"/>
          </p:cNvSpPr>
          <p:nvPr>
            <p:ph type="dt" sz="half" idx="10"/>
          </p:nvPr>
        </p:nvSpPr>
        <p:spPr/>
        <p:txBody>
          <a:bodyPr/>
          <a:lstStyle/>
          <a:p>
            <a:fld id="{23B8B873-7CF7-4BB6-816D-922D49F1FDC3}" type="datetimeFigureOut">
              <a:rPr lang="en-US" smtClean="0"/>
              <a:t>9/28/2026</a:t>
            </a:fld>
            <a:endParaRPr lang="en-US"/>
          </a:p>
        </p:txBody>
      </p:sp>
      <p:sp>
        <p:nvSpPr>
          <p:cNvPr id="6" name="Footer Placeholder 5">
            <a:extLst>
              <a:ext uri="{FF2B5EF4-FFF2-40B4-BE49-F238E27FC236}">
                <a16:creationId xmlns:a16="http://schemas.microsoft.com/office/drawing/2014/main" id="{A825CDFB-4CEF-62DA-98B0-609579903B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734CB3-9FEF-F034-CA4E-8464F2689526}"/>
              </a:ext>
            </a:extLst>
          </p:cNvPr>
          <p:cNvSpPr>
            <a:spLocks noGrp="1"/>
          </p:cNvSpPr>
          <p:nvPr>
            <p:ph type="sldNum" sz="quarter" idx="12"/>
          </p:nvPr>
        </p:nvSpPr>
        <p:spPr/>
        <p:txBody>
          <a:bodyPr/>
          <a:lstStyle/>
          <a:p>
            <a:fld id="{1CCB76A2-CBFB-46C7-B3D5-813443640D7A}" type="slidenum">
              <a:rPr lang="en-US" smtClean="0"/>
              <a:t>‹#›</a:t>
            </a:fld>
            <a:endParaRPr lang="en-US"/>
          </a:p>
        </p:txBody>
      </p:sp>
    </p:spTree>
    <p:extLst>
      <p:ext uri="{BB962C8B-B14F-4D97-AF65-F5344CB8AC3E}">
        <p14:creationId xmlns:p14="http://schemas.microsoft.com/office/powerpoint/2010/main" val="10147457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C64E6-CDF2-E2B1-CC28-AF5E441D50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F4CA05-7DDB-09F5-F5BE-F8613E1078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53F655-F90D-2566-CCBC-0764C0BB19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86E215-C1EE-5CEE-E806-8D46A8AA8D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F34F43-ADED-4684-D6D0-C690E59155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AA5204-7A46-3218-5C5D-7FEAEADFACE6}"/>
              </a:ext>
            </a:extLst>
          </p:cNvPr>
          <p:cNvSpPr>
            <a:spLocks noGrp="1"/>
          </p:cNvSpPr>
          <p:nvPr>
            <p:ph type="dt" sz="half" idx="10"/>
          </p:nvPr>
        </p:nvSpPr>
        <p:spPr/>
        <p:txBody>
          <a:bodyPr/>
          <a:lstStyle/>
          <a:p>
            <a:fld id="{23B8B873-7CF7-4BB6-816D-922D49F1FDC3}" type="datetimeFigureOut">
              <a:rPr lang="en-US" smtClean="0"/>
              <a:t>9/28/2026</a:t>
            </a:fld>
            <a:endParaRPr lang="en-US"/>
          </a:p>
        </p:txBody>
      </p:sp>
      <p:sp>
        <p:nvSpPr>
          <p:cNvPr id="8" name="Footer Placeholder 7">
            <a:extLst>
              <a:ext uri="{FF2B5EF4-FFF2-40B4-BE49-F238E27FC236}">
                <a16:creationId xmlns:a16="http://schemas.microsoft.com/office/drawing/2014/main" id="{06352965-5097-FC5F-3E45-12343A6FED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451EA9-3436-EE82-396C-26E33DEAF8BB}"/>
              </a:ext>
            </a:extLst>
          </p:cNvPr>
          <p:cNvSpPr>
            <a:spLocks noGrp="1"/>
          </p:cNvSpPr>
          <p:nvPr>
            <p:ph type="sldNum" sz="quarter" idx="12"/>
          </p:nvPr>
        </p:nvSpPr>
        <p:spPr/>
        <p:txBody>
          <a:bodyPr/>
          <a:lstStyle/>
          <a:p>
            <a:fld id="{1CCB76A2-CBFB-46C7-B3D5-813443640D7A}" type="slidenum">
              <a:rPr lang="en-US" smtClean="0"/>
              <a:t>‹#›</a:t>
            </a:fld>
            <a:endParaRPr lang="en-US"/>
          </a:p>
        </p:txBody>
      </p:sp>
    </p:spTree>
    <p:extLst>
      <p:ext uri="{BB962C8B-B14F-4D97-AF65-F5344CB8AC3E}">
        <p14:creationId xmlns:p14="http://schemas.microsoft.com/office/powerpoint/2010/main" val="2982197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E1A38-4837-B41E-0E92-4CF0C93CD3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DB0411-C7E3-9331-B078-605BECD3FC50}"/>
              </a:ext>
            </a:extLst>
          </p:cNvPr>
          <p:cNvSpPr>
            <a:spLocks noGrp="1"/>
          </p:cNvSpPr>
          <p:nvPr>
            <p:ph type="dt" sz="half" idx="10"/>
          </p:nvPr>
        </p:nvSpPr>
        <p:spPr/>
        <p:txBody>
          <a:bodyPr/>
          <a:lstStyle/>
          <a:p>
            <a:fld id="{23B8B873-7CF7-4BB6-816D-922D49F1FDC3}" type="datetimeFigureOut">
              <a:rPr lang="en-US" smtClean="0"/>
              <a:t>9/28/2026</a:t>
            </a:fld>
            <a:endParaRPr lang="en-US"/>
          </a:p>
        </p:txBody>
      </p:sp>
      <p:sp>
        <p:nvSpPr>
          <p:cNvPr id="4" name="Footer Placeholder 3">
            <a:extLst>
              <a:ext uri="{FF2B5EF4-FFF2-40B4-BE49-F238E27FC236}">
                <a16:creationId xmlns:a16="http://schemas.microsoft.com/office/drawing/2014/main" id="{B8220649-7B60-3AA0-A4D4-8D5D433CB4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B2BD7C-F335-C78C-9106-577A163430C0}"/>
              </a:ext>
            </a:extLst>
          </p:cNvPr>
          <p:cNvSpPr>
            <a:spLocks noGrp="1"/>
          </p:cNvSpPr>
          <p:nvPr>
            <p:ph type="sldNum" sz="quarter" idx="12"/>
          </p:nvPr>
        </p:nvSpPr>
        <p:spPr/>
        <p:txBody>
          <a:bodyPr/>
          <a:lstStyle/>
          <a:p>
            <a:fld id="{1CCB76A2-CBFB-46C7-B3D5-813443640D7A}" type="slidenum">
              <a:rPr lang="en-US" smtClean="0"/>
              <a:t>‹#›</a:t>
            </a:fld>
            <a:endParaRPr lang="en-US"/>
          </a:p>
        </p:txBody>
      </p:sp>
    </p:spTree>
    <p:extLst>
      <p:ext uri="{BB962C8B-B14F-4D97-AF65-F5344CB8AC3E}">
        <p14:creationId xmlns:p14="http://schemas.microsoft.com/office/powerpoint/2010/main" val="42552688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501411-1CD2-6A9E-F31F-7A887FA481EF}"/>
              </a:ext>
            </a:extLst>
          </p:cNvPr>
          <p:cNvSpPr>
            <a:spLocks noGrp="1"/>
          </p:cNvSpPr>
          <p:nvPr>
            <p:ph type="dt" sz="half" idx="10"/>
          </p:nvPr>
        </p:nvSpPr>
        <p:spPr/>
        <p:txBody>
          <a:bodyPr/>
          <a:lstStyle/>
          <a:p>
            <a:fld id="{23B8B873-7CF7-4BB6-816D-922D49F1FDC3}" type="datetimeFigureOut">
              <a:rPr lang="en-US" smtClean="0"/>
              <a:t>9/28/2026</a:t>
            </a:fld>
            <a:endParaRPr lang="en-US"/>
          </a:p>
        </p:txBody>
      </p:sp>
      <p:sp>
        <p:nvSpPr>
          <p:cNvPr id="3" name="Footer Placeholder 2">
            <a:extLst>
              <a:ext uri="{FF2B5EF4-FFF2-40B4-BE49-F238E27FC236}">
                <a16:creationId xmlns:a16="http://schemas.microsoft.com/office/drawing/2014/main" id="{9492D332-63DA-B9DB-FED4-83F7E89AB5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63042E-B9B4-57D8-15EC-ABEDB5B486C1}"/>
              </a:ext>
            </a:extLst>
          </p:cNvPr>
          <p:cNvSpPr>
            <a:spLocks noGrp="1"/>
          </p:cNvSpPr>
          <p:nvPr>
            <p:ph type="sldNum" sz="quarter" idx="12"/>
          </p:nvPr>
        </p:nvSpPr>
        <p:spPr/>
        <p:txBody>
          <a:bodyPr/>
          <a:lstStyle/>
          <a:p>
            <a:fld id="{1CCB76A2-CBFB-46C7-B3D5-813443640D7A}" type="slidenum">
              <a:rPr lang="en-US" smtClean="0"/>
              <a:t>‹#›</a:t>
            </a:fld>
            <a:endParaRPr lang="en-US"/>
          </a:p>
        </p:txBody>
      </p:sp>
    </p:spTree>
    <p:extLst>
      <p:ext uri="{BB962C8B-B14F-4D97-AF65-F5344CB8AC3E}">
        <p14:creationId xmlns:p14="http://schemas.microsoft.com/office/powerpoint/2010/main" val="1217512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12C1F-DF03-8332-7723-4983D66FB6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636BB0-CE1F-BE7B-B26C-6B291C466E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E93B04-42C2-1C47-8952-65C3BB0C4C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1AFA39-9EBF-1653-9D8A-1521E9E2B83F}"/>
              </a:ext>
            </a:extLst>
          </p:cNvPr>
          <p:cNvSpPr>
            <a:spLocks noGrp="1"/>
          </p:cNvSpPr>
          <p:nvPr>
            <p:ph type="dt" sz="half" idx="10"/>
          </p:nvPr>
        </p:nvSpPr>
        <p:spPr/>
        <p:txBody>
          <a:bodyPr/>
          <a:lstStyle/>
          <a:p>
            <a:fld id="{23B8B873-7CF7-4BB6-816D-922D49F1FDC3}" type="datetimeFigureOut">
              <a:rPr lang="en-US" smtClean="0"/>
              <a:t>9/28/2026</a:t>
            </a:fld>
            <a:endParaRPr lang="en-US"/>
          </a:p>
        </p:txBody>
      </p:sp>
      <p:sp>
        <p:nvSpPr>
          <p:cNvPr id="6" name="Footer Placeholder 5">
            <a:extLst>
              <a:ext uri="{FF2B5EF4-FFF2-40B4-BE49-F238E27FC236}">
                <a16:creationId xmlns:a16="http://schemas.microsoft.com/office/drawing/2014/main" id="{4E5A06FB-1C5E-F83B-E05D-DD4B99FE35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8C2EA9-2743-3264-1A09-E5429B1103F5}"/>
              </a:ext>
            </a:extLst>
          </p:cNvPr>
          <p:cNvSpPr>
            <a:spLocks noGrp="1"/>
          </p:cNvSpPr>
          <p:nvPr>
            <p:ph type="sldNum" sz="quarter" idx="12"/>
          </p:nvPr>
        </p:nvSpPr>
        <p:spPr/>
        <p:txBody>
          <a:bodyPr/>
          <a:lstStyle/>
          <a:p>
            <a:fld id="{1CCB76A2-CBFB-46C7-B3D5-813443640D7A}" type="slidenum">
              <a:rPr lang="en-US" smtClean="0"/>
              <a:t>‹#›</a:t>
            </a:fld>
            <a:endParaRPr lang="en-US"/>
          </a:p>
        </p:txBody>
      </p:sp>
    </p:spTree>
    <p:extLst>
      <p:ext uri="{BB962C8B-B14F-4D97-AF65-F5344CB8AC3E}">
        <p14:creationId xmlns:p14="http://schemas.microsoft.com/office/powerpoint/2010/main" val="3884376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5EF80-AE9D-20E4-45E7-2C56B6711F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8FB2E5C-2D14-4700-CF6E-9D86CA5FC3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139AE6-67FC-2665-87CF-ECC1EDC5E0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66D46D-F5A6-E035-99F3-B828DA85F3AF}"/>
              </a:ext>
            </a:extLst>
          </p:cNvPr>
          <p:cNvSpPr>
            <a:spLocks noGrp="1"/>
          </p:cNvSpPr>
          <p:nvPr>
            <p:ph type="dt" sz="half" idx="10"/>
          </p:nvPr>
        </p:nvSpPr>
        <p:spPr/>
        <p:txBody>
          <a:bodyPr/>
          <a:lstStyle/>
          <a:p>
            <a:fld id="{23B8B873-7CF7-4BB6-816D-922D49F1FDC3}" type="datetimeFigureOut">
              <a:rPr lang="en-US" smtClean="0"/>
              <a:t>9/28/2026</a:t>
            </a:fld>
            <a:endParaRPr lang="en-US"/>
          </a:p>
        </p:txBody>
      </p:sp>
      <p:sp>
        <p:nvSpPr>
          <p:cNvPr id="6" name="Footer Placeholder 5">
            <a:extLst>
              <a:ext uri="{FF2B5EF4-FFF2-40B4-BE49-F238E27FC236}">
                <a16:creationId xmlns:a16="http://schemas.microsoft.com/office/drawing/2014/main" id="{E62AE06B-DCE4-8730-7225-F7D6384DE6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021823-1492-1F1D-8DB1-4B42B95BBCB3}"/>
              </a:ext>
            </a:extLst>
          </p:cNvPr>
          <p:cNvSpPr>
            <a:spLocks noGrp="1"/>
          </p:cNvSpPr>
          <p:nvPr>
            <p:ph type="sldNum" sz="quarter" idx="12"/>
          </p:nvPr>
        </p:nvSpPr>
        <p:spPr/>
        <p:txBody>
          <a:bodyPr/>
          <a:lstStyle/>
          <a:p>
            <a:fld id="{1CCB76A2-CBFB-46C7-B3D5-813443640D7A}" type="slidenum">
              <a:rPr lang="en-US" smtClean="0"/>
              <a:t>‹#›</a:t>
            </a:fld>
            <a:endParaRPr lang="en-US"/>
          </a:p>
        </p:txBody>
      </p:sp>
    </p:spTree>
    <p:extLst>
      <p:ext uri="{BB962C8B-B14F-4D97-AF65-F5344CB8AC3E}">
        <p14:creationId xmlns:p14="http://schemas.microsoft.com/office/powerpoint/2010/main" val="2515809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62B89-3A0D-DF2C-6AF6-D7BDFEBC0D8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A6C9D7-BBB5-9A0A-B6EB-C8A4891F5F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E16E49-AB59-DE73-7CAE-608E43AE9779}"/>
              </a:ext>
            </a:extLst>
          </p:cNvPr>
          <p:cNvSpPr>
            <a:spLocks noGrp="1"/>
          </p:cNvSpPr>
          <p:nvPr>
            <p:ph type="dt" sz="half" idx="10"/>
          </p:nvPr>
        </p:nvSpPr>
        <p:spPr/>
        <p:txBody>
          <a:bodyPr/>
          <a:lstStyle/>
          <a:p>
            <a:fld id="{23B8B873-7CF7-4BB6-816D-922D49F1FDC3}" type="datetimeFigureOut">
              <a:rPr lang="en-US" smtClean="0"/>
              <a:t>9/28/2026</a:t>
            </a:fld>
            <a:endParaRPr lang="en-US"/>
          </a:p>
        </p:txBody>
      </p:sp>
      <p:sp>
        <p:nvSpPr>
          <p:cNvPr id="5" name="Footer Placeholder 4">
            <a:extLst>
              <a:ext uri="{FF2B5EF4-FFF2-40B4-BE49-F238E27FC236}">
                <a16:creationId xmlns:a16="http://schemas.microsoft.com/office/drawing/2014/main" id="{60FADBB7-9960-7D78-A16C-C1AE58449E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87B0A4-E2AD-4B01-59AC-1D822C4C5E4A}"/>
              </a:ext>
            </a:extLst>
          </p:cNvPr>
          <p:cNvSpPr>
            <a:spLocks noGrp="1"/>
          </p:cNvSpPr>
          <p:nvPr>
            <p:ph type="sldNum" sz="quarter" idx="12"/>
          </p:nvPr>
        </p:nvSpPr>
        <p:spPr/>
        <p:txBody>
          <a:bodyPr/>
          <a:lstStyle/>
          <a:p>
            <a:fld id="{1CCB76A2-CBFB-46C7-B3D5-813443640D7A}" type="slidenum">
              <a:rPr lang="en-US" smtClean="0"/>
              <a:t>‹#›</a:t>
            </a:fld>
            <a:endParaRPr lang="en-US"/>
          </a:p>
        </p:txBody>
      </p:sp>
    </p:spTree>
    <p:extLst>
      <p:ext uri="{BB962C8B-B14F-4D97-AF65-F5344CB8AC3E}">
        <p14:creationId xmlns:p14="http://schemas.microsoft.com/office/powerpoint/2010/main" val="2926801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D63FA1-E718-9DDC-D3C1-F25C8CAA11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BAB71F-70D4-BF5A-E79F-98E39278FD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C1686B-8E4D-5318-B082-41A8965654AC}"/>
              </a:ext>
            </a:extLst>
          </p:cNvPr>
          <p:cNvSpPr>
            <a:spLocks noGrp="1"/>
          </p:cNvSpPr>
          <p:nvPr>
            <p:ph type="dt" sz="half" idx="10"/>
          </p:nvPr>
        </p:nvSpPr>
        <p:spPr/>
        <p:txBody>
          <a:bodyPr/>
          <a:lstStyle/>
          <a:p>
            <a:fld id="{23B8B873-7CF7-4BB6-816D-922D49F1FDC3}" type="datetimeFigureOut">
              <a:rPr lang="en-US" smtClean="0"/>
              <a:t>9/28/2026</a:t>
            </a:fld>
            <a:endParaRPr lang="en-US"/>
          </a:p>
        </p:txBody>
      </p:sp>
      <p:sp>
        <p:nvSpPr>
          <p:cNvPr id="5" name="Footer Placeholder 4">
            <a:extLst>
              <a:ext uri="{FF2B5EF4-FFF2-40B4-BE49-F238E27FC236}">
                <a16:creationId xmlns:a16="http://schemas.microsoft.com/office/drawing/2014/main" id="{E029D27B-5194-8073-CADB-AE9AAAD4BF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A81F07-4C4B-1C2C-F203-EDA99C2EF511}"/>
              </a:ext>
            </a:extLst>
          </p:cNvPr>
          <p:cNvSpPr>
            <a:spLocks noGrp="1"/>
          </p:cNvSpPr>
          <p:nvPr>
            <p:ph type="sldNum" sz="quarter" idx="12"/>
          </p:nvPr>
        </p:nvSpPr>
        <p:spPr/>
        <p:txBody>
          <a:bodyPr/>
          <a:lstStyle/>
          <a:p>
            <a:fld id="{1CCB76A2-CBFB-46C7-B3D5-813443640D7A}" type="slidenum">
              <a:rPr lang="en-US" smtClean="0"/>
              <a:t>‹#›</a:t>
            </a:fld>
            <a:endParaRPr lang="en-US"/>
          </a:p>
        </p:txBody>
      </p:sp>
    </p:spTree>
    <p:extLst>
      <p:ext uri="{BB962C8B-B14F-4D97-AF65-F5344CB8AC3E}">
        <p14:creationId xmlns:p14="http://schemas.microsoft.com/office/powerpoint/2010/main" val="1533890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noRot="1" noMove="1" noResize="1" noEditPoints="1" noAdjustHandles="1" noChangeArrowheads="1" noChangeShapeType="1"/>
          </p:cNvSpPr>
          <p:nvPr>
            <p:ph type="title"/>
          </p:nvPr>
        </p:nvSpPr>
        <p:spPr bwMode="auto">
          <a:xfrm>
            <a:off x="1016000" y="609600"/>
            <a:ext cx="10363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noRot="1" noMove="1" noResize="1" noEditPoints="1" noAdjustHandles="1" noChangeArrowheads="1" noChangeShapeType="1"/>
          </p:cNvSpPr>
          <p:nvPr>
            <p:ph type="body" idx="1"/>
          </p:nvPr>
        </p:nvSpPr>
        <p:spPr bwMode="auto">
          <a:xfrm>
            <a:off x="1016000" y="1447800"/>
            <a:ext cx="103632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p:cNvSpPr>
            <a:spLocks noGrp="1"/>
          </p:cNvSpPr>
          <p:nvPr>
            <p:ph type="sldNum" sz="quarter" idx="4"/>
          </p:nvPr>
        </p:nvSpPr>
        <p:spPr>
          <a:xfrm>
            <a:off x="999277" y="6402467"/>
            <a:ext cx="931124" cy="365125"/>
          </a:xfrm>
          <a:prstGeom prst="rect">
            <a:avLst/>
          </a:prstGeom>
        </p:spPr>
        <p:txBody>
          <a:bodyPr vert="horz" wrap="square" lIns="91440" tIns="45720" rIns="91440" bIns="45720" numCol="1" anchor="ctr" anchorCtr="0" compatLnSpc="1">
            <a:prstTxWarp prst="textNoShape">
              <a:avLst/>
            </a:prstTxWarp>
          </a:bodyPr>
          <a:lstStyle>
            <a:lvl1pPr algn="l">
              <a:defRPr sz="1000" i="1">
                <a:solidFill>
                  <a:schemeClr val="tx1">
                    <a:lumMod val="50000"/>
                    <a:lumOff val="50000"/>
                  </a:schemeClr>
                </a:solidFill>
                <a:latin typeface="Calibri" panose="020F0502020204030204" pitchFamily="34" charset="0"/>
              </a:defRPr>
            </a:lvl1pPr>
          </a:lstStyle>
          <a:p>
            <a:pPr algn="l"/>
            <a:fld id="{1DE87FD1-75B5-47E4-A5E9-E1601ADB60FC}" type="slidenum">
              <a:rPr lang="en-US" altLang="en-US" smtClean="0"/>
              <a:pPr algn="l"/>
              <a:t>‹#›</a:t>
            </a:fld>
            <a:endParaRPr lang="en-US" altLang="en-US"/>
          </a:p>
        </p:txBody>
      </p:sp>
      <p:cxnSp>
        <p:nvCxnSpPr>
          <p:cNvPr id="3" name="Straight Connector 2">
            <a:extLst>
              <a:ext uri="{FF2B5EF4-FFF2-40B4-BE49-F238E27FC236}">
                <a16:creationId xmlns:a16="http://schemas.microsoft.com/office/drawing/2014/main" id="{681F3BD8-2771-4BC1-3183-508E4E749022}"/>
              </a:ext>
            </a:extLst>
          </p:cNvPr>
          <p:cNvCxnSpPr>
            <a:cxnSpLocks/>
          </p:cNvCxnSpPr>
          <p:nvPr userDrawn="1"/>
        </p:nvCxnSpPr>
        <p:spPr>
          <a:xfrm flipV="1">
            <a:off x="1028818" y="6312056"/>
            <a:ext cx="10337567" cy="12544"/>
          </a:xfrm>
          <a:prstGeom prst="line">
            <a:avLst/>
          </a:prstGeom>
          <a:ln>
            <a:solidFill>
              <a:schemeClr val="bg1">
                <a:lumMod val="75000"/>
              </a:schemeClr>
            </a:solidFill>
          </a:ln>
        </p:spPr>
        <p:style>
          <a:lnRef idx="1">
            <a:schemeClr val="dk1"/>
          </a:lnRef>
          <a:fillRef idx="0">
            <a:schemeClr val="dk1"/>
          </a:fillRef>
          <a:effectRef idx="0">
            <a:schemeClr val="dk1"/>
          </a:effectRef>
          <a:fontRef idx="minor">
            <a:schemeClr val="tx1"/>
          </a:fontRef>
        </p:style>
      </p:cxnSp>
    </p:spTree>
  </p:cSld>
  <p:clrMap bg1="lt1" tx1="dk1" bg2="lt2" tx2="dk2" accent1="accent1" accent2="accent2" accent3="accent3" accent4="accent4" accent5="accent5" accent6="accent6" hlink="hlink" folHlink="folHlink"/>
  <p:sldLayoutIdLst>
    <p:sldLayoutId id="2147483906" r:id="rId1"/>
    <p:sldLayoutId id="2147483915" r:id="rId2"/>
    <p:sldLayoutId id="2147483885" r:id="rId3"/>
    <p:sldLayoutId id="2147483884" r:id="rId4"/>
    <p:sldLayoutId id="2147483886" r:id="rId5"/>
    <p:sldLayoutId id="2147483924" r:id="rId6"/>
    <p:sldLayoutId id="2147483888" r:id="rId7"/>
    <p:sldLayoutId id="2147483889" r:id="rId8"/>
    <p:sldLayoutId id="2147483937" r:id="rId9"/>
  </p:sldLayoutIdLst>
  <p:transition>
    <p:fade/>
  </p:transition>
  <p:hf hdr="0" ftr="0" dt="0"/>
  <p:txStyles>
    <p:titleStyle>
      <a:lvl1pPr algn="l" defTabSz="457200" rtl="0" eaLnBrk="1" fontAlgn="base" hangingPunct="1">
        <a:spcBef>
          <a:spcPct val="0"/>
        </a:spcBef>
        <a:spcAft>
          <a:spcPct val="0"/>
        </a:spcAft>
        <a:defRPr sz="3200" b="0" kern="1200" cap="all" baseline="0">
          <a:solidFill>
            <a:srgbClr val="0077C8"/>
          </a:solidFill>
          <a:latin typeface="Calibri" panose="020F0502020204030204" pitchFamily="34" charset="0"/>
          <a:ea typeface="MS PGothic" pitchFamily="34" charset="-128"/>
          <a:cs typeface="Arial" pitchFamily="34" charset="0"/>
        </a:defRPr>
      </a:lvl1pPr>
      <a:lvl2pPr algn="l" defTabSz="457200" rtl="0" eaLnBrk="1" fontAlgn="base" hangingPunct="1">
        <a:spcBef>
          <a:spcPct val="0"/>
        </a:spcBef>
        <a:spcAft>
          <a:spcPct val="0"/>
        </a:spcAft>
        <a:defRPr sz="3200" b="1">
          <a:solidFill>
            <a:srgbClr val="376092"/>
          </a:solidFill>
          <a:latin typeface="Trebuchet MS" pitchFamily="34" charset="0"/>
          <a:ea typeface="MS PGothic" pitchFamily="34" charset="-128"/>
          <a:cs typeface="Arial" pitchFamily="34" charset="0"/>
        </a:defRPr>
      </a:lvl2pPr>
      <a:lvl3pPr algn="l" defTabSz="457200" rtl="0" eaLnBrk="1" fontAlgn="base" hangingPunct="1">
        <a:spcBef>
          <a:spcPct val="0"/>
        </a:spcBef>
        <a:spcAft>
          <a:spcPct val="0"/>
        </a:spcAft>
        <a:defRPr sz="3200" b="1">
          <a:solidFill>
            <a:srgbClr val="376092"/>
          </a:solidFill>
          <a:latin typeface="Trebuchet MS" pitchFamily="34" charset="0"/>
          <a:ea typeface="MS PGothic" pitchFamily="34" charset="-128"/>
          <a:cs typeface="Arial" pitchFamily="34" charset="0"/>
        </a:defRPr>
      </a:lvl3pPr>
      <a:lvl4pPr algn="l" defTabSz="457200" rtl="0" eaLnBrk="1" fontAlgn="base" hangingPunct="1">
        <a:spcBef>
          <a:spcPct val="0"/>
        </a:spcBef>
        <a:spcAft>
          <a:spcPct val="0"/>
        </a:spcAft>
        <a:defRPr sz="3200" b="1">
          <a:solidFill>
            <a:srgbClr val="376092"/>
          </a:solidFill>
          <a:latin typeface="Trebuchet MS" pitchFamily="34" charset="0"/>
          <a:ea typeface="MS PGothic" pitchFamily="34" charset="-128"/>
          <a:cs typeface="Arial" pitchFamily="34" charset="0"/>
        </a:defRPr>
      </a:lvl4pPr>
      <a:lvl5pPr algn="l" defTabSz="457200" rtl="0" eaLnBrk="1" fontAlgn="base" hangingPunct="1">
        <a:spcBef>
          <a:spcPct val="0"/>
        </a:spcBef>
        <a:spcAft>
          <a:spcPct val="0"/>
        </a:spcAft>
        <a:defRPr sz="3200" b="1">
          <a:solidFill>
            <a:srgbClr val="376092"/>
          </a:solidFill>
          <a:latin typeface="Trebuchet MS" pitchFamily="34" charset="0"/>
          <a:ea typeface="MS PGothic" pitchFamily="34" charset="-128"/>
          <a:cs typeface="Arial" pitchFamily="34" charset="0"/>
        </a:defRPr>
      </a:lvl5pPr>
      <a:lvl6pPr marL="457200" algn="ctr" defTabSz="457200" rtl="0" eaLnBrk="1" fontAlgn="base" hangingPunct="1">
        <a:spcBef>
          <a:spcPct val="0"/>
        </a:spcBef>
        <a:spcAft>
          <a:spcPct val="0"/>
        </a:spcAft>
        <a:defRPr sz="4400">
          <a:solidFill>
            <a:schemeClr val="tx1"/>
          </a:solidFill>
          <a:latin typeface="Univers 65 Bold" charset="0"/>
          <a:ea typeface="ＭＳ Ｐゴシック" charset="0"/>
        </a:defRPr>
      </a:lvl6pPr>
      <a:lvl7pPr marL="914400" algn="ctr" defTabSz="457200" rtl="0" eaLnBrk="1" fontAlgn="base" hangingPunct="1">
        <a:spcBef>
          <a:spcPct val="0"/>
        </a:spcBef>
        <a:spcAft>
          <a:spcPct val="0"/>
        </a:spcAft>
        <a:defRPr sz="4400">
          <a:solidFill>
            <a:schemeClr val="tx1"/>
          </a:solidFill>
          <a:latin typeface="Univers 65 Bold" charset="0"/>
          <a:ea typeface="ＭＳ Ｐゴシック" charset="0"/>
        </a:defRPr>
      </a:lvl7pPr>
      <a:lvl8pPr marL="1371600" algn="ctr" defTabSz="457200" rtl="0" eaLnBrk="1" fontAlgn="base" hangingPunct="1">
        <a:spcBef>
          <a:spcPct val="0"/>
        </a:spcBef>
        <a:spcAft>
          <a:spcPct val="0"/>
        </a:spcAft>
        <a:defRPr sz="4400">
          <a:solidFill>
            <a:schemeClr val="tx1"/>
          </a:solidFill>
          <a:latin typeface="Univers 65 Bold" charset="0"/>
          <a:ea typeface="ＭＳ Ｐゴシック" charset="0"/>
        </a:defRPr>
      </a:lvl8pPr>
      <a:lvl9pPr marL="1828800" algn="ctr" defTabSz="457200" rtl="0" eaLnBrk="1" fontAlgn="base" hangingPunct="1">
        <a:spcBef>
          <a:spcPct val="0"/>
        </a:spcBef>
        <a:spcAft>
          <a:spcPct val="0"/>
        </a:spcAft>
        <a:defRPr sz="4400">
          <a:solidFill>
            <a:schemeClr val="tx1"/>
          </a:solidFill>
          <a:latin typeface="Univers 65 Bold" charset="0"/>
          <a:ea typeface="ＭＳ Ｐゴシック" charset="0"/>
        </a:defRPr>
      </a:lvl9pPr>
    </p:titleStyle>
    <p:bodyStyle>
      <a:lvl1pPr marL="285750" indent="-285750" algn="l" defTabSz="457200" rtl="0" eaLnBrk="1" fontAlgn="base" hangingPunct="1">
        <a:spcBef>
          <a:spcPct val="20000"/>
        </a:spcBef>
        <a:spcAft>
          <a:spcPct val="0"/>
        </a:spcAft>
        <a:buClr>
          <a:schemeClr val="tx2"/>
        </a:buClr>
        <a:buSzPct val="90000"/>
        <a:buFont typeface="Wingdings" panose="05000000000000000000" pitchFamily="2" charset="2"/>
        <a:buChar char="§"/>
        <a:defRPr sz="2800" kern="1200">
          <a:solidFill>
            <a:schemeClr val="tx1"/>
          </a:solidFill>
          <a:latin typeface="+mn-lt"/>
          <a:ea typeface="MS PGothic" pitchFamily="34" charset="-128"/>
          <a:cs typeface="Arial" pitchFamily="34" charset="0"/>
        </a:defRPr>
      </a:lvl1pPr>
      <a:lvl2pPr marL="228600" indent="-228600" algn="l" defTabSz="457200" rtl="0" eaLnBrk="1" fontAlgn="base" hangingPunct="1">
        <a:spcBef>
          <a:spcPct val="20000"/>
        </a:spcBef>
        <a:spcAft>
          <a:spcPct val="0"/>
        </a:spcAft>
        <a:buClr>
          <a:schemeClr val="tx2"/>
        </a:buClr>
        <a:buSzPct val="85000"/>
        <a:buFont typeface="Wingdings" panose="05000000000000000000" pitchFamily="2" charset="2"/>
        <a:buChar char="§"/>
        <a:defRPr sz="2400" b="1" kern="1200">
          <a:solidFill>
            <a:srgbClr val="404040"/>
          </a:solidFill>
          <a:latin typeface="+mn-lt"/>
          <a:ea typeface="MS PGothic" pitchFamily="34" charset="-128"/>
          <a:cs typeface="Arial" pitchFamily="34" charset="0"/>
        </a:defRPr>
      </a:lvl2pPr>
      <a:lvl3pPr marL="571500" indent="-228600" algn="l" defTabSz="457200" rtl="0" eaLnBrk="1" fontAlgn="base" hangingPunct="1">
        <a:spcBef>
          <a:spcPct val="20000"/>
        </a:spcBef>
        <a:spcAft>
          <a:spcPct val="0"/>
        </a:spcAft>
        <a:buClr>
          <a:schemeClr val="tx2"/>
        </a:buClr>
        <a:buFont typeface="Arial" panose="020B0604020202020204" pitchFamily="34" charset="0"/>
        <a:buChar char="•"/>
        <a:defRPr sz="2400" kern="1200">
          <a:solidFill>
            <a:srgbClr val="404040"/>
          </a:solidFill>
          <a:latin typeface="+mn-lt"/>
          <a:ea typeface="MS PGothic" pitchFamily="34" charset="-128"/>
          <a:cs typeface="Arial" pitchFamily="34" charset="0"/>
        </a:defRPr>
      </a:lvl3pPr>
      <a:lvl4pPr marL="800100" indent="-228600" algn="l" defTabSz="457200" rtl="0" eaLnBrk="1" fontAlgn="base" hangingPunct="1">
        <a:spcBef>
          <a:spcPct val="20000"/>
        </a:spcBef>
        <a:spcAft>
          <a:spcPct val="0"/>
        </a:spcAft>
        <a:buClr>
          <a:schemeClr val="tx2"/>
        </a:buClr>
        <a:buSzPct val="85000"/>
        <a:buFont typeface="Courier New" panose="02070309020205020404" pitchFamily="49" charset="0"/>
        <a:buChar char="o"/>
        <a:defRPr sz="2000" kern="1200">
          <a:solidFill>
            <a:srgbClr val="404040"/>
          </a:solidFill>
          <a:latin typeface="+mn-lt"/>
          <a:ea typeface="MS PGothic" pitchFamily="34" charset="-128"/>
          <a:cs typeface="Arial" pitchFamily="34" charset="0"/>
        </a:defRPr>
      </a:lvl4pPr>
      <a:lvl5pPr marL="1028700" indent="-228600" algn="l" defTabSz="457200" rtl="0" eaLnBrk="1" fontAlgn="base" hangingPunct="1">
        <a:spcBef>
          <a:spcPct val="20000"/>
        </a:spcBef>
        <a:spcAft>
          <a:spcPct val="0"/>
        </a:spcAft>
        <a:buClr>
          <a:schemeClr val="tx2"/>
        </a:buClr>
        <a:buSzPct val="50000"/>
        <a:buFont typeface="Lucida Grande"/>
        <a:buChar char="▶"/>
        <a:defRPr sz="2000" i="1" kern="1200">
          <a:solidFill>
            <a:srgbClr val="404040"/>
          </a:solidFill>
          <a:latin typeface="Calibri" panose="020F0502020204030204" pitchFamily="34" charset="0"/>
          <a:ea typeface="MS PGothic" pitchFamily="34" charset="-128"/>
          <a:cs typeface="Arial" pitchFamily="34" charset="0"/>
        </a:defRPr>
      </a:lvl5pPr>
      <a:lvl6pPr marL="2514600" indent="-228600" algn="l" defTabSz="457200" rtl="0" eaLnBrk="1" latinLnBrk="0" hangingPunct="1">
        <a:spcBef>
          <a:spcPct val="20000"/>
        </a:spcBef>
        <a:buClr>
          <a:srgbClr val="DA3922"/>
        </a:buClr>
        <a:buSzPct val="50000"/>
        <a:buFont typeface="Lucida Grande"/>
        <a:buChar char="▶"/>
        <a:defRPr sz="2000" i="1" kern="1200">
          <a:solidFill>
            <a:srgbClr val="404040"/>
          </a:solidFill>
          <a:latin typeface="Arial"/>
          <a:ea typeface="+mn-ea"/>
          <a:cs typeface="Arial"/>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1D0726-62D5-B2BA-651F-BA3720B1CC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149DB5-131F-2229-32E5-AB44D3DD62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1C2274-FB6C-9CA6-517A-1A40054286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B8B873-7CF7-4BB6-816D-922D49F1FDC3}" type="datetimeFigureOut">
              <a:rPr lang="en-US" smtClean="0"/>
              <a:t>9/28/2026</a:t>
            </a:fld>
            <a:endParaRPr lang="en-US"/>
          </a:p>
        </p:txBody>
      </p:sp>
      <p:sp>
        <p:nvSpPr>
          <p:cNvPr id="5" name="Footer Placeholder 4">
            <a:extLst>
              <a:ext uri="{FF2B5EF4-FFF2-40B4-BE49-F238E27FC236}">
                <a16:creationId xmlns:a16="http://schemas.microsoft.com/office/drawing/2014/main" id="{0F23E4C3-E126-D559-1D72-887CE02255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F5389FD-7CA2-A486-127D-ADE60BDE65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CB76A2-CBFB-46C7-B3D5-813443640D7A}" type="slidenum">
              <a:rPr lang="en-US" smtClean="0"/>
              <a:t>‹#›</a:t>
            </a:fld>
            <a:endParaRPr lang="en-US"/>
          </a:p>
        </p:txBody>
      </p:sp>
    </p:spTree>
    <p:extLst>
      <p:ext uri="{BB962C8B-B14F-4D97-AF65-F5344CB8AC3E}">
        <p14:creationId xmlns:p14="http://schemas.microsoft.com/office/powerpoint/2010/main" val="1148765171"/>
      </p:ext>
    </p:extLst>
  </p:cSld>
  <p:clrMap bg1="lt1" tx1="dk1" bg2="lt2" tx2="dk2" accent1="accent1" accent2="accent2" accent3="accent3" accent4="accent4" accent5="accent5" accent6="accent6" hlink="hlink" folHlink="folHlink"/>
  <p:sldLayoutIdLst>
    <p:sldLayoutId id="2147483926" r:id="rId1"/>
    <p:sldLayoutId id="2147483927" r:id="rId2"/>
    <p:sldLayoutId id="2147483928" r:id="rId3"/>
    <p:sldLayoutId id="2147483929" r:id="rId4"/>
    <p:sldLayoutId id="2147483930" r:id="rId5"/>
    <p:sldLayoutId id="2147483931" r:id="rId6"/>
    <p:sldLayoutId id="2147483932" r:id="rId7"/>
    <p:sldLayoutId id="2147483933" r:id="rId8"/>
    <p:sldLayoutId id="2147483934" r:id="rId9"/>
    <p:sldLayoutId id="2147483935" r:id="rId10"/>
    <p:sldLayoutId id="214748393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svg"/><Relationship Id="rId9" Type="http://schemas.microsoft.com/office/2007/relationships/diagramDrawing" Target="../diagrams/drawing1.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3.png"/><Relationship Id="rId7" Type="http://schemas.openxmlformats.org/officeDocument/2006/relationships/diagramQuickStyle" Target="../diagrams/quickStyle2.xml"/><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4.svg"/><Relationship Id="rId9" Type="http://schemas.microsoft.com/office/2007/relationships/diagramDrawing" Target="../diagrams/drawin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6.pn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7.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54.png"/><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6.png"/><Relationship Id="rId1" Type="http://schemas.openxmlformats.org/officeDocument/2006/relationships/slideLayout" Target="../slideLayouts/slideLayout7.xml"/><Relationship Id="rId5" Type="http://schemas.openxmlformats.org/officeDocument/2006/relationships/image" Target="../media/image57.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56.png"/><Relationship Id="rId3" Type="http://schemas.openxmlformats.org/officeDocument/2006/relationships/image" Target="../media/image37.png"/><Relationship Id="rId7" Type="http://schemas.openxmlformats.org/officeDocument/2006/relationships/image" Target="../media/image60.png"/><Relationship Id="rId12" Type="http://schemas.openxmlformats.org/officeDocument/2006/relationships/image" Target="../media/image36.pn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59.png"/><Relationship Id="rId11" Type="http://schemas.openxmlformats.org/officeDocument/2006/relationships/image" Target="../media/image51.png"/><Relationship Id="rId5" Type="http://schemas.openxmlformats.org/officeDocument/2006/relationships/image" Target="../media/image58.png"/><Relationship Id="rId10" Type="http://schemas.openxmlformats.org/officeDocument/2006/relationships/image" Target="../media/image33.png"/><Relationship Id="rId4" Type="http://schemas.openxmlformats.org/officeDocument/2006/relationships/image" Target="../media/image26.png"/><Relationship Id="rId9" Type="http://schemas.openxmlformats.org/officeDocument/2006/relationships/image" Target="../media/image46.png"/><Relationship Id="rId14"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30.png"/><Relationship Id="rId7" Type="http://schemas.openxmlformats.org/officeDocument/2006/relationships/image" Target="../media/image36.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6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79230F3-C1E4-4091-9387-49358E40BFEC}"/>
              </a:ext>
            </a:extLst>
          </p:cNvPr>
          <p:cNvSpPr>
            <a:spLocks noGrp="1"/>
          </p:cNvSpPr>
          <p:nvPr>
            <p:ph type="ctrTitle"/>
          </p:nvPr>
        </p:nvSpPr>
        <p:spPr/>
        <p:txBody>
          <a:bodyPr/>
          <a:lstStyle/>
          <a:p>
            <a:r>
              <a:rPr lang="en-US"/>
              <a:t>507 &amp; 510: Workshop_09/24 – 09/25</a:t>
            </a:r>
            <a:endParaRPr lang="en-US" sz="1400"/>
          </a:p>
        </p:txBody>
      </p:sp>
    </p:spTree>
    <p:extLst>
      <p:ext uri="{BB962C8B-B14F-4D97-AF65-F5344CB8AC3E}">
        <p14:creationId xmlns:p14="http://schemas.microsoft.com/office/powerpoint/2010/main" val="215857873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2060ED-8B8F-63F1-397E-D3E5C2420B7A}"/>
              </a:ext>
            </a:extLst>
          </p:cNvPr>
          <p:cNvSpPr>
            <a:spLocks noGrp="1"/>
          </p:cNvSpPr>
          <p:nvPr>
            <p:ph type="title"/>
          </p:nvPr>
        </p:nvSpPr>
        <p:spPr/>
        <p:txBody>
          <a:bodyPr/>
          <a:lstStyle/>
          <a:p>
            <a:r>
              <a:rPr lang="en-IN"/>
              <a:t>Agenda</a:t>
            </a:r>
          </a:p>
        </p:txBody>
      </p:sp>
      <p:sp>
        <p:nvSpPr>
          <p:cNvPr id="6" name="Content Placeholder 5">
            <a:extLst>
              <a:ext uri="{FF2B5EF4-FFF2-40B4-BE49-F238E27FC236}">
                <a16:creationId xmlns:a16="http://schemas.microsoft.com/office/drawing/2014/main" id="{F671E718-14BF-B0DC-1C79-9550A8DD496B}"/>
              </a:ext>
            </a:extLst>
          </p:cNvPr>
          <p:cNvSpPr>
            <a:spLocks noGrp="1"/>
          </p:cNvSpPr>
          <p:nvPr>
            <p:ph idx="1"/>
          </p:nvPr>
        </p:nvSpPr>
        <p:spPr/>
        <p:txBody>
          <a:bodyPr/>
          <a:lstStyle/>
          <a:p>
            <a:r>
              <a:rPr lang="en-IN"/>
              <a:t>Review status of Sprint 1</a:t>
            </a:r>
          </a:p>
          <a:p>
            <a:endParaRPr lang="en-IN"/>
          </a:p>
          <a:p>
            <a:r>
              <a:rPr lang="en-IN"/>
              <a:t>Review status of Sprint 2</a:t>
            </a:r>
          </a:p>
          <a:p>
            <a:endParaRPr lang="en-IN"/>
          </a:p>
          <a:p>
            <a:r>
              <a:rPr lang="en-IN"/>
              <a:t>Review and confirm the end – end process </a:t>
            </a:r>
          </a:p>
          <a:p>
            <a:endParaRPr lang="en-IN"/>
          </a:p>
          <a:p>
            <a:r>
              <a:rPr lang="en-IN"/>
              <a:t>Walk thru of Copilot use case</a:t>
            </a:r>
          </a:p>
          <a:p>
            <a:endParaRPr lang="en-IN"/>
          </a:p>
        </p:txBody>
      </p:sp>
    </p:spTree>
    <p:extLst>
      <p:ext uri="{BB962C8B-B14F-4D97-AF65-F5344CB8AC3E}">
        <p14:creationId xmlns:p14="http://schemas.microsoft.com/office/powerpoint/2010/main" val="190488911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D4A54F9-EACF-9443-2E1D-B7A7D1CCB86E}"/>
              </a:ext>
            </a:extLst>
          </p:cNvPr>
          <p:cNvGraphicFramePr>
            <a:graphicFrameLocks noGrp="1"/>
          </p:cNvGraphicFramePr>
          <p:nvPr>
            <p:extLst>
              <p:ext uri="{D42A27DB-BD31-4B8C-83A1-F6EECF244321}">
                <p14:modId xmlns:p14="http://schemas.microsoft.com/office/powerpoint/2010/main" val="3765613664"/>
              </p:ext>
            </p:extLst>
          </p:nvPr>
        </p:nvGraphicFramePr>
        <p:xfrm>
          <a:off x="1050506" y="1546199"/>
          <a:ext cx="10134391" cy="5086319"/>
        </p:xfrm>
        <a:graphic>
          <a:graphicData uri="http://schemas.openxmlformats.org/drawingml/2006/table">
            <a:tbl>
              <a:tblPr>
                <a:tableStyleId>{B301B821-A1FF-4177-AEE7-76D212191A09}</a:tableStyleId>
              </a:tblPr>
              <a:tblGrid>
                <a:gridCol w="2273041">
                  <a:extLst>
                    <a:ext uri="{9D8B030D-6E8A-4147-A177-3AD203B41FA5}">
                      <a16:colId xmlns:a16="http://schemas.microsoft.com/office/drawing/2014/main" val="1812949756"/>
                    </a:ext>
                  </a:extLst>
                </a:gridCol>
                <a:gridCol w="2829626">
                  <a:extLst>
                    <a:ext uri="{9D8B030D-6E8A-4147-A177-3AD203B41FA5}">
                      <a16:colId xmlns:a16="http://schemas.microsoft.com/office/drawing/2014/main" val="3310098850"/>
                    </a:ext>
                  </a:extLst>
                </a:gridCol>
                <a:gridCol w="1828128">
                  <a:extLst>
                    <a:ext uri="{9D8B030D-6E8A-4147-A177-3AD203B41FA5}">
                      <a16:colId xmlns:a16="http://schemas.microsoft.com/office/drawing/2014/main" val="874143599"/>
                    </a:ext>
                  </a:extLst>
                </a:gridCol>
                <a:gridCol w="1601798">
                  <a:extLst>
                    <a:ext uri="{9D8B030D-6E8A-4147-A177-3AD203B41FA5}">
                      <a16:colId xmlns:a16="http://schemas.microsoft.com/office/drawing/2014/main" val="350822215"/>
                    </a:ext>
                  </a:extLst>
                </a:gridCol>
                <a:gridCol w="1601798">
                  <a:extLst>
                    <a:ext uri="{9D8B030D-6E8A-4147-A177-3AD203B41FA5}">
                      <a16:colId xmlns:a16="http://schemas.microsoft.com/office/drawing/2014/main" val="87292006"/>
                    </a:ext>
                  </a:extLst>
                </a:gridCol>
              </a:tblGrid>
              <a:tr h="495029">
                <a:tc>
                  <a:txBody>
                    <a:bodyPr/>
                    <a:lstStyle/>
                    <a:p>
                      <a:pPr algn="ctr">
                        <a:lnSpc>
                          <a:spcPts val="1875"/>
                        </a:lnSpc>
                        <a:buNone/>
                      </a:pPr>
                      <a:r>
                        <a:rPr lang="en-IN" sz="1400" b="1">
                          <a:solidFill>
                            <a:schemeClr val="bg1"/>
                          </a:solidFill>
                          <a:effectLst/>
                        </a:rPr>
                        <a:t>Deliverable</a:t>
                      </a:r>
                      <a:endParaRPr lang="en-IN" sz="1400" b="1">
                        <a:solidFill>
                          <a:schemeClr val="bg1"/>
                        </a:solidFill>
                        <a:effectLst/>
                        <a:latin typeface="+mn-lt"/>
                      </a:endParaRPr>
                    </a:p>
                  </a:txBody>
                  <a:tcPr marR="121920" marT="76200" marB="76200" anchor="ctr">
                    <a:solidFill>
                      <a:srgbClr val="00B0F0"/>
                    </a:solidFill>
                  </a:tcPr>
                </a:tc>
                <a:tc>
                  <a:txBody>
                    <a:bodyPr/>
                    <a:lstStyle/>
                    <a:p>
                      <a:pPr algn="ctr">
                        <a:lnSpc>
                          <a:spcPts val="1875"/>
                        </a:lnSpc>
                        <a:buNone/>
                      </a:pPr>
                      <a:r>
                        <a:rPr lang="en-IN" sz="1400" b="1">
                          <a:solidFill>
                            <a:schemeClr val="bg1"/>
                          </a:solidFill>
                          <a:effectLst/>
                        </a:rPr>
                        <a:t>How It's Driven</a:t>
                      </a:r>
                      <a:endParaRPr lang="en-IN" sz="1400" b="1">
                        <a:solidFill>
                          <a:schemeClr val="bg1"/>
                        </a:solidFill>
                        <a:effectLst/>
                        <a:latin typeface="+mn-lt"/>
                      </a:endParaRPr>
                    </a:p>
                  </a:txBody>
                  <a:tcPr marL="121920" marR="121920" marT="76200" marB="76200" anchor="ctr">
                    <a:solidFill>
                      <a:srgbClr val="00B0F0"/>
                    </a:solidFill>
                  </a:tcPr>
                </a:tc>
                <a:tc>
                  <a:txBody>
                    <a:bodyPr/>
                    <a:lstStyle/>
                    <a:p>
                      <a:pPr algn="ctr">
                        <a:lnSpc>
                          <a:spcPts val="1875"/>
                        </a:lnSpc>
                        <a:buNone/>
                      </a:pPr>
                      <a:r>
                        <a:rPr lang="en-IN" sz="1400" b="1">
                          <a:solidFill>
                            <a:schemeClr val="bg1"/>
                          </a:solidFill>
                          <a:effectLst/>
                        </a:rPr>
                        <a:t>Supporting Templates</a:t>
                      </a:r>
                      <a:endParaRPr lang="en-IN" sz="1400" b="1">
                        <a:solidFill>
                          <a:schemeClr val="bg1"/>
                        </a:solidFill>
                        <a:effectLst/>
                        <a:latin typeface="+mn-lt"/>
                      </a:endParaRPr>
                    </a:p>
                  </a:txBody>
                  <a:tcPr marL="121920" marR="121920" marT="76200" marB="76200" anchor="ctr">
                    <a:solidFill>
                      <a:srgbClr val="00B0F0"/>
                    </a:solidFill>
                  </a:tcPr>
                </a:tc>
                <a:tc>
                  <a:txBody>
                    <a:bodyPr/>
                    <a:lstStyle/>
                    <a:p>
                      <a:pPr algn="ctr">
                        <a:lnSpc>
                          <a:spcPts val="1875"/>
                        </a:lnSpc>
                        <a:buNone/>
                      </a:pPr>
                      <a:r>
                        <a:rPr lang="en-IN" sz="1400" b="1">
                          <a:solidFill>
                            <a:schemeClr val="bg1"/>
                          </a:solidFill>
                          <a:effectLst/>
                          <a:latin typeface="+mn-lt"/>
                        </a:rPr>
                        <a:t>Status</a:t>
                      </a:r>
                    </a:p>
                  </a:txBody>
                  <a:tcPr marL="121920" marR="121920" marT="76200" marB="76200" anchor="ctr">
                    <a:solidFill>
                      <a:srgbClr val="00B0F0"/>
                    </a:solidFill>
                  </a:tcPr>
                </a:tc>
                <a:tc>
                  <a:txBody>
                    <a:bodyPr/>
                    <a:lstStyle/>
                    <a:p>
                      <a:pPr algn="ctr">
                        <a:lnSpc>
                          <a:spcPts val="1875"/>
                        </a:lnSpc>
                        <a:buNone/>
                      </a:pPr>
                      <a:r>
                        <a:rPr lang="en-IN" sz="1400" b="1">
                          <a:solidFill>
                            <a:schemeClr val="bg1"/>
                          </a:solidFill>
                          <a:effectLst/>
                          <a:latin typeface="+mn-lt"/>
                        </a:rPr>
                        <a:t>Accountable</a:t>
                      </a:r>
                    </a:p>
                  </a:txBody>
                  <a:tcPr marL="121920" marR="121920" marT="76200" marB="76200" anchor="ctr">
                    <a:solidFill>
                      <a:srgbClr val="00B0F0"/>
                    </a:solidFill>
                  </a:tcPr>
                </a:tc>
                <a:extLst>
                  <a:ext uri="{0D108BD9-81ED-4DB2-BD59-A6C34878D82A}">
                    <a16:rowId xmlns:a16="http://schemas.microsoft.com/office/drawing/2014/main" val="2666409375"/>
                  </a:ext>
                </a:extLst>
              </a:tr>
              <a:tr h="646108">
                <a:tc>
                  <a:txBody>
                    <a:bodyPr/>
                    <a:lstStyle/>
                    <a:p>
                      <a:pPr>
                        <a:lnSpc>
                          <a:spcPts val="1875"/>
                        </a:lnSpc>
                        <a:buNone/>
                      </a:pPr>
                      <a:r>
                        <a:rPr lang="en-IN" sz="1200" b="1">
                          <a:solidFill>
                            <a:schemeClr val="tx1"/>
                          </a:solidFill>
                          <a:effectLst/>
                        </a:rPr>
                        <a:t>AI Governance Charter and Risk Tiering</a:t>
                      </a:r>
                      <a:endParaRPr lang="en-IN" sz="1200" b="0">
                        <a:solidFill>
                          <a:schemeClr val="tx1"/>
                        </a:solidFill>
                        <a:effectLst/>
                        <a:latin typeface="+mn-lt"/>
                      </a:endParaRPr>
                    </a:p>
                  </a:txBody>
                  <a:tcPr marR="121920" marT="76200" marB="76200" anchor="ctr"/>
                </a:tc>
                <a:tc>
                  <a:txBody>
                    <a:bodyPr/>
                    <a:lstStyle/>
                    <a:p>
                      <a:pPr>
                        <a:lnSpc>
                          <a:spcPts val="1875"/>
                        </a:lnSpc>
                        <a:buNone/>
                      </a:pPr>
                      <a:r>
                        <a:rPr lang="en-IN" sz="1200" b="0">
                          <a:solidFill>
                            <a:schemeClr val="tx1"/>
                          </a:solidFill>
                          <a:effectLst/>
                        </a:rPr>
                        <a:t>The charter is drafted in Sprint 1; risk tiering methodology is initiated.</a:t>
                      </a:r>
                      <a:endParaRPr lang="en-IN" sz="1200" b="0">
                        <a:solidFill>
                          <a:schemeClr val="tx1"/>
                        </a:solidFill>
                        <a:effectLst/>
                        <a:latin typeface="+mn-lt"/>
                      </a:endParaRPr>
                    </a:p>
                  </a:txBody>
                  <a:tcPr marL="121920" marR="121920" marT="76200" marB="76200" anchor="ctr"/>
                </a:tc>
                <a:tc>
                  <a:txBody>
                    <a:bodyPr/>
                    <a:lstStyle/>
                    <a:p>
                      <a:pPr>
                        <a:lnSpc>
                          <a:spcPts val="1875"/>
                        </a:lnSpc>
                        <a:buNone/>
                      </a:pPr>
                      <a:r>
                        <a:rPr lang="en-IN" sz="1200" b="0">
                          <a:solidFill>
                            <a:schemeClr val="tx1"/>
                          </a:solidFill>
                          <a:effectLst/>
                        </a:rPr>
                        <a:t>Committee Charter</a:t>
                      </a:r>
                      <a:endParaRPr lang="en-IN" sz="1200" b="0">
                        <a:solidFill>
                          <a:schemeClr val="tx1"/>
                        </a:solidFill>
                        <a:effectLst/>
                        <a:latin typeface="+mn-lt"/>
                      </a:endParaRPr>
                    </a:p>
                  </a:txBody>
                  <a:tcPr marL="121920" marT="76200" marB="76200" anchor="ctr"/>
                </a:tc>
                <a:tc>
                  <a:txBody>
                    <a:bodyPr/>
                    <a:lstStyle/>
                    <a:p>
                      <a:pPr algn="ctr">
                        <a:lnSpc>
                          <a:spcPts val="1875"/>
                        </a:lnSpc>
                        <a:buNone/>
                      </a:pPr>
                      <a:r>
                        <a:rPr lang="en-IN" sz="1200" b="0">
                          <a:solidFill>
                            <a:schemeClr val="tx1"/>
                          </a:solidFill>
                          <a:effectLst/>
                          <a:latin typeface="+mn-lt"/>
                        </a:rPr>
                        <a:t> 3 Committee Charters is pending</a:t>
                      </a:r>
                    </a:p>
                  </a:txBody>
                  <a:tcPr marL="121920" marT="76200" marB="76200" anchor="ctr"/>
                </a:tc>
                <a:tc>
                  <a:txBody>
                    <a:bodyPr/>
                    <a:lstStyle/>
                    <a:p>
                      <a:pPr algn="ctr">
                        <a:lnSpc>
                          <a:spcPts val="1875"/>
                        </a:lnSpc>
                        <a:buNone/>
                      </a:pPr>
                      <a:endParaRPr lang="en-IN" sz="1200" b="0">
                        <a:solidFill>
                          <a:schemeClr val="tx1"/>
                        </a:solidFill>
                        <a:effectLst/>
                        <a:latin typeface="+mn-lt"/>
                      </a:endParaRPr>
                    </a:p>
                    <a:p>
                      <a:pPr algn="ctr">
                        <a:lnSpc>
                          <a:spcPts val="1875"/>
                        </a:lnSpc>
                        <a:buNone/>
                      </a:pPr>
                      <a:r>
                        <a:rPr lang="en-IN" sz="1200" b="0">
                          <a:solidFill>
                            <a:schemeClr val="tx1"/>
                          </a:solidFill>
                          <a:effectLst/>
                          <a:latin typeface="+mn-lt"/>
                        </a:rPr>
                        <a:t>Cybersecurity/Vendor Committee – Nick and </a:t>
                      </a:r>
                      <a:r>
                        <a:rPr lang="en-IN" sz="1200" b="0" err="1">
                          <a:solidFill>
                            <a:schemeClr val="tx1"/>
                          </a:solidFill>
                          <a:effectLst/>
                          <a:latin typeface="+mn-lt"/>
                        </a:rPr>
                        <a:t>Kuppu</a:t>
                      </a:r>
                      <a:r>
                        <a:rPr lang="en-IN" sz="1200" b="0">
                          <a:solidFill>
                            <a:schemeClr val="tx1"/>
                          </a:solidFill>
                          <a:effectLst/>
                          <a:latin typeface="+mn-lt"/>
                        </a:rPr>
                        <a:t> (10/2)</a:t>
                      </a:r>
                    </a:p>
                    <a:p>
                      <a:pPr algn="ctr">
                        <a:lnSpc>
                          <a:spcPts val="1875"/>
                        </a:lnSpc>
                        <a:buNone/>
                      </a:pPr>
                      <a:r>
                        <a:rPr lang="en-IN" sz="1200" b="0">
                          <a:solidFill>
                            <a:schemeClr val="tx1"/>
                          </a:solidFill>
                          <a:effectLst/>
                          <a:latin typeface="+mn-lt"/>
                        </a:rPr>
                        <a:t>Executive Team – Jason/Sebastian (9/25)</a:t>
                      </a:r>
                    </a:p>
                  </a:txBody>
                  <a:tcPr marL="121920" marT="76200" marB="76200" anchor="ctr"/>
                </a:tc>
                <a:extLst>
                  <a:ext uri="{0D108BD9-81ED-4DB2-BD59-A6C34878D82A}">
                    <a16:rowId xmlns:a16="http://schemas.microsoft.com/office/drawing/2014/main" val="3996596727"/>
                  </a:ext>
                </a:extLst>
              </a:tr>
              <a:tr h="646108">
                <a:tc>
                  <a:txBody>
                    <a:bodyPr/>
                    <a:lstStyle/>
                    <a:p>
                      <a:pPr>
                        <a:lnSpc>
                          <a:spcPts val="1875"/>
                        </a:lnSpc>
                        <a:buNone/>
                      </a:pPr>
                      <a:r>
                        <a:rPr lang="en-IN" sz="1200" b="1">
                          <a:solidFill>
                            <a:schemeClr val="tx1"/>
                          </a:solidFill>
                          <a:effectLst/>
                        </a:rPr>
                        <a:t>AI Inventory and Model Documentation</a:t>
                      </a:r>
                      <a:endParaRPr lang="en-IN" sz="1200" b="0">
                        <a:solidFill>
                          <a:schemeClr val="tx1"/>
                        </a:solidFill>
                        <a:effectLst/>
                        <a:latin typeface="+mn-lt"/>
                      </a:endParaRPr>
                    </a:p>
                  </a:txBody>
                  <a:tcPr marR="121920" marT="76200" marB="76200" anchor="ctr"/>
                </a:tc>
                <a:tc>
                  <a:txBody>
                    <a:bodyPr/>
                    <a:lstStyle/>
                    <a:p>
                      <a:pPr>
                        <a:lnSpc>
                          <a:spcPts val="1875"/>
                        </a:lnSpc>
                        <a:buNone/>
                      </a:pPr>
                      <a:r>
                        <a:rPr lang="en-IN" sz="1200" b="0">
                          <a:solidFill>
                            <a:schemeClr val="tx1"/>
                          </a:solidFill>
                          <a:effectLst/>
                        </a:rPr>
                        <a:t>Shadow AI is discovered and inventoried. Existing AI systems are registered.</a:t>
                      </a:r>
                      <a:endParaRPr lang="en-IN" sz="1200" b="0">
                        <a:solidFill>
                          <a:schemeClr val="tx1"/>
                        </a:solidFill>
                        <a:effectLst/>
                        <a:latin typeface="+mn-lt"/>
                      </a:endParaRPr>
                    </a:p>
                  </a:txBody>
                  <a:tcPr marL="121920" marR="121920" marT="76200" marB="76200" anchor="ctr"/>
                </a:tc>
                <a:tc>
                  <a:txBody>
                    <a:bodyPr/>
                    <a:lstStyle/>
                    <a:p>
                      <a:pPr>
                        <a:lnSpc>
                          <a:spcPts val="1875"/>
                        </a:lnSpc>
                        <a:buNone/>
                      </a:pPr>
                      <a:r>
                        <a:rPr lang="en-IN" sz="1200" b="0">
                          <a:solidFill>
                            <a:schemeClr val="tx1"/>
                          </a:solidFill>
                          <a:effectLst/>
                        </a:rPr>
                        <a:t>AI Intake Form</a:t>
                      </a:r>
                      <a:br>
                        <a:rPr lang="en-IN" sz="1200" b="0">
                          <a:solidFill>
                            <a:schemeClr val="tx1"/>
                          </a:solidFill>
                          <a:effectLst/>
                        </a:rPr>
                      </a:br>
                      <a:r>
                        <a:rPr lang="en-IN" sz="1200" b="0">
                          <a:solidFill>
                            <a:schemeClr val="tx1"/>
                          </a:solidFill>
                          <a:effectLst/>
                        </a:rPr>
                        <a:t>AI Inventory Record</a:t>
                      </a:r>
                      <a:endParaRPr lang="en-IN" sz="1200" b="0">
                        <a:solidFill>
                          <a:schemeClr val="tx1"/>
                        </a:solidFill>
                        <a:effectLst/>
                        <a:latin typeface="+mn-lt"/>
                      </a:endParaRPr>
                    </a:p>
                  </a:txBody>
                  <a:tcPr marL="121920" marT="76200" marB="76200" anchor="ctr"/>
                </a:tc>
                <a:tc>
                  <a:txBody>
                    <a:bodyPr/>
                    <a:lstStyle/>
                    <a:p>
                      <a:pPr algn="ctr">
                        <a:lnSpc>
                          <a:spcPts val="1875"/>
                        </a:lnSpc>
                        <a:buNone/>
                      </a:pPr>
                      <a:r>
                        <a:rPr lang="en-IN" sz="1200" b="0">
                          <a:solidFill>
                            <a:schemeClr val="tx1"/>
                          </a:solidFill>
                          <a:effectLst/>
                          <a:latin typeface="+mn-lt"/>
                        </a:rPr>
                        <a:t>Closed</a:t>
                      </a:r>
                    </a:p>
                  </a:txBody>
                  <a:tcPr marL="121920" marT="76200" marB="76200" anchor="ctr"/>
                </a:tc>
                <a:tc>
                  <a:txBody>
                    <a:bodyPr/>
                    <a:lstStyle/>
                    <a:p>
                      <a:pPr>
                        <a:lnSpc>
                          <a:spcPts val="1875"/>
                        </a:lnSpc>
                        <a:buNone/>
                      </a:pPr>
                      <a:endParaRPr lang="en-IN" sz="1200" b="0">
                        <a:solidFill>
                          <a:schemeClr val="tx1"/>
                        </a:solidFill>
                        <a:effectLst/>
                        <a:latin typeface="+mn-lt"/>
                      </a:endParaRPr>
                    </a:p>
                  </a:txBody>
                  <a:tcPr marL="121920" marT="76200" marB="76200" anchor="ctr"/>
                </a:tc>
                <a:extLst>
                  <a:ext uri="{0D108BD9-81ED-4DB2-BD59-A6C34878D82A}">
                    <a16:rowId xmlns:a16="http://schemas.microsoft.com/office/drawing/2014/main" val="3378062374"/>
                  </a:ext>
                </a:extLst>
              </a:tr>
              <a:tr h="899641">
                <a:tc>
                  <a:txBody>
                    <a:bodyPr/>
                    <a:lstStyle/>
                    <a:p>
                      <a:pPr>
                        <a:lnSpc>
                          <a:spcPts val="1875"/>
                        </a:lnSpc>
                        <a:buNone/>
                      </a:pPr>
                      <a:r>
                        <a:rPr lang="en-IN" sz="1200" b="1">
                          <a:solidFill>
                            <a:schemeClr val="tx1"/>
                          </a:solidFill>
                          <a:effectLst/>
                        </a:rPr>
                        <a:t>Enabling Services and Capability Requirements</a:t>
                      </a:r>
                      <a:endParaRPr lang="en-IN" sz="1200" b="0">
                        <a:solidFill>
                          <a:schemeClr val="tx1"/>
                        </a:solidFill>
                        <a:effectLst/>
                        <a:latin typeface="+mn-lt"/>
                      </a:endParaRPr>
                    </a:p>
                  </a:txBody>
                  <a:tcPr marR="121920" marT="76200" marB="76200" anchor="ctr"/>
                </a:tc>
                <a:tc>
                  <a:txBody>
                    <a:bodyPr/>
                    <a:lstStyle/>
                    <a:p>
                      <a:pPr>
                        <a:lnSpc>
                          <a:spcPts val="1875"/>
                        </a:lnSpc>
                        <a:buNone/>
                      </a:pPr>
                      <a:r>
                        <a:rPr lang="en-IN" sz="1200" b="0">
                          <a:solidFill>
                            <a:schemeClr val="tx1"/>
                          </a:solidFill>
                          <a:effectLst/>
                        </a:rPr>
                        <a:t>High-level current-state assessment of data, platforms, and services.</a:t>
                      </a:r>
                      <a:endParaRPr lang="en-IN" sz="1200" b="0">
                        <a:solidFill>
                          <a:schemeClr val="tx1"/>
                        </a:solidFill>
                        <a:effectLst/>
                        <a:latin typeface="+mn-lt"/>
                      </a:endParaRPr>
                    </a:p>
                  </a:txBody>
                  <a:tcPr marL="121920" marR="121920" marT="76200" marB="76200" anchor="ctr"/>
                </a:tc>
                <a:tc>
                  <a:txBody>
                    <a:bodyPr/>
                    <a:lstStyle/>
                    <a:p>
                      <a:pPr>
                        <a:lnSpc>
                          <a:spcPts val="1875"/>
                        </a:lnSpc>
                        <a:buNone/>
                      </a:pPr>
                      <a:r>
                        <a:rPr lang="en-IN" sz="1200" b="0">
                          <a:solidFill>
                            <a:schemeClr val="tx1"/>
                          </a:solidFill>
                          <a:effectLst/>
                        </a:rPr>
                        <a:t>Business Discovery Form</a:t>
                      </a:r>
                      <a:br>
                        <a:rPr lang="en-IN" sz="1200" b="0">
                          <a:solidFill>
                            <a:schemeClr val="tx1"/>
                          </a:solidFill>
                          <a:effectLst/>
                        </a:rPr>
                      </a:br>
                      <a:r>
                        <a:rPr lang="en-IN" sz="1200" b="0">
                          <a:solidFill>
                            <a:schemeClr val="tx1"/>
                          </a:solidFill>
                          <a:effectLst/>
                        </a:rPr>
                        <a:t>AI Inventory Record (for existing capabilities)</a:t>
                      </a:r>
                      <a:endParaRPr lang="en-IN" sz="1200" b="0">
                        <a:solidFill>
                          <a:schemeClr val="tx1"/>
                        </a:solidFill>
                        <a:effectLst/>
                        <a:latin typeface="+mn-lt"/>
                      </a:endParaRPr>
                    </a:p>
                  </a:txBody>
                  <a:tcPr marL="121920" marT="76200" marB="76200" anchor="ctr"/>
                </a:tc>
                <a:tc>
                  <a:txBody>
                    <a:bodyPr/>
                    <a:lstStyle/>
                    <a:p>
                      <a:pPr algn="ctr">
                        <a:lnSpc>
                          <a:spcPts val="1875"/>
                        </a:lnSpc>
                        <a:buNone/>
                      </a:pPr>
                      <a:r>
                        <a:rPr lang="en-IN" sz="1200" b="0">
                          <a:solidFill>
                            <a:schemeClr val="tx1"/>
                          </a:solidFill>
                          <a:effectLst/>
                          <a:latin typeface="+mn-lt"/>
                        </a:rPr>
                        <a:t>Closed</a:t>
                      </a:r>
                    </a:p>
                  </a:txBody>
                  <a:tcPr marL="121920" marT="76200" marB="76200" anchor="ctr"/>
                </a:tc>
                <a:tc>
                  <a:txBody>
                    <a:bodyPr/>
                    <a:lstStyle/>
                    <a:p>
                      <a:pPr>
                        <a:lnSpc>
                          <a:spcPts val="1875"/>
                        </a:lnSpc>
                        <a:buNone/>
                      </a:pPr>
                      <a:endParaRPr lang="en-IN" sz="1200" b="0">
                        <a:solidFill>
                          <a:schemeClr val="tx1"/>
                        </a:solidFill>
                        <a:effectLst/>
                        <a:latin typeface="+mn-lt"/>
                      </a:endParaRPr>
                    </a:p>
                  </a:txBody>
                  <a:tcPr marL="121920" marT="76200" marB="76200" anchor="ctr"/>
                </a:tc>
                <a:extLst>
                  <a:ext uri="{0D108BD9-81ED-4DB2-BD59-A6C34878D82A}">
                    <a16:rowId xmlns:a16="http://schemas.microsoft.com/office/drawing/2014/main" val="604025293"/>
                  </a:ext>
                </a:extLst>
              </a:tr>
              <a:tr h="899641">
                <a:tc>
                  <a:txBody>
                    <a:bodyPr/>
                    <a:lstStyle/>
                    <a:p>
                      <a:pPr>
                        <a:lnSpc>
                          <a:spcPts val="1875"/>
                        </a:lnSpc>
                        <a:buNone/>
                      </a:pPr>
                      <a:r>
                        <a:rPr lang="en-IN" sz="1200" b="1" kern="1200">
                          <a:solidFill>
                            <a:schemeClr val="tx1"/>
                          </a:solidFill>
                          <a:effectLst/>
                          <a:latin typeface="+mn-lt"/>
                          <a:ea typeface="+mn-ea"/>
                          <a:cs typeface="+mn-cs"/>
                        </a:rPr>
                        <a:t>Risk Register</a:t>
                      </a:r>
                    </a:p>
                  </a:txBody>
                  <a:tcPr marR="121920" marT="76200" marB="76200" anchor="ctr"/>
                </a:tc>
                <a:tc>
                  <a:txBody>
                    <a:bodyPr/>
                    <a:lstStyle/>
                    <a:p>
                      <a:pPr>
                        <a:lnSpc>
                          <a:spcPts val="1875"/>
                        </a:lnSpc>
                        <a:buNone/>
                      </a:pPr>
                      <a:r>
                        <a:rPr lang="en-IN" sz="1200" b="0">
                          <a:solidFill>
                            <a:schemeClr val="tx1"/>
                          </a:solidFill>
                          <a:effectLst/>
                          <a:latin typeface="+mn-lt"/>
                        </a:rPr>
                        <a:t>Look at current Enterprise Risk Register and establish the Foundation</a:t>
                      </a:r>
                    </a:p>
                  </a:txBody>
                  <a:tcPr marL="121920" marR="121920" marT="76200" marB="76200" anchor="ctr"/>
                </a:tc>
                <a:tc>
                  <a:txBody>
                    <a:bodyPr/>
                    <a:lstStyle/>
                    <a:p>
                      <a:pPr>
                        <a:lnSpc>
                          <a:spcPts val="1875"/>
                        </a:lnSpc>
                        <a:buNone/>
                      </a:pPr>
                      <a:r>
                        <a:rPr lang="en-IN" sz="1200" b="0">
                          <a:solidFill>
                            <a:schemeClr val="tx1"/>
                          </a:solidFill>
                          <a:effectLst/>
                          <a:latin typeface="+mn-lt"/>
                        </a:rPr>
                        <a:t>Control Register Template</a:t>
                      </a:r>
                    </a:p>
                  </a:txBody>
                  <a:tcPr marL="121920" marT="76200" marB="76200" anchor="ctr"/>
                </a:tc>
                <a:tc>
                  <a:txBody>
                    <a:bodyPr/>
                    <a:lstStyle/>
                    <a:p>
                      <a:pPr algn="ctr">
                        <a:lnSpc>
                          <a:spcPts val="1875"/>
                        </a:lnSpc>
                        <a:buNone/>
                      </a:pPr>
                      <a:r>
                        <a:rPr lang="en-IN" sz="1200" b="0">
                          <a:solidFill>
                            <a:schemeClr val="tx1"/>
                          </a:solidFill>
                          <a:effectLst/>
                          <a:latin typeface="+mn-lt"/>
                        </a:rPr>
                        <a:t>Risk Register is Closed</a:t>
                      </a:r>
                    </a:p>
                    <a:p>
                      <a:pPr algn="ctr">
                        <a:lnSpc>
                          <a:spcPts val="1875"/>
                        </a:lnSpc>
                        <a:buNone/>
                      </a:pPr>
                      <a:r>
                        <a:rPr lang="en-IN" sz="1200" b="0">
                          <a:solidFill>
                            <a:schemeClr val="tx1"/>
                          </a:solidFill>
                          <a:effectLst/>
                          <a:latin typeface="+mn-lt"/>
                        </a:rPr>
                        <a:t>Template for Control Register will be established in 501</a:t>
                      </a:r>
                    </a:p>
                  </a:txBody>
                  <a:tcPr marL="121920" marT="76200" marB="76200" anchor="ctr"/>
                </a:tc>
                <a:tc>
                  <a:txBody>
                    <a:bodyPr/>
                    <a:lstStyle/>
                    <a:p>
                      <a:pPr algn="ctr">
                        <a:lnSpc>
                          <a:spcPts val="1875"/>
                        </a:lnSpc>
                        <a:buNone/>
                      </a:pPr>
                      <a:r>
                        <a:rPr lang="en-IN" sz="1200" b="0">
                          <a:solidFill>
                            <a:schemeClr val="tx1"/>
                          </a:solidFill>
                          <a:effectLst/>
                          <a:latin typeface="+mn-lt"/>
                        </a:rPr>
                        <a:t>NICK / KUPPU</a:t>
                      </a:r>
                    </a:p>
                  </a:txBody>
                  <a:tcPr marL="121920" marT="76200" marB="76200" anchor="ctr"/>
                </a:tc>
                <a:extLst>
                  <a:ext uri="{0D108BD9-81ED-4DB2-BD59-A6C34878D82A}">
                    <a16:rowId xmlns:a16="http://schemas.microsoft.com/office/drawing/2014/main" val="4107121314"/>
                  </a:ext>
                </a:extLst>
              </a:tr>
            </a:tbl>
          </a:graphicData>
        </a:graphic>
      </p:graphicFrame>
      <p:sp>
        <p:nvSpPr>
          <p:cNvPr id="2" name="TextBox 1">
            <a:extLst>
              <a:ext uri="{FF2B5EF4-FFF2-40B4-BE49-F238E27FC236}">
                <a16:creationId xmlns:a16="http://schemas.microsoft.com/office/drawing/2014/main" id="{78261F5B-F7FB-08F6-8B67-044E52794F9D}"/>
              </a:ext>
            </a:extLst>
          </p:cNvPr>
          <p:cNvSpPr txBox="1"/>
          <p:nvPr/>
        </p:nvSpPr>
        <p:spPr>
          <a:xfrm>
            <a:off x="1066800" y="1176867"/>
            <a:ext cx="9088967" cy="369332"/>
          </a:xfrm>
          <a:prstGeom prst="rect">
            <a:avLst/>
          </a:prstGeom>
          <a:noFill/>
        </p:spPr>
        <p:txBody>
          <a:bodyPr wrap="square" rtlCol="0">
            <a:spAutoFit/>
          </a:bodyPr>
          <a:lstStyle/>
          <a:p>
            <a:r>
              <a:rPr lang="en-IN">
                <a:latin typeface="+mn-lt"/>
              </a:rPr>
              <a:t>Establish Foundation – Governance Committee | Risk Register | AI Inventory </a:t>
            </a:r>
          </a:p>
        </p:txBody>
      </p:sp>
      <p:sp>
        <p:nvSpPr>
          <p:cNvPr id="7" name="Title 6">
            <a:extLst>
              <a:ext uri="{FF2B5EF4-FFF2-40B4-BE49-F238E27FC236}">
                <a16:creationId xmlns:a16="http://schemas.microsoft.com/office/drawing/2014/main" id="{12132227-2DCD-EF04-9DC8-BBCD277100C3}"/>
              </a:ext>
            </a:extLst>
          </p:cNvPr>
          <p:cNvSpPr>
            <a:spLocks noGrp="1"/>
          </p:cNvSpPr>
          <p:nvPr>
            <p:ph type="title"/>
          </p:nvPr>
        </p:nvSpPr>
        <p:spPr/>
        <p:txBody>
          <a:bodyPr/>
          <a:lstStyle/>
          <a:p>
            <a:r>
              <a:rPr lang="en-IN"/>
              <a:t>SPRINT 1: Establish Mandate &amp; Inventory Shadow AI</a:t>
            </a:r>
          </a:p>
        </p:txBody>
      </p:sp>
    </p:spTree>
    <p:extLst>
      <p:ext uri="{BB962C8B-B14F-4D97-AF65-F5344CB8AC3E}">
        <p14:creationId xmlns:p14="http://schemas.microsoft.com/office/powerpoint/2010/main" val="326196863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D7AF-18FA-F723-70D8-20602510DD47}"/>
              </a:ext>
            </a:extLst>
          </p:cNvPr>
          <p:cNvSpPr>
            <a:spLocks noGrp="1"/>
          </p:cNvSpPr>
          <p:nvPr>
            <p:ph type="title"/>
          </p:nvPr>
        </p:nvSpPr>
        <p:spPr/>
        <p:txBody>
          <a:bodyPr/>
          <a:lstStyle/>
          <a:p>
            <a:r>
              <a:rPr lang="en-US"/>
              <a:t>SPRINT 2: Identify &amp; Prioritize AI Value Opportunities</a:t>
            </a:r>
            <a:endParaRPr lang="en-IN"/>
          </a:p>
        </p:txBody>
      </p:sp>
      <p:sp>
        <p:nvSpPr>
          <p:cNvPr id="3" name="Slide Number Placeholder 2">
            <a:extLst>
              <a:ext uri="{FF2B5EF4-FFF2-40B4-BE49-F238E27FC236}">
                <a16:creationId xmlns:a16="http://schemas.microsoft.com/office/drawing/2014/main" id="{948BE7A5-8D52-42DD-5AF9-555EBFD2DB3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238CA89-7353-4F3A-AC37-89E42AD6A6B5}" type="slidenum">
              <a:rPr kumimoji="0" lang="en-US" altLang="en-US" sz="1000" b="0" i="1" u="none" strike="noStrike" kern="1200" cap="none" spc="0" normalizeH="0" baseline="0" noProof="0" smtClean="0">
                <a:ln>
                  <a:noFill/>
                </a:ln>
                <a:solidFill>
                  <a:prstClr val="black">
                    <a:lumMod val="50000"/>
                    <a:lumOff val="50000"/>
                  </a:prstClr>
                </a:solidFill>
                <a:effectLst/>
                <a:uLnTx/>
                <a:uFillTx/>
                <a:latin typeface="Calibri" panose="020F0502020204030204"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altLang="en-US" sz="1000" b="0" i="1" u="none" strike="noStrike" kern="1200" cap="none" spc="0" normalizeH="0" baseline="0" noProof="0">
              <a:ln>
                <a:noFill/>
              </a:ln>
              <a:solidFill>
                <a:prstClr val="black">
                  <a:lumMod val="50000"/>
                  <a:lumOff val="50000"/>
                </a:prstClr>
              </a:solidFill>
              <a:effectLst/>
              <a:uLnTx/>
              <a:uFillTx/>
              <a:latin typeface="Calibri" panose="020F0502020204030204" pitchFamily="34" charset="0"/>
              <a:ea typeface="+mn-ea"/>
              <a:cs typeface="+mn-cs"/>
            </a:endParaRPr>
          </a:p>
        </p:txBody>
      </p:sp>
      <p:graphicFrame>
        <p:nvGraphicFramePr>
          <p:cNvPr id="4" name="Table 3">
            <a:extLst>
              <a:ext uri="{FF2B5EF4-FFF2-40B4-BE49-F238E27FC236}">
                <a16:creationId xmlns:a16="http://schemas.microsoft.com/office/drawing/2014/main" id="{B982E313-F7C2-61F0-7485-1F8D8CABBCA3}"/>
              </a:ext>
            </a:extLst>
          </p:cNvPr>
          <p:cNvGraphicFramePr>
            <a:graphicFrameLocks noGrp="1"/>
          </p:cNvGraphicFramePr>
          <p:nvPr>
            <p:extLst>
              <p:ext uri="{D42A27DB-BD31-4B8C-83A1-F6EECF244321}">
                <p14:modId xmlns:p14="http://schemas.microsoft.com/office/powerpoint/2010/main" val="1052879700"/>
              </p:ext>
            </p:extLst>
          </p:nvPr>
        </p:nvGraphicFramePr>
        <p:xfrm>
          <a:off x="1011872" y="1903372"/>
          <a:ext cx="10244455" cy="4267518"/>
        </p:xfrm>
        <a:graphic>
          <a:graphicData uri="http://schemas.openxmlformats.org/drawingml/2006/table">
            <a:tbl>
              <a:tblPr>
                <a:tableStyleId>{B301B821-A1FF-4177-AEE7-76D212191A09}</a:tableStyleId>
              </a:tblPr>
              <a:tblGrid>
                <a:gridCol w="2048891">
                  <a:extLst>
                    <a:ext uri="{9D8B030D-6E8A-4147-A177-3AD203B41FA5}">
                      <a16:colId xmlns:a16="http://schemas.microsoft.com/office/drawing/2014/main" val="2993515639"/>
                    </a:ext>
                  </a:extLst>
                </a:gridCol>
                <a:gridCol w="2048891">
                  <a:extLst>
                    <a:ext uri="{9D8B030D-6E8A-4147-A177-3AD203B41FA5}">
                      <a16:colId xmlns:a16="http://schemas.microsoft.com/office/drawing/2014/main" val="3016401487"/>
                    </a:ext>
                  </a:extLst>
                </a:gridCol>
                <a:gridCol w="2048891">
                  <a:extLst>
                    <a:ext uri="{9D8B030D-6E8A-4147-A177-3AD203B41FA5}">
                      <a16:colId xmlns:a16="http://schemas.microsoft.com/office/drawing/2014/main" val="1596192039"/>
                    </a:ext>
                  </a:extLst>
                </a:gridCol>
                <a:gridCol w="2048891">
                  <a:extLst>
                    <a:ext uri="{9D8B030D-6E8A-4147-A177-3AD203B41FA5}">
                      <a16:colId xmlns:a16="http://schemas.microsoft.com/office/drawing/2014/main" val="1380079112"/>
                    </a:ext>
                  </a:extLst>
                </a:gridCol>
                <a:gridCol w="2048891">
                  <a:extLst>
                    <a:ext uri="{9D8B030D-6E8A-4147-A177-3AD203B41FA5}">
                      <a16:colId xmlns:a16="http://schemas.microsoft.com/office/drawing/2014/main" val="4148817792"/>
                    </a:ext>
                  </a:extLst>
                </a:gridCol>
              </a:tblGrid>
              <a:tr h="295160">
                <a:tc>
                  <a:txBody>
                    <a:bodyPr/>
                    <a:lstStyle/>
                    <a:p>
                      <a:pPr algn="ctr">
                        <a:lnSpc>
                          <a:spcPts val="1875"/>
                        </a:lnSpc>
                        <a:buNone/>
                      </a:pPr>
                      <a:r>
                        <a:rPr lang="en-IN" sz="1400" b="1">
                          <a:solidFill>
                            <a:schemeClr val="bg1"/>
                          </a:solidFill>
                          <a:effectLst/>
                        </a:rPr>
                        <a:t>Deliverable</a:t>
                      </a:r>
                      <a:endParaRPr lang="en-IN" sz="1400" b="1">
                        <a:solidFill>
                          <a:schemeClr val="bg1"/>
                        </a:solidFill>
                        <a:effectLst/>
                        <a:latin typeface="quote-cjk-patch"/>
                      </a:endParaRPr>
                    </a:p>
                  </a:txBody>
                  <a:tcPr marR="121920" marT="76200" marB="76200" anchor="ctr">
                    <a:solidFill>
                      <a:srgbClr val="00B0F0"/>
                    </a:solidFill>
                  </a:tcPr>
                </a:tc>
                <a:tc>
                  <a:txBody>
                    <a:bodyPr/>
                    <a:lstStyle/>
                    <a:p>
                      <a:pPr algn="ctr">
                        <a:lnSpc>
                          <a:spcPts val="1875"/>
                        </a:lnSpc>
                        <a:buNone/>
                      </a:pPr>
                      <a:r>
                        <a:rPr lang="en-IN" sz="1400" b="1">
                          <a:solidFill>
                            <a:schemeClr val="bg1"/>
                          </a:solidFill>
                          <a:effectLst/>
                        </a:rPr>
                        <a:t>How It's Driven</a:t>
                      </a:r>
                      <a:endParaRPr lang="en-IN" sz="1400" b="1">
                        <a:solidFill>
                          <a:schemeClr val="bg1"/>
                        </a:solidFill>
                        <a:effectLst/>
                        <a:latin typeface="quote-cjk-patch"/>
                      </a:endParaRPr>
                    </a:p>
                  </a:txBody>
                  <a:tcPr marL="121920" marR="121920" marT="76200" marB="76200" anchor="ctr">
                    <a:solidFill>
                      <a:srgbClr val="00B0F0"/>
                    </a:solidFill>
                  </a:tcPr>
                </a:tc>
                <a:tc>
                  <a:txBody>
                    <a:bodyPr/>
                    <a:lstStyle/>
                    <a:p>
                      <a:pPr algn="ctr">
                        <a:lnSpc>
                          <a:spcPts val="1875"/>
                        </a:lnSpc>
                        <a:buNone/>
                      </a:pPr>
                      <a:r>
                        <a:rPr lang="en-IN" sz="1400" b="1">
                          <a:solidFill>
                            <a:schemeClr val="bg1"/>
                          </a:solidFill>
                          <a:effectLst/>
                        </a:rPr>
                        <a:t>Supporting Templates</a:t>
                      </a:r>
                      <a:endParaRPr lang="en-IN" sz="1400" b="1">
                        <a:solidFill>
                          <a:schemeClr val="bg1"/>
                        </a:solidFill>
                        <a:effectLst/>
                        <a:latin typeface="quote-cjk-patch"/>
                      </a:endParaRPr>
                    </a:p>
                  </a:txBody>
                  <a:tcPr marL="121920" marR="121920" marT="76200" marB="76200" anchor="ctr">
                    <a:solidFill>
                      <a:srgbClr val="00B0F0"/>
                    </a:solidFill>
                  </a:tcPr>
                </a:tc>
                <a:tc>
                  <a:txBody>
                    <a:bodyPr/>
                    <a:lstStyle/>
                    <a:p>
                      <a:pPr algn="ctr">
                        <a:lnSpc>
                          <a:spcPts val="1875"/>
                        </a:lnSpc>
                        <a:buNone/>
                      </a:pPr>
                      <a:r>
                        <a:rPr lang="en-IN" sz="1400" b="1">
                          <a:solidFill>
                            <a:schemeClr val="bg1"/>
                          </a:solidFill>
                          <a:effectLst/>
                          <a:latin typeface="quote-cjk-patch"/>
                        </a:rPr>
                        <a:t>Status</a:t>
                      </a:r>
                    </a:p>
                  </a:txBody>
                  <a:tcPr marL="121920" marR="121920" marT="76200" marB="76200" anchor="ctr">
                    <a:solidFill>
                      <a:srgbClr val="00B0F0"/>
                    </a:solidFill>
                  </a:tcPr>
                </a:tc>
                <a:tc>
                  <a:txBody>
                    <a:bodyPr/>
                    <a:lstStyle/>
                    <a:p>
                      <a:pPr algn="ctr">
                        <a:lnSpc>
                          <a:spcPts val="1875"/>
                        </a:lnSpc>
                        <a:buNone/>
                      </a:pPr>
                      <a:r>
                        <a:rPr lang="en-IN" sz="1400" b="1">
                          <a:solidFill>
                            <a:schemeClr val="bg1"/>
                          </a:solidFill>
                          <a:effectLst/>
                          <a:latin typeface="quote-cjk-patch"/>
                        </a:rPr>
                        <a:t>Accountable</a:t>
                      </a:r>
                    </a:p>
                  </a:txBody>
                  <a:tcPr marL="121920" marR="121920" marT="76200" marB="76200" anchor="ctr">
                    <a:solidFill>
                      <a:srgbClr val="00B0F0"/>
                    </a:solidFill>
                  </a:tcPr>
                </a:tc>
                <a:extLst>
                  <a:ext uri="{0D108BD9-81ED-4DB2-BD59-A6C34878D82A}">
                    <a16:rowId xmlns:a16="http://schemas.microsoft.com/office/drawing/2014/main" val="275351493"/>
                  </a:ext>
                </a:extLst>
              </a:tr>
              <a:tr h="846593">
                <a:tc>
                  <a:txBody>
                    <a:bodyPr/>
                    <a:lstStyle/>
                    <a:p>
                      <a:pPr>
                        <a:lnSpc>
                          <a:spcPts val="1875"/>
                        </a:lnSpc>
                        <a:buNone/>
                      </a:pPr>
                      <a:r>
                        <a:rPr lang="en-IN" sz="1050" b="1">
                          <a:effectLst/>
                        </a:rPr>
                        <a:t>Prioritized AI Opportunity Portfolio</a:t>
                      </a:r>
                      <a:endParaRPr lang="en-IN" sz="1050" b="0">
                        <a:effectLst/>
                        <a:latin typeface="quote-cjk-patch"/>
                      </a:endParaRPr>
                    </a:p>
                  </a:txBody>
                  <a:tcPr marR="121920" marT="76200" marB="76200" anchor="ctr"/>
                </a:tc>
                <a:tc>
                  <a:txBody>
                    <a:bodyPr/>
                    <a:lstStyle/>
                    <a:p>
                      <a:pPr>
                        <a:lnSpc>
                          <a:spcPts val="1875"/>
                        </a:lnSpc>
                        <a:buNone/>
                      </a:pPr>
                      <a:r>
                        <a:rPr lang="en-IN" sz="1050" b="0">
                          <a:effectLst/>
                        </a:rPr>
                        <a:t>AI opportunities are assessed for value, feasibility, and strategic alignment. A portfolio view is created.</a:t>
                      </a:r>
                      <a:endParaRPr lang="en-IN" sz="1050" b="0">
                        <a:effectLst/>
                        <a:latin typeface="quote-cjk-patch"/>
                      </a:endParaRPr>
                    </a:p>
                  </a:txBody>
                  <a:tcPr marL="121920" marR="121920" marT="76200" marB="76200" anchor="ctr"/>
                </a:tc>
                <a:tc>
                  <a:txBody>
                    <a:bodyPr/>
                    <a:lstStyle/>
                    <a:p>
                      <a:pPr>
                        <a:lnSpc>
                          <a:spcPts val="1875"/>
                        </a:lnSpc>
                        <a:buNone/>
                      </a:pPr>
                      <a:r>
                        <a:rPr lang="en-IN" sz="1050" b="0">
                          <a:effectLst/>
                        </a:rPr>
                        <a:t>Business Discovery Form</a:t>
                      </a:r>
                      <a:br>
                        <a:rPr lang="en-IN" sz="1050" b="0">
                          <a:effectLst/>
                        </a:rPr>
                      </a:br>
                      <a:r>
                        <a:rPr lang="en-IN" sz="1050" b="0">
                          <a:effectLst/>
                        </a:rPr>
                        <a:t>AI Opportunity Assessment Form</a:t>
                      </a:r>
                      <a:br>
                        <a:rPr lang="en-IN" sz="1050" b="0">
                          <a:effectLst/>
                        </a:rPr>
                      </a:br>
                      <a:r>
                        <a:rPr lang="en-IN" sz="1050" b="0">
                          <a:effectLst/>
                        </a:rPr>
                        <a:t>AI Risk Assessment Form</a:t>
                      </a:r>
                    </a:p>
                    <a:p>
                      <a:pPr>
                        <a:lnSpc>
                          <a:spcPts val="1875"/>
                        </a:lnSpc>
                        <a:buNone/>
                      </a:pPr>
                      <a:r>
                        <a:rPr lang="en-IN" sz="1050" b="0">
                          <a:effectLst/>
                          <a:latin typeface="quote-cjk-patch"/>
                        </a:rPr>
                        <a:t>AI Intake Form &amp; Register</a:t>
                      </a:r>
                    </a:p>
                  </a:txBody>
                  <a:tcPr marL="121920" marT="76200" marB="76200" anchor="ctr"/>
                </a:tc>
                <a:tc>
                  <a:txBody>
                    <a:bodyPr/>
                    <a:lstStyle/>
                    <a:p>
                      <a:pPr algn="ctr">
                        <a:lnSpc>
                          <a:spcPts val="1875"/>
                        </a:lnSpc>
                        <a:buNone/>
                      </a:pPr>
                      <a:r>
                        <a:rPr lang="en-IN" sz="1050" b="0">
                          <a:effectLst/>
                          <a:latin typeface="quote-cjk-patch"/>
                        </a:rPr>
                        <a:t>AI Inventory Use Cases Complete</a:t>
                      </a:r>
                    </a:p>
                    <a:p>
                      <a:pPr algn="ctr">
                        <a:lnSpc>
                          <a:spcPts val="1875"/>
                        </a:lnSpc>
                        <a:buNone/>
                      </a:pPr>
                      <a:r>
                        <a:rPr lang="en-IN" sz="1050" b="0">
                          <a:effectLst/>
                          <a:latin typeface="quote-cjk-patch"/>
                        </a:rPr>
                        <a:t>Prioritized Use Case in Progress towards Business Discovery Form</a:t>
                      </a:r>
                    </a:p>
                  </a:txBody>
                  <a:tcPr marL="121920" marT="76200" marB="76200" anchor="ctr"/>
                </a:tc>
                <a:tc>
                  <a:txBody>
                    <a:bodyPr/>
                    <a:lstStyle/>
                    <a:p>
                      <a:pPr algn="ctr">
                        <a:lnSpc>
                          <a:spcPts val="1875"/>
                        </a:lnSpc>
                        <a:buNone/>
                      </a:pPr>
                      <a:r>
                        <a:rPr lang="en-IN" sz="1050" b="0">
                          <a:effectLst/>
                          <a:latin typeface="quote-cjk-patch"/>
                        </a:rPr>
                        <a:t> MICAH – Business Process</a:t>
                      </a:r>
                    </a:p>
                  </a:txBody>
                  <a:tcPr marL="121920" marT="76200" marB="76200" anchor="ctr"/>
                </a:tc>
                <a:extLst>
                  <a:ext uri="{0D108BD9-81ED-4DB2-BD59-A6C34878D82A}">
                    <a16:rowId xmlns:a16="http://schemas.microsoft.com/office/drawing/2014/main" val="310634613"/>
                  </a:ext>
                </a:extLst>
              </a:tr>
              <a:tr h="472038">
                <a:tc>
                  <a:txBody>
                    <a:bodyPr/>
                    <a:lstStyle/>
                    <a:p>
                      <a:pPr>
                        <a:lnSpc>
                          <a:spcPts val="1875"/>
                        </a:lnSpc>
                        <a:buNone/>
                      </a:pPr>
                      <a:r>
                        <a:rPr lang="en-IN" sz="1050" b="1" kern="1200">
                          <a:solidFill>
                            <a:schemeClr val="dk1"/>
                          </a:solidFill>
                          <a:effectLst/>
                          <a:latin typeface="+mn-lt"/>
                          <a:ea typeface="+mn-ea"/>
                          <a:cs typeface="+mn-cs"/>
                        </a:rPr>
                        <a:t>Process Discovery | Copilot use case – Walkthrough ( Illustrative)</a:t>
                      </a:r>
                    </a:p>
                  </a:txBody>
                  <a:tcPr marR="121920" marT="76200" marB="76200" anchor="ctr"/>
                </a:tc>
                <a:tc>
                  <a:txBody>
                    <a:bodyPr/>
                    <a:lstStyle/>
                    <a:p>
                      <a:pPr>
                        <a:lnSpc>
                          <a:spcPts val="1875"/>
                        </a:lnSpc>
                        <a:buNone/>
                      </a:pPr>
                      <a:r>
                        <a:rPr lang="en-IN" sz="1050" b="0">
                          <a:effectLst/>
                          <a:latin typeface="quote-cjk-patch"/>
                        </a:rPr>
                        <a:t>Walk through of Governance and Use Case Prioritization process</a:t>
                      </a:r>
                    </a:p>
                  </a:txBody>
                  <a:tcPr marL="121920" marR="121920" marT="76200" marB="76200" anchor="ctr"/>
                </a:tc>
                <a:tc>
                  <a:txBody>
                    <a:bodyPr/>
                    <a:lstStyle/>
                    <a:p>
                      <a:pPr>
                        <a:lnSpc>
                          <a:spcPts val="1875"/>
                        </a:lnSpc>
                        <a:buNone/>
                      </a:pPr>
                      <a:r>
                        <a:rPr lang="en-IN" sz="1050" b="0">
                          <a:effectLst/>
                          <a:latin typeface="quote-cjk-patch"/>
                        </a:rPr>
                        <a:t>Process on a Page Slide</a:t>
                      </a:r>
                    </a:p>
                    <a:p>
                      <a:pPr>
                        <a:lnSpc>
                          <a:spcPts val="1875"/>
                        </a:lnSpc>
                        <a:buNone/>
                      </a:pPr>
                      <a:r>
                        <a:rPr lang="en-IN" sz="1050" b="0">
                          <a:effectLst/>
                          <a:latin typeface="quote-cjk-patch"/>
                        </a:rPr>
                        <a:t>Workshop to Demo Use case</a:t>
                      </a:r>
                    </a:p>
                  </a:txBody>
                  <a:tcPr marL="121920" marT="76200" marB="76200" anchor="ctr"/>
                </a:tc>
                <a:tc>
                  <a:txBody>
                    <a:bodyPr/>
                    <a:lstStyle/>
                    <a:p>
                      <a:pPr algn="ctr">
                        <a:lnSpc>
                          <a:spcPts val="1875"/>
                        </a:lnSpc>
                        <a:buNone/>
                      </a:pPr>
                      <a:r>
                        <a:rPr lang="en-IN" sz="1050" b="0">
                          <a:effectLst/>
                          <a:latin typeface="quote-cjk-patch"/>
                        </a:rPr>
                        <a:t>Closed – 09/24</a:t>
                      </a:r>
                    </a:p>
                  </a:txBody>
                  <a:tcPr marL="121920" marT="76200" marB="76200" anchor="ctr"/>
                </a:tc>
                <a:tc>
                  <a:txBody>
                    <a:bodyPr/>
                    <a:lstStyle/>
                    <a:p>
                      <a:pPr>
                        <a:lnSpc>
                          <a:spcPts val="1875"/>
                        </a:lnSpc>
                        <a:buNone/>
                      </a:pPr>
                      <a:endParaRPr lang="en-IN" sz="1050" b="0">
                        <a:effectLst/>
                        <a:latin typeface="quote-cjk-patch"/>
                      </a:endParaRPr>
                    </a:p>
                  </a:txBody>
                  <a:tcPr marL="121920" marT="76200" marB="76200" anchor="ctr"/>
                </a:tc>
                <a:extLst>
                  <a:ext uri="{0D108BD9-81ED-4DB2-BD59-A6C34878D82A}">
                    <a16:rowId xmlns:a16="http://schemas.microsoft.com/office/drawing/2014/main" val="588998817"/>
                  </a:ext>
                </a:extLst>
              </a:tr>
              <a:tr h="846593">
                <a:tc>
                  <a:txBody>
                    <a:bodyPr/>
                    <a:lstStyle/>
                    <a:p>
                      <a:pPr>
                        <a:lnSpc>
                          <a:spcPts val="1875"/>
                        </a:lnSpc>
                        <a:buNone/>
                      </a:pPr>
                      <a:r>
                        <a:rPr lang="en-IN" sz="1050" b="1">
                          <a:effectLst/>
                        </a:rPr>
                        <a:t>Value Realization Model and Budget Analysis</a:t>
                      </a:r>
                      <a:endParaRPr lang="en-IN" sz="1050" b="0">
                        <a:effectLst/>
                        <a:latin typeface="quote-cjk-patch"/>
                      </a:endParaRPr>
                    </a:p>
                  </a:txBody>
                  <a:tcPr marR="121920" marT="76200" marB="76200" anchor="ctr"/>
                </a:tc>
                <a:tc>
                  <a:txBody>
                    <a:bodyPr/>
                    <a:lstStyle/>
                    <a:p>
                      <a:pPr>
                        <a:lnSpc>
                          <a:spcPts val="1875"/>
                        </a:lnSpc>
                        <a:buNone/>
                      </a:pPr>
                      <a:r>
                        <a:rPr lang="en-IN" sz="1050" b="0">
                          <a:effectLst/>
                        </a:rPr>
                        <a:t>ROI, cost savings, and benefit metrics are defined for each opportunity.</a:t>
                      </a:r>
                      <a:endParaRPr lang="en-IN" sz="1050" b="0">
                        <a:effectLst/>
                        <a:latin typeface="quote-cjk-patch"/>
                      </a:endParaRPr>
                    </a:p>
                  </a:txBody>
                  <a:tcPr marL="121920" marR="121920" marT="76200" marB="76200" anchor="ctr"/>
                </a:tc>
                <a:tc>
                  <a:txBody>
                    <a:bodyPr/>
                    <a:lstStyle/>
                    <a:p>
                      <a:pPr>
                        <a:lnSpc>
                          <a:spcPts val="1875"/>
                        </a:lnSpc>
                        <a:buNone/>
                      </a:pPr>
                      <a:r>
                        <a:rPr lang="en-IN" sz="1050" b="0">
                          <a:effectLst/>
                        </a:rPr>
                        <a:t>AI Opportunity Assessment Form</a:t>
                      </a:r>
                    </a:p>
                    <a:p>
                      <a:pPr>
                        <a:lnSpc>
                          <a:spcPts val="1875"/>
                        </a:lnSpc>
                        <a:buNone/>
                      </a:pPr>
                      <a:r>
                        <a:rPr lang="en-IN" sz="1050" b="0">
                          <a:effectLst/>
                          <a:latin typeface="quote-cjk-patch"/>
                        </a:rPr>
                        <a:t>Value Realization Template</a:t>
                      </a:r>
                    </a:p>
                    <a:p>
                      <a:pPr>
                        <a:lnSpc>
                          <a:spcPts val="1875"/>
                        </a:lnSpc>
                        <a:buNone/>
                      </a:pPr>
                      <a:r>
                        <a:rPr lang="en-IN" sz="1050" b="0">
                          <a:effectLst/>
                          <a:latin typeface="quote-cjk-patch"/>
                        </a:rPr>
                        <a:t>Value Realization Register</a:t>
                      </a:r>
                    </a:p>
                    <a:p>
                      <a:pPr>
                        <a:lnSpc>
                          <a:spcPts val="1875"/>
                        </a:lnSpc>
                        <a:buNone/>
                      </a:pPr>
                      <a:r>
                        <a:rPr lang="en-IN" sz="1050" b="0">
                          <a:effectLst/>
                          <a:latin typeface="quote-cjk-patch"/>
                        </a:rPr>
                        <a:t>Business Owner Signoff Template</a:t>
                      </a:r>
                    </a:p>
                  </a:txBody>
                  <a:tcPr marL="121920" marT="76200" marB="76200" anchor="ctr"/>
                </a:tc>
                <a:tc>
                  <a:txBody>
                    <a:bodyPr/>
                    <a:lstStyle/>
                    <a:p>
                      <a:pPr algn="ctr">
                        <a:lnSpc>
                          <a:spcPts val="1875"/>
                        </a:lnSpc>
                        <a:buNone/>
                      </a:pPr>
                      <a:r>
                        <a:rPr lang="en-IN" sz="1050" b="0">
                          <a:effectLst/>
                          <a:latin typeface="quote-cjk-patch"/>
                        </a:rPr>
                        <a:t>Dependency on Completion of Use Case Assessment</a:t>
                      </a:r>
                    </a:p>
                  </a:txBody>
                  <a:tcPr marL="121920" marT="76200" marB="76200" anchor="ctr"/>
                </a:tc>
                <a:tc>
                  <a:txBody>
                    <a:bodyPr/>
                    <a:lstStyle/>
                    <a:p>
                      <a:pPr algn="ctr">
                        <a:lnSpc>
                          <a:spcPts val="1875"/>
                        </a:lnSpc>
                        <a:buNone/>
                      </a:pPr>
                      <a:r>
                        <a:rPr lang="en-IN" sz="1050" b="0">
                          <a:effectLst/>
                          <a:latin typeface="quote-cjk-patch"/>
                        </a:rPr>
                        <a:t>BCBS IDENTIFIED</a:t>
                      </a:r>
                    </a:p>
                    <a:p>
                      <a:pPr algn="ctr">
                        <a:lnSpc>
                          <a:spcPts val="1875"/>
                        </a:lnSpc>
                        <a:buNone/>
                      </a:pPr>
                      <a:r>
                        <a:rPr lang="en-IN" sz="1050" b="0">
                          <a:effectLst/>
                          <a:latin typeface="quote-cjk-patch"/>
                        </a:rPr>
                        <a:t>ACCELERE TO CONSULT</a:t>
                      </a:r>
                    </a:p>
                  </a:txBody>
                  <a:tcPr marL="121920" marT="76200" marB="76200" anchor="ctr"/>
                </a:tc>
                <a:extLst>
                  <a:ext uri="{0D108BD9-81ED-4DB2-BD59-A6C34878D82A}">
                    <a16:rowId xmlns:a16="http://schemas.microsoft.com/office/drawing/2014/main" val="85730922"/>
                  </a:ext>
                </a:extLst>
              </a:tr>
              <a:tr h="846593">
                <a:tc>
                  <a:txBody>
                    <a:bodyPr/>
                    <a:lstStyle/>
                    <a:p>
                      <a:pPr>
                        <a:lnSpc>
                          <a:spcPts val="1875"/>
                        </a:lnSpc>
                        <a:buNone/>
                      </a:pPr>
                      <a:r>
                        <a:rPr lang="en-IN" sz="1050" b="1">
                          <a:effectLst/>
                        </a:rPr>
                        <a:t>DPIA Assessment &amp; NIST AI RMF Mapping &amp; Security Assessment</a:t>
                      </a:r>
                      <a:endParaRPr lang="en-IN" sz="1050" b="0">
                        <a:effectLst/>
                        <a:latin typeface="quote-cjk-patch"/>
                      </a:endParaRPr>
                    </a:p>
                  </a:txBody>
                  <a:tcPr marR="121920" marT="76200" marB="76200" anchor="ctr"/>
                </a:tc>
                <a:tc>
                  <a:txBody>
                    <a:bodyPr/>
                    <a:lstStyle/>
                    <a:p>
                      <a:pPr>
                        <a:lnSpc>
                          <a:spcPts val="1875"/>
                        </a:lnSpc>
                        <a:buNone/>
                      </a:pPr>
                      <a:r>
                        <a:rPr lang="en-IN" sz="1050" b="0">
                          <a:effectLst/>
                        </a:rPr>
                        <a:t>Map use case to NIST AI RMF and conduct a Data Privacy for the prioritized use cases</a:t>
                      </a:r>
                      <a:endParaRPr lang="en-IN" sz="1050" b="0">
                        <a:effectLst/>
                        <a:latin typeface="quote-cjk-patch"/>
                      </a:endParaRPr>
                    </a:p>
                  </a:txBody>
                  <a:tcPr marL="121920" marR="121920" marT="76200" marB="76200" anchor="ctr"/>
                </a:tc>
                <a:tc>
                  <a:txBody>
                    <a:bodyPr/>
                    <a:lstStyle/>
                    <a:p>
                      <a:pPr>
                        <a:lnSpc>
                          <a:spcPts val="1875"/>
                        </a:lnSpc>
                        <a:buNone/>
                      </a:pPr>
                      <a:r>
                        <a:rPr lang="en-IN" sz="1050" b="0">
                          <a:effectLst/>
                        </a:rPr>
                        <a:t>NIST AI RMF Mapping Template</a:t>
                      </a:r>
                    </a:p>
                    <a:p>
                      <a:pPr>
                        <a:lnSpc>
                          <a:spcPts val="1875"/>
                        </a:lnSpc>
                        <a:buNone/>
                      </a:pPr>
                      <a:r>
                        <a:rPr lang="en-IN" sz="1050" b="0">
                          <a:effectLst/>
                        </a:rPr>
                        <a:t>Security Assessment Template</a:t>
                      </a:r>
                    </a:p>
                    <a:p>
                      <a:pPr>
                        <a:lnSpc>
                          <a:spcPts val="1875"/>
                        </a:lnSpc>
                        <a:buNone/>
                      </a:pPr>
                      <a:r>
                        <a:rPr lang="en-IN" sz="1050" b="0">
                          <a:effectLst/>
                          <a:latin typeface="quote-cjk-patch"/>
                        </a:rPr>
                        <a:t>DPIA Template</a:t>
                      </a:r>
                    </a:p>
                    <a:p>
                      <a:pPr>
                        <a:lnSpc>
                          <a:spcPts val="1875"/>
                        </a:lnSpc>
                        <a:buNone/>
                      </a:pPr>
                      <a:r>
                        <a:rPr lang="en-IN" sz="1050" b="0">
                          <a:effectLst/>
                          <a:latin typeface="quote-cjk-patch"/>
                        </a:rPr>
                        <a:t>DPIA </a:t>
                      </a:r>
                      <a:r>
                        <a:rPr lang="en-IN" sz="1050" b="0" err="1">
                          <a:effectLst/>
                          <a:latin typeface="quote-cjk-patch"/>
                        </a:rPr>
                        <a:t>SignOff</a:t>
                      </a:r>
                      <a:r>
                        <a:rPr lang="en-IN" sz="1050" b="0">
                          <a:effectLst/>
                          <a:latin typeface="quote-cjk-patch"/>
                        </a:rPr>
                        <a:t> Form</a:t>
                      </a:r>
                    </a:p>
                  </a:txBody>
                  <a:tcPr marL="121920" marT="76200" marB="76200" anchor="ctr"/>
                </a:tc>
                <a:tc>
                  <a:txBody>
                    <a:bodyPr/>
                    <a:lstStyle/>
                    <a:p>
                      <a:pPr marL="0" marR="0" lvl="0" indent="0" algn="ctr" defTabSz="457200" rtl="0" eaLnBrk="1" fontAlgn="auto" latinLnBrk="0" hangingPunct="1">
                        <a:lnSpc>
                          <a:spcPts val="1875"/>
                        </a:lnSpc>
                        <a:spcBef>
                          <a:spcPts val="0"/>
                        </a:spcBef>
                        <a:spcAft>
                          <a:spcPts val="0"/>
                        </a:spcAft>
                        <a:buClrTx/>
                        <a:buSzTx/>
                        <a:buFontTx/>
                        <a:buNone/>
                        <a:tabLst/>
                        <a:defRPr/>
                      </a:pPr>
                      <a:r>
                        <a:rPr lang="en-IN" sz="1050" b="0">
                          <a:effectLst/>
                          <a:latin typeface="quote-cjk-patch"/>
                        </a:rPr>
                        <a:t>Dependency on Completion of Use Case Assessment</a:t>
                      </a:r>
                    </a:p>
                  </a:txBody>
                  <a:tcPr marL="121920" marT="76200" marB="76200" anchor="ctr"/>
                </a:tc>
                <a:tc>
                  <a:txBody>
                    <a:bodyPr/>
                    <a:lstStyle/>
                    <a:p>
                      <a:pPr algn="ctr">
                        <a:lnSpc>
                          <a:spcPts val="1875"/>
                        </a:lnSpc>
                        <a:buNone/>
                      </a:pPr>
                      <a:r>
                        <a:rPr lang="en-IN" sz="1050" b="0">
                          <a:effectLst/>
                          <a:latin typeface="quote-cjk-patch"/>
                        </a:rPr>
                        <a:t>BCBS IDENTIFIED</a:t>
                      </a:r>
                    </a:p>
                    <a:p>
                      <a:pPr algn="ctr">
                        <a:lnSpc>
                          <a:spcPts val="1875"/>
                        </a:lnSpc>
                        <a:buNone/>
                      </a:pPr>
                      <a:r>
                        <a:rPr lang="en-IN" sz="1050" b="0">
                          <a:effectLst/>
                          <a:latin typeface="quote-cjk-patch"/>
                        </a:rPr>
                        <a:t>ACCELERE TO CONSULT</a:t>
                      </a:r>
                    </a:p>
                    <a:p>
                      <a:pPr>
                        <a:lnSpc>
                          <a:spcPts val="1875"/>
                        </a:lnSpc>
                        <a:buNone/>
                      </a:pPr>
                      <a:endParaRPr lang="en-IN" sz="1050" b="0">
                        <a:effectLst/>
                        <a:latin typeface="quote-cjk-patch"/>
                      </a:endParaRPr>
                    </a:p>
                  </a:txBody>
                  <a:tcPr marL="121920" marT="76200" marB="76200" anchor="ctr"/>
                </a:tc>
                <a:extLst>
                  <a:ext uri="{0D108BD9-81ED-4DB2-BD59-A6C34878D82A}">
                    <a16:rowId xmlns:a16="http://schemas.microsoft.com/office/drawing/2014/main" val="2676981963"/>
                  </a:ext>
                </a:extLst>
              </a:tr>
            </a:tbl>
          </a:graphicData>
        </a:graphic>
      </p:graphicFrame>
      <p:sp>
        <p:nvSpPr>
          <p:cNvPr id="5" name="TextBox 4">
            <a:extLst>
              <a:ext uri="{FF2B5EF4-FFF2-40B4-BE49-F238E27FC236}">
                <a16:creationId xmlns:a16="http://schemas.microsoft.com/office/drawing/2014/main" id="{66AE7DFE-68A3-660C-8ED7-DB1EBCBCD0A0}"/>
              </a:ext>
            </a:extLst>
          </p:cNvPr>
          <p:cNvSpPr txBox="1"/>
          <p:nvPr/>
        </p:nvSpPr>
        <p:spPr>
          <a:xfrm>
            <a:off x="1027914" y="1181100"/>
            <a:ext cx="10244456" cy="307777"/>
          </a:xfrm>
          <a:prstGeom prst="rect">
            <a:avLst/>
          </a:prstGeom>
          <a:noFill/>
        </p:spPr>
        <p:txBody>
          <a:bodyPr wrap="square" rtlCol="0">
            <a:spAutoFit/>
          </a:bodyPr>
          <a:lstStyle/>
          <a:p>
            <a:r>
              <a:rPr lang="en-IN" sz="1400">
                <a:latin typeface="+mn-lt"/>
              </a:rPr>
              <a:t>Establish PRIORITIZED USE CASE – PROCESS DISCOVERY | USE CASE ASSESSMENT| USE CASE PRIORITIZATION</a:t>
            </a:r>
          </a:p>
        </p:txBody>
      </p:sp>
    </p:spTree>
    <p:extLst>
      <p:ext uri="{BB962C8B-B14F-4D97-AF65-F5344CB8AC3E}">
        <p14:creationId xmlns:p14="http://schemas.microsoft.com/office/powerpoint/2010/main" val="105678217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07651-E962-09A8-B4E0-41D40A0B6F3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AD448CD-DAB2-DB4D-8308-90AB3C1672F4}"/>
              </a:ext>
            </a:extLst>
          </p:cNvPr>
          <p:cNvPicPr>
            <a:picLocks noChangeAspect="1"/>
          </p:cNvPicPr>
          <p:nvPr/>
        </p:nvPicPr>
        <p:blipFill>
          <a:blip r:embed="rId3"/>
          <a:stretch>
            <a:fillRect/>
          </a:stretch>
        </p:blipFill>
        <p:spPr>
          <a:xfrm>
            <a:off x="137160" y="2075687"/>
            <a:ext cx="1536011" cy="1247025"/>
          </a:xfrm>
          <a:prstGeom prst="rect">
            <a:avLst/>
          </a:prstGeom>
          <a:effectLst>
            <a:outerShdw blurRad="63500" sx="102000" sy="102000" algn="ctr" rotWithShape="0">
              <a:prstClr val="black">
                <a:alpha val="40000"/>
              </a:prstClr>
            </a:outerShdw>
          </a:effectLst>
          <a:scene3d>
            <a:camera prst="isometricOffAxis1Right"/>
            <a:lightRig rig="threePt" dir="t"/>
          </a:scene3d>
        </p:spPr>
      </p:pic>
      <p:sp>
        <p:nvSpPr>
          <p:cNvPr id="7" name="TextBox 6">
            <a:extLst>
              <a:ext uri="{FF2B5EF4-FFF2-40B4-BE49-F238E27FC236}">
                <a16:creationId xmlns:a16="http://schemas.microsoft.com/office/drawing/2014/main" id="{9A76A14A-EF91-877D-F15A-D868ECC95856}"/>
              </a:ext>
            </a:extLst>
          </p:cNvPr>
          <p:cNvSpPr txBox="1"/>
          <p:nvPr/>
        </p:nvSpPr>
        <p:spPr>
          <a:xfrm>
            <a:off x="118130" y="1321427"/>
            <a:ext cx="209397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a:t>
            </a: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Resource has an idea and submits the Business Process Discovery Form</a:t>
            </a:r>
          </a:p>
        </p:txBody>
      </p:sp>
      <p:cxnSp>
        <p:nvCxnSpPr>
          <p:cNvPr id="9" name="Straight Arrow Connector 8">
            <a:extLst>
              <a:ext uri="{FF2B5EF4-FFF2-40B4-BE49-F238E27FC236}">
                <a16:creationId xmlns:a16="http://schemas.microsoft.com/office/drawing/2014/main" id="{AE17B4EF-9F47-E741-261D-C01A613B545F}"/>
              </a:ext>
            </a:extLst>
          </p:cNvPr>
          <p:cNvCxnSpPr>
            <a:cxnSpLocks/>
          </p:cNvCxnSpPr>
          <p:nvPr/>
        </p:nvCxnSpPr>
        <p:spPr>
          <a:xfrm>
            <a:off x="687624" y="3484685"/>
            <a:ext cx="0" cy="17913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1" name="Graphic 10" descr="Group of people outline">
            <a:extLst>
              <a:ext uri="{FF2B5EF4-FFF2-40B4-BE49-F238E27FC236}">
                <a16:creationId xmlns:a16="http://schemas.microsoft.com/office/drawing/2014/main" id="{96356800-97E2-FF62-23D4-FC3417DEF2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0424" y="5335556"/>
            <a:ext cx="914400" cy="914400"/>
          </a:xfrm>
          <a:prstGeom prst="rect">
            <a:avLst/>
          </a:prstGeom>
        </p:spPr>
      </p:pic>
      <p:sp>
        <p:nvSpPr>
          <p:cNvPr id="13" name="TextBox 12">
            <a:extLst>
              <a:ext uri="{FF2B5EF4-FFF2-40B4-BE49-F238E27FC236}">
                <a16:creationId xmlns:a16="http://schemas.microsoft.com/office/drawing/2014/main" id="{887151BB-935B-988F-1AAE-46220B8838EF}"/>
              </a:ext>
            </a:extLst>
          </p:cNvPr>
          <p:cNvSpPr txBox="1"/>
          <p:nvPr/>
        </p:nvSpPr>
        <p:spPr>
          <a:xfrm>
            <a:off x="896278" y="4652473"/>
            <a:ext cx="182779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2</a:t>
            </a: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PMO receives form, and has cross functional team make an assessment</a:t>
            </a:r>
          </a:p>
        </p:txBody>
      </p:sp>
      <p:sp>
        <p:nvSpPr>
          <p:cNvPr id="14" name="Diamond 13">
            <a:extLst>
              <a:ext uri="{FF2B5EF4-FFF2-40B4-BE49-F238E27FC236}">
                <a16:creationId xmlns:a16="http://schemas.microsoft.com/office/drawing/2014/main" id="{E62D63DF-138B-9CDA-8F59-C281235DC668}"/>
              </a:ext>
            </a:extLst>
          </p:cNvPr>
          <p:cNvSpPr/>
          <p:nvPr/>
        </p:nvSpPr>
        <p:spPr>
          <a:xfrm>
            <a:off x="2545135" y="5268226"/>
            <a:ext cx="1335024" cy="1152144"/>
          </a:xfrm>
          <a:prstGeom prst="diamond">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Should this be an AI project?</a:t>
            </a:r>
          </a:p>
        </p:txBody>
      </p:sp>
      <p:cxnSp>
        <p:nvCxnSpPr>
          <p:cNvPr id="15" name="Straight Arrow Connector 14">
            <a:extLst>
              <a:ext uri="{FF2B5EF4-FFF2-40B4-BE49-F238E27FC236}">
                <a16:creationId xmlns:a16="http://schemas.microsoft.com/office/drawing/2014/main" id="{9FBAA9AD-B028-A56E-C562-697E018FBE9F}"/>
              </a:ext>
            </a:extLst>
          </p:cNvPr>
          <p:cNvCxnSpPr>
            <a:cxnSpLocks/>
            <a:stCxn id="14" idx="0"/>
          </p:cNvCxnSpPr>
          <p:nvPr/>
        </p:nvCxnSpPr>
        <p:spPr>
          <a:xfrm flipV="1">
            <a:off x="3212647" y="4803308"/>
            <a:ext cx="0" cy="4649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B8B2F41-F88C-0763-6877-50460B1B980B}"/>
              </a:ext>
            </a:extLst>
          </p:cNvPr>
          <p:cNvCxnSpPr>
            <a:cxnSpLocks/>
            <a:endCxn id="14" idx="1"/>
          </p:cNvCxnSpPr>
          <p:nvPr/>
        </p:nvCxnSpPr>
        <p:spPr>
          <a:xfrm flipV="1">
            <a:off x="1259234" y="5844298"/>
            <a:ext cx="1285901" cy="92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Connector: Elbow 21">
            <a:extLst>
              <a:ext uri="{FF2B5EF4-FFF2-40B4-BE49-F238E27FC236}">
                <a16:creationId xmlns:a16="http://schemas.microsoft.com/office/drawing/2014/main" id="{C63C3EA9-019C-668F-BE1C-A6CFF98D055B}"/>
              </a:ext>
            </a:extLst>
          </p:cNvPr>
          <p:cNvCxnSpPr>
            <a:cxnSpLocks/>
            <a:stCxn id="14" idx="2"/>
          </p:cNvCxnSpPr>
          <p:nvPr/>
        </p:nvCxnSpPr>
        <p:spPr>
          <a:xfrm rot="5400000" flipH="1">
            <a:off x="1901055" y="5108778"/>
            <a:ext cx="98162" cy="2525023"/>
          </a:xfrm>
          <a:prstGeom prst="bentConnector4">
            <a:avLst>
              <a:gd name="adj1" fmla="val -232880"/>
              <a:gd name="adj2" fmla="val 100156"/>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9DE4730B-0A5C-38B0-17A5-F242D897B0B0}"/>
              </a:ext>
            </a:extLst>
          </p:cNvPr>
          <p:cNvSpPr txBox="1"/>
          <p:nvPr/>
        </p:nvSpPr>
        <p:spPr>
          <a:xfrm>
            <a:off x="1314116" y="6301148"/>
            <a:ext cx="4846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a:t>
            </a:r>
          </a:p>
        </p:txBody>
      </p:sp>
      <p:graphicFrame>
        <p:nvGraphicFramePr>
          <p:cNvPr id="28" name="Diagram 27">
            <a:extLst>
              <a:ext uri="{FF2B5EF4-FFF2-40B4-BE49-F238E27FC236}">
                <a16:creationId xmlns:a16="http://schemas.microsoft.com/office/drawing/2014/main" id="{94BA36D2-4E90-6696-525C-D2BA17480916}"/>
              </a:ext>
            </a:extLst>
          </p:cNvPr>
          <p:cNvGraphicFramePr/>
          <p:nvPr>
            <p:extLst>
              <p:ext uri="{D42A27DB-BD31-4B8C-83A1-F6EECF244321}">
                <p14:modId xmlns:p14="http://schemas.microsoft.com/office/powerpoint/2010/main" val="2775734119"/>
              </p:ext>
            </p:extLst>
          </p:nvPr>
        </p:nvGraphicFramePr>
        <p:xfrm>
          <a:off x="8594586" y="91290"/>
          <a:ext cx="1505714" cy="156966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0" name="TextBox 29">
            <a:extLst>
              <a:ext uri="{FF2B5EF4-FFF2-40B4-BE49-F238E27FC236}">
                <a16:creationId xmlns:a16="http://schemas.microsoft.com/office/drawing/2014/main" id="{D034428B-97F0-8B1D-EE26-6F2B5DB17AA5}"/>
              </a:ext>
            </a:extLst>
          </p:cNvPr>
          <p:cNvSpPr txBox="1"/>
          <p:nvPr/>
        </p:nvSpPr>
        <p:spPr>
          <a:xfrm>
            <a:off x="2647003" y="4976299"/>
            <a:ext cx="56946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Yes</a:t>
            </a:r>
          </a:p>
        </p:txBody>
      </p:sp>
      <p:sp>
        <p:nvSpPr>
          <p:cNvPr id="21" name="Arrow: Pentagon 20">
            <a:extLst>
              <a:ext uri="{FF2B5EF4-FFF2-40B4-BE49-F238E27FC236}">
                <a16:creationId xmlns:a16="http://schemas.microsoft.com/office/drawing/2014/main" id="{D7DC2422-F1D2-CBAF-B85A-06DA9478860C}"/>
              </a:ext>
            </a:extLst>
          </p:cNvPr>
          <p:cNvSpPr/>
          <p:nvPr/>
        </p:nvSpPr>
        <p:spPr>
          <a:xfrm>
            <a:off x="2425644" y="3650165"/>
            <a:ext cx="905256"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E000E4CE-653B-73C3-A7F5-AB3515BADCF2}"/>
              </a:ext>
            </a:extLst>
          </p:cNvPr>
          <p:cNvSpPr txBox="1"/>
          <p:nvPr/>
        </p:nvSpPr>
        <p:spPr>
          <a:xfrm>
            <a:off x="2476881" y="3714130"/>
            <a:ext cx="729995"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Feasibility &amp; Value Assessment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5" name="Arrow: Chevron 24">
            <a:extLst>
              <a:ext uri="{FF2B5EF4-FFF2-40B4-BE49-F238E27FC236}">
                <a16:creationId xmlns:a16="http://schemas.microsoft.com/office/drawing/2014/main" id="{4530B95D-6DD2-CBA7-E237-72BF8677055D}"/>
              </a:ext>
            </a:extLst>
          </p:cNvPr>
          <p:cNvSpPr/>
          <p:nvPr/>
        </p:nvSpPr>
        <p:spPr>
          <a:xfrm>
            <a:off x="3103445" y="3650164"/>
            <a:ext cx="1158620" cy="615553"/>
          </a:xfrm>
          <a:prstGeom prst="chevron">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9521EC8-A558-05EB-4E9E-43620D475D2E}"/>
              </a:ext>
            </a:extLst>
          </p:cNvPr>
          <p:cNvSpPr txBox="1"/>
          <p:nvPr/>
        </p:nvSpPr>
        <p:spPr>
          <a:xfrm>
            <a:off x="3330900" y="3766519"/>
            <a:ext cx="833050" cy="61555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AI Risk Tiering Determination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1" name="Octagon 30">
            <a:extLst>
              <a:ext uri="{FF2B5EF4-FFF2-40B4-BE49-F238E27FC236}">
                <a16:creationId xmlns:a16="http://schemas.microsoft.com/office/drawing/2014/main" id="{6B4F83FC-22CA-7D92-4023-813824B2261E}"/>
              </a:ext>
            </a:extLst>
          </p:cNvPr>
          <p:cNvSpPr/>
          <p:nvPr/>
        </p:nvSpPr>
        <p:spPr>
          <a:xfrm>
            <a:off x="3866900" y="4102987"/>
            <a:ext cx="326130" cy="305509"/>
          </a:xfrm>
          <a:prstGeom prst="octagon">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4" name="Rectangle: Rounded Corners 53">
            <a:extLst>
              <a:ext uri="{FF2B5EF4-FFF2-40B4-BE49-F238E27FC236}">
                <a16:creationId xmlns:a16="http://schemas.microsoft.com/office/drawing/2014/main" id="{E8EEE1F6-2802-7EC5-96E3-1AE590882A37}"/>
              </a:ext>
            </a:extLst>
          </p:cNvPr>
          <p:cNvSpPr/>
          <p:nvPr/>
        </p:nvSpPr>
        <p:spPr>
          <a:xfrm>
            <a:off x="2282622" y="3542527"/>
            <a:ext cx="2107946" cy="97201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6" name="TextBox 55">
            <a:extLst>
              <a:ext uri="{FF2B5EF4-FFF2-40B4-BE49-F238E27FC236}">
                <a16:creationId xmlns:a16="http://schemas.microsoft.com/office/drawing/2014/main" id="{3ECF2B41-50FC-4A1D-A344-6AE884D8AACB}"/>
              </a:ext>
            </a:extLst>
          </p:cNvPr>
          <p:cNvSpPr txBox="1"/>
          <p:nvPr/>
        </p:nvSpPr>
        <p:spPr>
          <a:xfrm>
            <a:off x="2235452" y="3104786"/>
            <a:ext cx="255069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AI/ Data Feasibility and Risk Assessment</a:t>
            </a:r>
          </a:p>
        </p:txBody>
      </p:sp>
      <p:sp>
        <p:nvSpPr>
          <p:cNvPr id="66" name="Arrow: Chevron 65">
            <a:extLst>
              <a:ext uri="{FF2B5EF4-FFF2-40B4-BE49-F238E27FC236}">
                <a16:creationId xmlns:a16="http://schemas.microsoft.com/office/drawing/2014/main" id="{10BDC832-4D75-DEA5-CD64-6BC4653995B3}"/>
              </a:ext>
            </a:extLst>
          </p:cNvPr>
          <p:cNvSpPr/>
          <p:nvPr/>
        </p:nvSpPr>
        <p:spPr>
          <a:xfrm>
            <a:off x="9433180" y="2478206"/>
            <a:ext cx="1158620" cy="615553"/>
          </a:xfrm>
          <a:prstGeom prst="chevron">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8" name="TextBox 67">
            <a:extLst>
              <a:ext uri="{FF2B5EF4-FFF2-40B4-BE49-F238E27FC236}">
                <a16:creationId xmlns:a16="http://schemas.microsoft.com/office/drawing/2014/main" id="{D7BFF014-B999-1C9F-8C69-C30B769344F8}"/>
              </a:ext>
            </a:extLst>
          </p:cNvPr>
          <p:cNvSpPr txBox="1"/>
          <p:nvPr/>
        </p:nvSpPr>
        <p:spPr>
          <a:xfrm>
            <a:off x="9729795" y="2492775"/>
            <a:ext cx="833050" cy="861774"/>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AI Control Design &amp; Integration Plan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0" name="Octagon 69">
            <a:extLst>
              <a:ext uri="{FF2B5EF4-FFF2-40B4-BE49-F238E27FC236}">
                <a16:creationId xmlns:a16="http://schemas.microsoft.com/office/drawing/2014/main" id="{49BDA770-3654-5C96-010E-D45836530A3B}"/>
              </a:ext>
            </a:extLst>
          </p:cNvPr>
          <p:cNvSpPr/>
          <p:nvPr/>
        </p:nvSpPr>
        <p:spPr>
          <a:xfrm>
            <a:off x="10175371" y="3028769"/>
            <a:ext cx="326130" cy="305509"/>
          </a:xfrm>
          <a:prstGeom prst="octagon">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2" name="Arrow: Pentagon 71">
            <a:extLst>
              <a:ext uri="{FF2B5EF4-FFF2-40B4-BE49-F238E27FC236}">
                <a16:creationId xmlns:a16="http://schemas.microsoft.com/office/drawing/2014/main" id="{F6F020D4-7134-3DAA-D141-967B6AE24058}"/>
              </a:ext>
            </a:extLst>
          </p:cNvPr>
          <p:cNvSpPr/>
          <p:nvPr/>
        </p:nvSpPr>
        <p:spPr>
          <a:xfrm>
            <a:off x="8742953" y="2478206"/>
            <a:ext cx="905256"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4" name="TextBox 73">
            <a:extLst>
              <a:ext uri="{FF2B5EF4-FFF2-40B4-BE49-F238E27FC236}">
                <a16:creationId xmlns:a16="http://schemas.microsoft.com/office/drawing/2014/main" id="{9609658D-029B-73C8-69D6-24437FD0908B}"/>
              </a:ext>
            </a:extLst>
          </p:cNvPr>
          <p:cNvSpPr txBox="1"/>
          <p:nvPr/>
        </p:nvSpPr>
        <p:spPr>
          <a:xfrm>
            <a:off x="8792653" y="2505910"/>
            <a:ext cx="729995"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AI Solution Technical Architecture Design</a:t>
            </a:r>
          </a:p>
        </p:txBody>
      </p:sp>
      <p:sp>
        <p:nvSpPr>
          <p:cNvPr id="76" name="Rectangle: Rounded Corners 75">
            <a:extLst>
              <a:ext uri="{FF2B5EF4-FFF2-40B4-BE49-F238E27FC236}">
                <a16:creationId xmlns:a16="http://schemas.microsoft.com/office/drawing/2014/main" id="{1DCE8EA9-6E21-7DFB-EF84-B7AA30F92449}"/>
              </a:ext>
            </a:extLst>
          </p:cNvPr>
          <p:cNvSpPr/>
          <p:nvPr/>
        </p:nvSpPr>
        <p:spPr>
          <a:xfrm>
            <a:off x="8630635" y="2221803"/>
            <a:ext cx="2012158" cy="123444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8" name="TextBox 77">
            <a:extLst>
              <a:ext uri="{FF2B5EF4-FFF2-40B4-BE49-F238E27FC236}">
                <a16:creationId xmlns:a16="http://schemas.microsoft.com/office/drawing/2014/main" id="{5CC8453C-7F36-C6D0-4CE4-D7F7272C6161}"/>
              </a:ext>
            </a:extLst>
          </p:cNvPr>
          <p:cNvSpPr txBox="1"/>
          <p:nvPr/>
        </p:nvSpPr>
        <p:spPr>
          <a:xfrm>
            <a:off x="8630635" y="1981200"/>
            <a:ext cx="247192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AI Solution Design</a:t>
            </a:r>
          </a:p>
        </p:txBody>
      </p:sp>
      <p:sp>
        <p:nvSpPr>
          <p:cNvPr id="80" name="Arrow: Pentagon 79">
            <a:extLst>
              <a:ext uri="{FF2B5EF4-FFF2-40B4-BE49-F238E27FC236}">
                <a16:creationId xmlns:a16="http://schemas.microsoft.com/office/drawing/2014/main" id="{222C94E3-8B3E-A5FB-E39F-7DBA7DA066E8}"/>
              </a:ext>
            </a:extLst>
          </p:cNvPr>
          <p:cNvSpPr/>
          <p:nvPr/>
        </p:nvSpPr>
        <p:spPr>
          <a:xfrm>
            <a:off x="6080810" y="3776370"/>
            <a:ext cx="905256"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4" name="Arrow: Chevron 83">
            <a:extLst>
              <a:ext uri="{FF2B5EF4-FFF2-40B4-BE49-F238E27FC236}">
                <a16:creationId xmlns:a16="http://schemas.microsoft.com/office/drawing/2014/main" id="{A9D053DF-9726-1897-B246-12B1F511A51E}"/>
              </a:ext>
            </a:extLst>
          </p:cNvPr>
          <p:cNvSpPr/>
          <p:nvPr/>
        </p:nvSpPr>
        <p:spPr>
          <a:xfrm>
            <a:off x="6758611" y="3776369"/>
            <a:ext cx="1158620" cy="615553"/>
          </a:xfrm>
          <a:prstGeom prst="chevron">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6" name="TextBox 85">
            <a:extLst>
              <a:ext uri="{FF2B5EF4-FFF2-40B4-BE49-F238E27FC236}">
                <a16:creationId xmlns:a16="http://schemas.microsoft.com/office/drawing/2014/main" id="{F09D4871-5082-3CE0-A9F5-2E17A4313D88}"/>
              </a:ext>
            </a:extLst>
          </p:cNvPr>
          <p:cNvSpPr txBox="1"/>
          <p:nvPr/>
        </p:nvSpPr>
        <p:spPr>
          <a:xfrm>
            <a:off x="7038847" y="3791757"/>
            <a:ext cx="83305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Clinical Simulation &amp; Workforce Attestation</a:t>
            </a:r>
          </a:p>
        </p:txBody>
      </p:sp>
      <p:sp>
        <p:nvSpPr>
          <p:cNvPr id="90" name="Rectangle: Rounded Corners 89">
            <a:extLst>
              <a:ext uri="{FF2B5EF4-FFF2-40B4-BE49-F238E27FC236}">
                <a16:creationId xmlns:a16="http://schemas.microsoft.com/office/drawing/2014/main" id="{4F1A3906-4474-39A5-FB34-D1F700C897D5}"/>
              </a:ext>
            </a:extLst>
          </p:cNvPr>
          <p:cNvSpPr/>
          <p:nvPr/>
        </p:nvSpPr>
        <p:spPr>
          <a:xfrm>
            <a:off x="5726129" y="3646515"/>
            <a:ext cx="2221992" cy="107260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92" name="TextBox 91">
            <a:extLst>
              <a:ext uri="{FF2B5EF4-FFF2-40B4-BE49-F238E27FC236}">
                <a16:creationId xmlns:a16="http://schemas.microsoft.com/office/drawing/2014/main" id="{023E689B-029D-B9BA-F7FA-8B36CB24FDD6}"/>
              </a:ext>
            </a:extLst>
          </p:cNvPr>
          <p:cNvSpPr txBox="1"/>
          <p:nvPr/>
        </p:nvSpPr>
        <p:spPr>
          <a:xfrm>
            <a:off x="5757481" y="3387329"/>
            <a:ext cx="247192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Model Validation and Testing</a:t>
            </a:r>
          </a:p>
        </p:txBody>
      </p:sp>
      <p:sp>
        <p:nvSpPr>
          <p:cNvPr id="94" name="Arrow: Pentagon 93">
            <a:extLst>
              <a:ext uri="{FF2B5EF4-FFF2-40B4-BE49-F238E27FC236}">
                <a16:creationId xmlns:a16="http://schemas.microsoft.com/office/drawing/2014/main" id="{BF53B63A-B362-2ED1-6D10-350ECB69F034}"/>
              </a:ext>
            </a:extLst>
          </p:cNvPr>
          <p:cNvSpPr/>
          <p:nvPr/>
        </p:nvSpPr>
        <p:spPr>
          <a:xfrm>
            <a:off x="6711126" y="5646124"/>
            <a:ext cx="905256"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96" name="TextBox 95">
            <a:extLst>
              <a:ext uri="{FF2B5EF4-FFF2-40B4-BE49-F238E27FC236}">
                <a16:creationId xmlns:a16="http://schemas.microsoft.com/office/drawing/2014/main" id="{897A905F-FD91-30BD-9862-4532B93057F8}"/>
              </a:ext>
            </a:extLst>
          </p:cNvPr>
          <p:cNvSpPr txBox="1"/>
          <p:nvPr/>
        </p:nvSpPr>
        <p:spPr>
          <a:xfrm>
            <a:off x="6683134" y="5681992"/>
            <a:ext cx="809229"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Production Deployment Authorization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02" name="Octagon 101">
            <a:extLst>
              <a:ext uri="{FF2B5EF4-FFF2-40B4-BE49-F238E27FC236}">
                <a16:creationId xmlns:a16="http://schemas.microsoft.com/office/drawing/2014/main" id="{11E8EAA2-3BA4-F7A0-1F61-06E0573D5621}"/>
              </a:ext>
            </a:extLst>
          </p:cNvPr>
          <p:cNvSpPr/>
          <p:nvPr/>
        </p:nvSpPr>
        <p:spPr>
          <a:xfrm>
            <a:off x="7302234" y="6100092"/>
            <a:ext cx="326130" cy="305509"/>
          </a:xfrm>
          <a:prstGeom prst="octagon">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04" name="Rectangle: Rounded Corners 103">
            <a:extLst>
              <a:ext uri="{FF2B5EF4-FFF2-40B4-BE49-F238E27FC236}">
                <a16:creationId xmlns:a16="http://schemas.microsoft.com/office/drawing/2014/main" id="{003D54F7-F866-61B9-7114-E48C6CA07317}"/>
              </a:ext>
            </a:extLst>
          </p:cNvPr>
          <p:cNvSpPr/>
          <p:nvPr/>
        </p:nvSpPr>
        <p:spPr>
          <a:xfrm>
            <a:off x="6468056" y="5367238"/>
            <a:ext cx="1239387" cy="123444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06" name="TextBox 105">
            <a:extLst>
              <a:ext uri="{FF2B5EF4-FFF2-40B4-BE49-F238E27FC236}">
                <a16:creationId xmlns:a16="http://schemas.microsoft.com/office/drawing/2014/main" id="{7726E4A5-C2C3-E4F4-379D-A59D91EF6E50}"/>
              </a:ext>
            </a:extLst>
          </p:cNvPr>
          <p:cNvSpPr txBox="1"/>
          <p:nvPr/>
        </p:nvSpPr>
        <p:spPr>
          <a:xfrm>
            <a:off x="6231825" y="5114266"/>
            <a:ext cx="214081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Deployment Authorization</a:t>
            </a:r>
          </a:p>
        </p:txBody>
      </p:sp>
      <p:sp>
        <p:nvSpPr>
          <p:cNvPr id="108" name="Arrow: Chevron 107">
            <a:extLst>
              <a:ext uri="{FF2B5EF4-FFF2-40B4-BE49-F238E27FC236}">
                <a16:creationId xmlns:a16="http://schemas.microsoft.com/office/drawing/2014/main" id="{AB01E595-0DD3-D9D5-18FD-8A5C19E4DC4C}"/>
              </a:ext>
            </a:extLst>
          </p:cNvPr>
          <p:cNvSpPr/>
          <p:nvPr/>
        </p:nvSpPr>
        <p:spPr>
          <a:xfrm>
            <a:off x="9734377" y="5632193"/>
            <a:ext cx="1158620" cy="615553"/>
          </a:xfrm>
          <a:prstGeom prst="chevron">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10" name="TextBox 109">
            <a:extLst>
              <a:ext uri="{FF2B5EF4-FFF2-40B4-BE49-F238E27FC236}">
                <a16:creationId xmlns:a16="http://schemas.microsoft.com/office/drawing/2014/main" id="{8D77A5A0-0E68-D3C3-BF5A-BE74B209961A}"/>
              </a:ext>
            </a:extLst>
          </p:cNvPr>
          <p:cNvSpPr txBox="1"/>
          <p:nvPr/>
        </p:nvSpPr>
        <p:spPr>
          <a:xfrm>
            <a:off x="10026792" y="5670064"/>
            <a:ext cx="8330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AI Incident Response &amp; Circuit Breaker</a:t>
            </a:r>
          </a:p>
        </p:txBody>
      </p:sp>
      <p:sp>
        <p:nvSpPr>
          <p:cNvPr id="112" name="Arrow: Chevron 111">
            <a:extLst>
              <a:ext uri="{FF2B5EF4-FFF2-40B4-BE49-F238E27FC236}">
                <a16:creationId xmlns:a16="http://schemas.microsoft.com/office/drawing/2014/main" id="{B480651C-7CA3-EBD8-8092-146DF4787ABF}"/>
              </a:ext>
            </a:extLst>
          </p:cNvPr>
          <p:cNvSpPr/>
          <p:nvPr/>
        </p:nvSpPr>
        <p:spPr>
          <a:xfrm>
            <a:off x="10654877" y="5632193"/>
            <a:ext cx="1158620" cy="615553"/>
          </a:xfrm>
          <a:prstGeom prst="chevron">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14" name="TextBox 113">
            <a:extLst>
              <a:ext uri="{FF2B5EF4-FFF2-40B4-BE49-F238E27FC236}">
                <a16:creationId xmlns:a16="http://schemas.microsoft.com/office/drawing/2014/main" id="{E98B8507-69C8-390A-6B71-011990535595}"/>
              </a:ext>
            </a:extLst>
          </p:cNvPr>
          <p:cNvSpPr txBox="1"/>
          <p:nvPr/>
        </p:nvSpPr>
        <p:spPr>
          <a:xfrm>
            <a:off x="10951492" y="5646762"/>
            <a:ext cx="83305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Annual AI Compliance &amp; Regulatory Filing</a:t>
            </a:r>
          </a:p>
        </p:txBody>
      </p:sp>
      <p:sp>
        <p:nvSpPr>
          <p:cNvPr id="116" name="Octagon 115">
            <a:extLst>
              <a:ext uri="{FF2B5EF4-FFF2-40B4-BE49-F238E27FC236}">
                <a16:creationId xmlns:a16="http://schemas.microsoft.com/office/drawing/2014/main" id="{4E6B56B7-6C5F-6FE3-0975-FFF55F7046B6}"/>
              </a:ext>
            </a:extLst>
          </p:cNvPr>
          <p:cNvSpPr/>
          <p:nvPr/>
        </p:nvSpPr>
        <p:spPr>
          <a:xfrm>
            <a:off x="11397068" y="6182756"/>
            <a:ext cx="326130" cy="305509"/>
          </a:xfrm>
          <a:prstGeom prst="octagon">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18" name="Arrow: Pentagon 117">
            <a:extLst>
              <a:ext uri="{FF2B5EF4-FFF2-40B4-BE49-F238E27FC236}">
                <a16:creationId xmlns:a16="http://schemas.microsoft.com/office/drawing/2014/main" id="{17F54916-7500-CDB4-2737-25AF857825D2}"/>
              </a:ext>
            </a:extLst>
          </p:cNvPr>
          <p:cNvSpPr/>
          <p:nvPr/>
        </p:nvSpPr>
        <p:spPr>
          <a:xfrm>
            <a:off x="9041338" y="5632193"/>
            <a:ext cx="905256"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20" name="TextBox 119">
            <a:extLst>
              <a:ext uri="{FF2B5EF4-FFF2-40B4-BE49-F238E27FC236}">
                <a16:creationId xmlns:a16="http://schemas.microsoft.com/office/drawing/2014/main" id="{4A4600A2-2347-1335-7B33-F0318F7468C4}"/>
              </a:ext>
            </a:extLst>
          </p:cNvPr>
          <p:cNvSpPr txBox="1"/>
          <p:nvPr/>
        </p:nvSpPr>
        <p:spPr>
          <a:xfrm>
            <a:off x="9051822" y="5625100"/>
            <a:ext cx="729995"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Continuous Telemetry &amp; Drift Monitoring</a:t>
            </a:r>
          </a:p>
        </p:txBody>
      </p:sp>
      <p:sp>
        <p:nvSpPr>
          <p:cNvPr id="122" name="Rectangle: Rounded Corners 121">
            <a:extLst>
              <a:ext uri="{FF2B5EF4-FFF2-40B4-BE49-F238E27FC236}">
                <a16:creationId xmlns:a16="http://schemas.microsoft.com/office/drawing/2014/main" id="{27EF9DA0-4E9B-9395-386E-0C1E3FEB4E57}"/>
              </a:ext>
            </a:extLst>
          </p:cNvPr>
          <p:cNvSpPr/>
          <p:nvPr/>
        </p:nvSpPr>
        <p:spPr>
          <a:xfrm>
            <a:off x="8754654" y="5447228"/>
            <a:ext cx="3187632" cy="115223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24" name="TextBox 123">
            <a:extLst>
              <a:ext uri="{FF2B5EF4-FFF2-40B4-BE49-F238E27FC236}">
                <a16:creationId xmlns:a16="http://schemas.microsoft.com/office/drawing/2014/main" id="{9437B6D8-EBBA-A55F-2A30-6D4EE5BB5163}"/>
              </a:ext>
            </a:extLst>
          </p:cNvPr>
          <p:cNvSpPr txBox="1"/>
          <p:nvPr/>
        </p:nvSpPr>
        <p:spPr>
          <a:xfrm>
            <a:off x="8769842" y="5156768"/>
            <a:ext cx="266091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Ongoing Monitoring and Compliance</a:t>
            </a:r>
          </a:p>
        </p:txBody>
      </p:sp>
      <p:sp>
        <p:nvSpPr>
          <p:cNvPr id="126" name="TextBox 125">
            <a:extLst>
              <a:ext uri="{FF2B5EF4-FFF2-40B4-BE49-F238E27FC236}">
                <a16:creationId xmlns:a16="http://schemas.microsoft.com/office/drawing/2014/main" id="{2CDCB810-DB60-881A-6876-781B402F92B9}"/>
              </a:ext>
            </a:extLst>
          </p:cNvPr>
          <p:cNvSpPr txBox="1"/>
          <p:nvPr/>
        </p:nvSpPr>
        <p:spPr>
          <a:xfrm>
            <a:off x="3145907" y="4616231"/>
            <a:ext cx="182779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3</a:t>
            </a: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AI use case is captured into the AI register and Assessment is triggered</a:t>
            </a:r>
          </a:p>
        </p:txBody>
      </p:sp>
      <p:sp>
        <p:nvSpPr>
          <p:cNvPr id="128" name="TextBox 127">
            <a:extLst>
              <a:ext uri="{FF2B5EF4-FFF2-40B4-BE49-F238E27FC236}">
                <a16:creationId xmlns:a16="http://schemas.microsoft.com/office/drawing/2014/main" id="{6DE1444A-4BA4-29AD-28AA-C404F5E5BEEA}"/>
              </a:ext>
            </a:extLst>
          </p:cNvPr>
          <p:cNvSpPr txBox="1"/>
          <p:nvPr/>
        </p:nvSpPr>
        <p:spPr>
          <a:xfrm>
            <a:off x="1485107" y="394227"/>
            <a:ext cx="238765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4</a:t>
            </a: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Inputs from these assessments leads to the value realization and use case prioritization</a:t>
            </a:r>
          </a:p>
        </p:txBody>
      </p:sp>
      <p:sp>
        <p:nvSpPr>
          <p:cNvPr id="133" name="TextBox 132">
            <a:extLst>
              <a:ext uri="{FF2B5EF4-FFF2-40B4-BE49-F238E27FC236}">
                <a16:creationId xmlns:a16="http://schemas.microsoft.com/office/drawing/2014/main" id="{705C6DD5-D3A5-CB47-5479-00D6E541DCDA}"/>
              </a:ext>
            </a:extLst>
          </p:cNvPr>
          <p:cNvSpPr txBox="1"/>
          <p:nvPr/>
        </p:nvSpPr>
        <p:spPr>
          <a:xfrm>
            <a:off x="5441149" y="1638499"/>
            <a:ext cx="2791952"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5</a:t>
            </a: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If passing these assessments and use case is prioritized, then information is input into the AI Intake form for the Governance Committee approval</a:t>
            </a:r>
          </a:p>
        </p:txBody>
      </p:sp>
      <p:sp>
        <p:nvSpPr>
          <p:cNvPr id="136" name="Arrow: Chevron 135">
            <a:extLst>
              <a:ext uri="{FF2B5EF4-FFF2-40B4-BE49-F238E27FC236}">
                <a16:creationId xmlns:a16="http://schemas.microsoft.com/office/drawing/2014/main" id="{E10455A1-D3D2-BF38-B255-49DFD60AF2DD}"/>
              </a:ext>
            </a:extLst>
          </p:cNvPr>
          <p:cNvSpPr/>
          <p:nvPr/>
        </p:nvSpPr>
        <p:spPr>
          <a:xfrm>
            <a:off x="2803780" y="2076678"/>
            <a:ext cx="1158620" cy="615553"/>
          </a:xfrm>
          <a:prstGeom prst="chevron">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38" name="TextBox 137">
            <a:extLst>
              <a:ext uri="{FF2B5EF4-FFF2-40B4-BE49-F238E27FC236}">
                <a16:creationId xmlns:a16="http://schemas.microsoft.com/office/drawing/2014/main" id="{49D33B2C-A73A-7DFD-755D-1E10F6F14CE9}"/>
              </a:ext>
            </a:extLst>
          </p:cNvPr>
          <p:cNvSpPr txBox="1"/>
          <p:nvPr/>
        </p:nvSpPr>
        <p:spPr>
          <a:xfrm>
            <a:off x="4022136" y="2151868"/>
            <a:ext cx="833050" cy="738664"/>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Build Value Realization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40" name="Arrow: Chevron 139">
            <a:extLst>
              <a:ext uri="{FF2B5EF4-FFF2-40B4-BE49-F238E27FC236}">
                <a16:creationId xmlns:a16="http://schemas.microsoft.com/office/drawing/2014/main" id="{1A7F46DA-19F9-ABA8-5B1A-0E47EC2E3CC2}"/>
              </a:ext>
            </a:extLst>
          </p:cNvPr>
          <p:cNvSpPr/>
          <p:nvPr/>
        </p:nvSpPr>
        <p:spPr>
          <a:xfrm>
            <a:off x="3730817" y="2076678"/>
            <a:ext cx="1158620" cy="615553"/>
          </a:xfrm>
          <a:prstGeom prst="chevron">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42" name="TextBox 141">
            <a:extLst>
              <a:ext uri="{FF2B5EF4-FFF2-40B4-BE49-F238E27FC236}">
                <a16:creationId xmlns:a16="http://schemas.microsoft.com/office/drawing/2014/main" id="{78356BC5-00C9-F01B-5944-E1EAFF09BF0B}"/>
              </a:ext>
            </a:extLst>
          </p:cNvPr>
          <p:cNvSpPr txBox="1"/>
          <p:nvPr/>
        </p:nvSpPr>
        <p:spPr>
          <a:xfrm>
            <a:off x="3107680" y="2213938"/>
            <a:ext cx="833050" cy="61555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Rank the use case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44" name="Octagon 143">
            <a:extLst>
              <a:ext uri="{FF2B5EF4-FFF2-40B4-BE49-F238E27FC236}">
                <a16:creationId xmlns:a16="http://schemas.microsoft.com/office/drawing/2014/main" id="{0442F2D4-558F-A8DA-76F0-FD2912940881}"/>
              </a:ext>
            </a:extLst>
          </p:cNvPr>
          <p:cNvSpPr/>
          <p:nvPr/>
        </p:nvSpPr>
        <p:spPr>
          <a:xfrm>
            <a:off x="4473008" y="2627241"/>
            <a:ext cx="326130" cy="305509"/>
          </a:xfrm>
          <a:prstGeom prst="octagon">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46" name="Arrow: Pentagon 145">
            <a:extLst>
              <a:ext uri="{FF2B5EF4-FFF2-40B4-BE49-F238E27FC236}">
                <a16:creationId xmlns:a16="http://schemas.microsoft.com/office/drawing/2014/main" id="{00780750-C4F7-5F6D-2DA6-151A206693DC}"/>
              </a:ext>
            </a:extLst>
          </p:cNvPr>
          <p:cNvSpPr/>
          <p:nvPr/>
        </p:nvSpPr>
        <p:spPr>
          <a:xfrm>
            <a:off x="2117278" y="2076678"/>
            <a:ext cx="905256"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48" name="TextBox 147">
            <a:extLst>
              <a:ext uri="{FF2B5EF4-FFF2-40B4-BE49-F238E27FC236}">
                <a16:creationId xmlns:a16="http://schemas.microsoft.com/office/drawing/2014/main" id="{0912BE35-B786-FD8C-4BB7-FC712298366F}"/>
              </a:ext>
            </a:extLst>
          </p:cNvPr>
          <p:cNvSpPr txBox="1"/>
          <p:nvPr/>
        </p:nvSpPr>
        <p:spPr>
          <a:xfrm>
            <a:off x="2178811" y="2175885"/>
            <a:ext cx="72999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Score value feasibility and risk</a:t>
            </a:r>
          </a:p>
        </p:txBody>
      </p:sp>
      <p:sp>
        <p:nvSpPr>
          <p:cNvPr id="153" name="Rectangle: Rounded Corners 152">
            <a:extLst>
              <a:ext uri="{FF2B5EF4-FFF2-40B4-BE49-F238E27FC236}">
                <a16:creationId xmlns:a16="http://schemas.microsoft.com/office/drawing/2014/main" id="{EF7E1754-F5AC-9BD6-101F-E47912320475}"/>
              </a:ext>
            </a:extLst>
          </p:cNvPr>
          <p:cNvSpPr/>
          <p:nvPr/>
        </p:nvSpPr>
        <p:spPr>
          <a:xfrm>
            <a:off x="1946866" y="1849807"/>
            <a:ext cx="3187632" cy="123444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56" name="TextBox 155">
            <a:extLst>
              <a:ext uri="{FF2B5EF4-FFF2-40B4-BE49-F238E27FC236}">
                <a16:creationId xmlns:a16="http://schemas.microsoft.com/office/drawing/2014/main" id="{F8897355-E523-0DD8-FF00-E0D856EB6F22}"/>
              </a:ext>
            </a:extLst>
          </p:cNvPr>
          <p:cNvSpPr txBox="1"/>
          <p:nvPr/>
        </p:nvSpPr>
        <p:spPr>
          <a:xfrm>
            <a:off x="2019019" y="1593420"/>
            <a:ext cx="252351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Use Case Prioritization</a:t>
            </a:r>
          </a:p>
        </p:txBody>
      </p:sp>
      <p:sp>
        <p:nvSpPr>
          <p:cNvPr id="158" name="TextBox 157">
            <a:extLst>
              <a:ext uri="{FF2B5EF4-FFF2-40B4-BE49-F238E27FC236}">
                <a16:creationId xmlns:a16="http://schemas.microsoft.com/office/drawing/2014/main" id="{C0CC85F0-2F95-1385-75B4-984F27C66A1C}"/>
              </a:ext>
            </a:extLst>
          </p:cNvPr>
          <p:cNvSpPr txBox="1"/>
          <p:nvPr/>
        </p:nvSpPr>
        <p:spPr>
          <a:xfrm>
            <a:off x="9742343" y="120901"/>
            <a:ext cx="2373457"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prstClr val="black"/>
                </a:solidFill>
                <a:latin typeface="Calibri" panose="020F0502020204030204" pitchFamily="34" charset="0"/>
                <a:ea typeface="Calibri" panose="020F0502020204030204" pitchFamily="34" charset="0"/>
                <a:cs typeface="Calibri" panose="020F0502020204030204" pitchFamily="34" charset="0"/>
              </a:rPr>
              <a:t>6</a:t>
            </a: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AI Governance Committee makes decision on investment after reviewing all information in the AI </a:t>
            </a:r>
            <a:r>
              <a:rPr lang="en-US" sz="1200">
                <a:solidFill>
                  <a:prstClr val="black"/>
                </a:solidFill>
                <a:latin typeface="Calibri" panose="020F0502020204030204" pitchFamily="34" charset="0"/>
                <a:ea typeface="Calibri" panose="020F0502020204030204" pitchFamily="34" charset="0"/>
                <a:cs typeface="Calibri" panose="020F0502020204030204" pitchFamily="34" charset="0"/>
              </a:rPr>
              <a:t>Intake Form</a:t>
            </a:r>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cxnSp>
        <p:nvCxnSpPr>
          <p:cNvPr id="172" name="Straight Arrow Connector 171">
            <a:extLst>
              <a:ext uri="{FF2B5EF4-FFF2-40B4-BE49-F238E27FC236}">
                <a16:creationId xmlns:a16="http://schemas.microsoft.com/office/drawing/2014/main" id="{5D6B5503-B0A6-6448-5167-1C5D882FF8D7}"/>
              </a:ext>
            </a:extLst>
          </p:cNvPr>
          <p:cNvCxnSpPr>
            <a:cxnSpLocks/>
          </p:cNvCxnSpPr>
          <p:nvPr/>
        </p:nvCxnSpPr>
        <p:spPr>
          <a:xfrm>
            <a:off x="9379415" y="1698997"/>
            <a:ext cx="0" cy="2822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4" name="Connector: Elbow 223">
            <a:extLst>
              <a:ext uri="{FF2B5EF4-FFF2-40B4-BE49-F238E27FC236}">
                <a16:creationId xmlns:a16="http://schemas.microsoft.com/office/drawing/2014/main" id="{6F8B04F3-61D5-507F-7747-D4ED13591037}"/>
              </a:ext>
            </a:extLst>
          </p:cNvPr>
          <p:cNvCxnSpPr>
            <a:cxnSpLocks/>
          </p:cNvCxnSpPr>
          <p:nvPr/>
        </p:nvCxnSpPr>
        <p:spPr>
          <a:xfrm rot="5400000" flipH="1" flipV="1">
            <a:off x="3413200" y="983847"/>
            <a:ext cx="621372" cy="426176"/>
          </a:xfrm>
          <a:prstGeom prst="bentConnector4">
            <a:avLst>
              <a:gd name="adj1" fmla="val 9136"/>
              <a:gd name="adj2" fmla="val -84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7" name="Straight Arrow Connector 226">
            <a:extLst>
              <a:ext uri="{FF2B5EF4-FFF2-40B4-BE49-F238E27FC236}">
                <a16:creationId xmlns:a16="http://schemas.microsoft.com/office/drawing/2014/main" id="{9FB6B6AF-25F7-8D3F-4040-0408AF6D95F5}"/>
              </a:ext>
            </a:extLst>
          </p:cNvPr>
          <p:cNvCxnSpPr>
            <a:cxnSpLocks/>
          </p:cNvCxnSpPr>
          <p:nvPr/>
        </p:nvCxnSpPr>
        <p:spPr>
          <a:xfrm flipV="1">
            <a:off x="7344734" y="862268"/>
            <a:ext cx="1285901" cy="92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8" name="Octagon 87">
            <a:extLst>
              <a:ext uri="{FF2B5EF4-FFF2-40B4-BE49-F238E27FC236}">
                <a16:creationId xmlns:a16="http://schemas.microsoft.com/office/drawing/2014/main" id="{07F8F997-0948-0C2E-6322-142231C14990}"/>
              </a:ext>
            </a:extLst>
          </p:cNvPr>
          <p:cNvSpPr/>
          <p:nvPr/>
        </p:nvSpPr>
        <p:spPr>
          <a:xfrm>
            <a:off x="7481593" y="4332823"/>
            <a:ext cx="326130" cy="305509"/>
          </a:xfrm>
          <a:prstGeom prst="octagon">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cxnSp>
        <p:nvCxnSpPr>
          <p:cNvPr id="3" name="Connector: Elbow 2">
            <a:extLst>
              <a:ext uri="{FF2B5EF4-FFF2-40B4-BE49-F238E27FC236}">
                <a16:creationId xmlns:a16="http://schemas.microsoft.com/office/drawing/2014/main" id="{F1D0156B-60DF-BAB4-F27F-36FE72A801C7}"/>
              </a:ext>
            </a:extLst>
          </p:cNvPr>
          <p:cNvCxnSpPr>
            <a:cxnSpLocks/>
            <a:stCxn id="32" idx="1"/>
            <a:endCxn id="92" idx="0"/>
          </p:cNvCxnSpPr>
          <p:nvPr/>
        </p:nvCxnSpPr>
        <p:spPr>
          <a:xfrm rot="10800000" flipV="1">
            <a:off x="6993442" y="3216645"/>
            <a:ext cx="1175070" cy="17068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D8FC6755-9A2D-D8F7-C7BA-3E7D6CBFC557}"/>
              </a:ext>
            </a:extLst>
          </p:cNvPr>
          <p:cNvCxnSpPr>
            <a:cxnSpLocks/>
          </p:cNvCxnSpPr>
          <p:nvPr/>
        </p:nvCxnSpPr>
        <p:spPr>
          <a:xfrm>
            <a:off x="7024802" y="4794164"/>
            <a:ext cx="0" cy="3359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85894F70-B50C-86D9-A7D4-C808015286F4}"/>
              </a:ext>
            </a:extLst>
          </p:cNvPr>
          <p:cNvCxnSpPr>
            <a:cxnSpLocks/>
          </p:cNvCxnSpPr>
          <p:nvPr/>
        </p:nvCxnSpPr>
        <p:spPr>
          <a:xfrm>
            <a:off x="7871897" y="5984458"/>
            <a:ext cx="72268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5D2AEE19-F4CB-CFBE-8C0B-7F3460208990}"/>
              </a:ext>
            </a:extLst>
          </p:cNvPr>
          <p:cNvSpPr txBox="1"/>
          <p:nvPr/>
        </p:nvSpPr>
        <p:spPr>
          <a:xfrm>
            <a:off x="6074161" y="3733800"/>
            <a:ext cx="821088" cy="9848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Pre-Deployment Model Validation &amp; Bias Testing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860B6D96-8639-69A1-5A59-CDEC23082918}"/>
              </a:ext>
            </a:extLst>
          </p:cNvPr>
          <p:cNvSpPr txBox="1"/>
          <p:nvPr/>
        </p:nvSpPr>
        <p:spPr>
          <a:xfrm>
            <a:off x="765297" y="3309775"/>
            <a:ext cx="1074579" cy="492443"/>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Gov S2_05 Business Process Form</a:t>
            </a:r>
          </a:p>
          <a:p>
            <a:endParaRPr lang="en-US" sz="100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AFE4C25C-6BDD-0EA4-271C-70D18494C67D}"/>
              </a:ext>
            </a:extLst>
          </p:cNvPr>
          <p:cNvSpPr txBox="1"/>
          <p:nvPr/>
        </p:nvSpPr>
        <p:spPr>
          <a:xfrm>
            <a:off x="3835799" y="5404033"/>
            <a:ext cx="1074579" cy="33855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Gov S1_03 AI Intake form</a:t>
            </a:r>
          </a:p>
        </p:txBody>
      </p:sp>
      <p:sp>
        <p:nvSpPr>
          <p:cNvPr id="17" name="TextBox 16">
            <a:extLst>
              <a:ext uri="{FF2B5EF4-FFF2-40B4-BE49-F238E27FC236}">
                <a16:creationId xmlns:a16="http://schemas.microsoft.com/office/drawing/2014/main" id="{85E26083-9C6D-57A5-3F7E-3AE1AB338FDA}"/>
              </a:ext>
            </a:extLst>
          </p:cNvPr>
          <p:cNvSpPr txBox="1"/>
          <p:nvPr/>
        </p:nvSpPr>
        <p:spPr>
          <a:xfrm>
            <a:off x="3887792" y="5709117"/>
            <a:ext cx="1074579" cy="33855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Gov S1_04 AI Registry</a:t>
            </a:r>
          </a:p>
        </p:txBody>
      </p:sp>
      <p:sp>
        <p:nvSpPr>
          <p:cNvPr id="19" name="TextBox 18">
            <a:extLst>
              <a:ext uri="{FF2B5EF4-FFF2-40B4-BE49-F238E27FC236}">
                <a16:creationId xmlns:a16="http://schemas.microsoft.com/office/drawing/2014/main" id="{CDAA2578-3DB3-B66C-F8AF-F86DEF88225A}"/>
              </a:ext>
            </a:extLst>
          </p:cNvPr>
          <p:cNvSpPr txBox="1"/>
          <p:nvPr/>
        </p:nvSpPr>
        <p:spPr>
          <a:xfrm>
            <a:off x="1567508" y="3982170"/>
            <a:ext cx="1047816" cy="461665"/>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Gov S2_06 Opportunity Assessment</a:t>
            </a:r>
          </a:p>
        </p:txBody>
      </p:sp>
      <p:sp>
        <p:nvSpPr>
          <p:cNvPr id="26" name="TextBox 25">
            <a:extLst>
              <a:ext uri="{FF2B5EF4-FFF2-40B4-BE49-F238E27FC236}">
                <a16:creationId xmlns:a16="http://schemas.microsoft.com/office/drawing/2014/main" id="{8F7CEB89-C567-9EF1-E467-5E3625595C9E}"/>
              </a:ext>
            </a:extLst>
          </p:cNvPr>
          <p:cNvSpPr txBox="1"/>
          <p:nvPr/>
        </p:nvSpPr>
        <p:spPr>
          <a:xfrm>
            <a:off x="4373089" y="3722507"/>
            <a:ext cx="1074579" cy="33855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Gov S2_07 AI Risk Assessment</a:t>
            </a:r>
          </a:p>
        </p:txBody>
      </p:sp>
      <p:sp>
        <p:nvSpPr>
          <p:cNvPr id="33" name="TextBox 32">
            <a:extLst>
              <a:ext uri="{FF2B5EF4-FFF2-40B4-BE49-F238E27FC236}">
                <a16:creationId xmlns:a16="http://schemas.microsoft.com/office/drawing/2014/main" id="{7ADB2D65-7974-3F84-8506-077DC0C2334F}"/>
              </a:ext>
            </a:extLst>
          </p:cNvPr>
          <p:cNvSpPr txBox="1"/>
          <p:nvPr/>
        </p:nvSpPr>
        <p:spPr>
          <a:xfrm>
            <a:off x="4357644" y="4032223"/>
            <a:ext cx="1074579" cy="33855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SSP S1_02 NIST Mapping</a:t>
            </a:r>
          </a:p>
        </p:txBody>
      </p:sp>
      <p:sp>
        <p:nvSpPr>
          <p:cNvPr id="37" name="Arrow: Chevron 36">
            <a:extLst>
              <a:ext uri="{FF2B5EF4-FFF2-40B4-BE49-F238E27FC236}">
                <a16:creationId xmlns:a16="http://schemas.microsoft.com/office/drawing/2014/main" id="{F42101D2-100A-C104-4725-CD75DACD7C27}"/>
              </a:ext>
            </a:extLst>
          </p:cNvPr>
          <p:cNvSpPr/>
          <p:nvPr/>
        </p:nvSpPr>
        <p:spPr>
          <a:xfrm>
            <a:off x="5007741" y="619862"/>
            <a:ext cx="1158620" cy="615553"/>
          </a:xfrm>
          <a:prstGeom prst="chevron">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0" name="TextBox 39">
            <a:extLst>
              <a:ext uri="{FF2B5EF4-FFF2-40B4-BE49-F238E27FC236}">
                <a16:creationId xmlns:a16="http://schemas.microsoft.com/office/drawing/2014/main" id="{1AC95ED4-DA78-B7BC-A889-210ACB00AAB6}"/>
              </a:ext>
            </a:extLst>
          </p:cNvPr>
          <p:cNvSpPr txBox="1"/>
          <p:nvPr/>
        </p:nvSpPr>
        <p:spPr>
          <a:xfrm>
            <a:off x="5261105" y="702750"/>
            <a:ext cx="83305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Third Party  Vendor AI Due Diligence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4" name="Arrow: Chevron 43">
            <a:extLst>
              <a:ext uri="{FF2B5EF4-FFF2-40B4-BE49-F238E27FC236}">
                <a16:creationId xmlns:a16="http://schemas.microsoft.com/office/drawing/2014/main" id="{A98A5F76-AC6B-D192-4D40-A2EB72B36874}"/>
              </a:ext>
            </a:extLst>
          </p:cNvPr>
          <p:cNvSpPr/>
          <p:nvPr/>
        </p:nvSpPr>
        <p:spPr>
          <a:xfrm>
            <a:off x="5928241" y="619862"/>
            <a:ext cx="1158620" cy="615553"/>
          </a:xfrm>
          <a:prstGeom prst="chevron">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47" name="TextBox 46">
            <a:extLst>
              <a:ext uri="{FF2B5EF4-FFF2-40B4-BE49-F238E27FC236}">
                <a16:creationId xmlns:a16="http://schemas.microsoft.com/office/drawing/2014/main" id="{DEAAA773-46F6-1C28-0D82-A81990BCBE5C}"/>
              </a:ext>
            </a:extLst>
          </p:cNvPr>
          <p:cNvSpPr txBox="1"/>
          <p:nvPr/>
        </p:nvSpPr>
        <p:spPr>
          <a:xfrm>
            <a:off x="6224856" y="634431"/>
            <a:ext cx="833050"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Enterprise Security AI Architecture Review</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0" name="Octagon 49">
            <a:extLst>
              <a:ext uri="{FF2B5EF4-FFF2-40B4-BE49-F238E27FC236}">
                <a16:creationId xmlns:a16="http://schemas.microsoft.com/office/drawing/2014/main" id="{291B4A98-1E55-D9E7-79F7-9D594CB9FE66}"/>
              </a:ext>
            </a:extLst>
          </p:cNvPr>
          <p:cNvSpPr/>
          <p:nvPr/>
        </p:nvSpPr>
        <p:spPr>
          <a:xfrm>
            <a:off x="6731776" y="1124855"/>
            <a:ext cx="326130" cy="305509"/>
          </a:xfrm>
          <a:prstGeom prst="octagon">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5" name="Arrow: Pentagon 54">
            <a:extLst>
              <a:ext uri="{FF2B5EF4-FFF2-40B4-BE49-F238E27FC236}">
                <a16:creationId xmlns:a16="http://schemas.microsoft.com/office/drawing/2014/main" id="{0327BE8E-5095-3C45-951A-9538E3E708C2}"/>
              </a:ext>
            </a:extLst>
          </p:cNvPr>
          <p:cNvSpPr/>
          <p:nvPr/>
        </p:nvSpPr>
        <p:spPr>
          <a:xfrm>
            <a:off x="4314702" y="619862"/>
            <a:ext cx="905256"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9" name="TextBox 58">
            <a:extLst>
              <a:ext uri="{FF2B5EF4-FFF2-40B4-BE49-F238E27FC236}">
                <a16:creationId xmlns:a16="http://schemas.microsoft.com/office/drawing/2014/main" id="{15A8B4DF-DCAD-1F20-1276-AA9E4BAE88E4}"/>
              </a:ext>
            </a:extLst>
          </p:cNvPr>
          <p:cNvSpPr txBox="1"/>
          <p:nvPr/>
        </p:nvSpPr>
        <p:spPr>
          <a:xfrm>
            <a:off x="4337364" y="623249"/>
            <a:ext cx="729995"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Data Protection Impact Assessment</a:t>
            </a:r>
          </a:p>
        </p:txBody>
      </p:sp>
      <p:sp>
        <p:nvSpPr>
          <p:cNvPr id="63" name="Rectangle: Rounded Corners 62">
            <a:extLst>
              <a:ext uri="{FF2B5EF4-FFF2-40B4-BE49-F238E27FC236}">
                <a16:creationId xmlns:a16="http://schemas.microsoft.com/office/drawing/2014/main" id="{A7D5B6F1-166F-B164-6115-43B27A14D3E2}"/>
              </a:ext>
            </a:extLst>
          </p:cNvPr>
          <p:cNvSpPr/>
          <p:nvPr/>
        </p:nvSpPr>
        <p:spPr>
          <a:xfrm>
            <a:off x="4094299" y="363459"/>
            <a:ext cx="3187632" cy="123444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7" name="TextBox 66">
            <a:extLst>
              <a:ext uri="{FF2B5EF4-FFF2-40B4-BE49-F238E27FC236}">
                <a16:creationId xmlns:a16="http://schemas.microsoft.com/office/drawing/2014/main" id="{18325732-9770-C2F0-B6E8-8F6F7ACD82E0}"/>
              </a:ext>
            </a:extLst>
          </p:cNvPr>
          <p:cNvSpPr txBox="1"/>
          <p:nvPr/>
        </p:nvSpPr>
        <p:spPr>
          <a:xfrm>
            <a:off x="4061690" y="101139"/>
            <a:ext cx="367352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Data Privacy Review and 3rd Party Risk Assessment</a:t>
            </a:r>
          </a:p>
        </p:txBody>
      </p:sp>
      <p:sp>
        <p:nvSpPr>
          <p:cNvPr id="71" name="TextBox 70">
            <a:extLst>
              <a:ext uri="{FF2B5EF4-FFF2-40B4-BE49-F238E27FC236}">
                <a16:creationId xmlns:a16="http://schemas.microsoft.com/office/drawing/2014/main" id="{1D9E6152-B92D-E2D1-0542-AA553B660826}"/>
              </a:ext>
            </a:extLst>
          </p:cNvPr>
          <p:cNvSpPr txBox="1"/>
          <p:nvPr/>
        </p:nvSpPr>
        <p:spPr>
          <a:xfrm>
            <a:off x="2041883" y="2728372"/>
            <a:ext cx="1126210" cy="33855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Gov S2_08 Portfolio Prioritization</a:t>
            </a:r>
          </a:p>
        </p:txBody>
      </p:sp>
      <p:sp>
        <p:nvSpPr>
          <p:cNvPr id="79" name="TextBox 78">
            <a:extLst>
              <a:ext uri="{FF2B5EF4-FFF2-40B4-BE49-F238E27FC236}">
                <a16:creationId xmlns:a16="http://schemas.microsoft.com/office/drawing/2014/main" id="{B9745D5E-7824-7A9F-4DA0-A0F38DB0DE1D}"/>
              </a:ext>
            </a:extLst>
          </p:cNvPr>
          <p:cNvSpPr txBox="1"/>
          <p:nvPr/>
        </p:nvSpPr>
        <p:spPr>
          <a:xfrm>
            <a:off x="4098890" y="1235415"/>
            <a:ext cx="1074579" cy="33855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SSP S2_05 – SSP S2_07, SSP S2_09</a:t>
            </a:r>
          </a:p>
        </p:txBody>
      </p:sp>
      <p:sp>
        <p:nvSpPr>
          <p:cNvPr id="83" name="TextBox 82">
            <a:extLst>
              <a:ext uri="{FF2B5EF4-FFF2-40B4-BE49-F238E27FC236}">
                <a16:creationId xmlns:a16="http://schemas.microsoft.com/office/drawing/2014/main" id="{4DF03453-C467-762C-2B3C-D816EF74BE0E}"/>
              </a:ext>
            </a:extLst>
          </p:cNvPr>
          <p:cNvSpPr txBox="1"/>
          <p:nvPr/>
        </p:nvSpPr>
        <p:spPr>
          <a:xfrm>
            <a:off x="3038939" y="2727061"/>
            <a:ext cx="1565163" cy="33855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Gov S2_09,10 Value Realization model and Signoff</a:t>
            </a:r>
          </a:p>
        </p:txBody>
      </p:sp>
      <p:sp>
        <p:nvSpPr>
          <p:cNvPr id="87" name="TextBox 86">
            <a:extLst>
              <a:ext uri="{FF2B5EF4-FFF2-40B4-BE49-F238E27FC236}">
                <a16:creationId xmlns:a16="http://schemas.microsoft.com/office/drawing/2014/main" id="{C2AF98FB-6095-9820-EE6E-644E4D9C7D65}"/>
              </a:ext>
            </a:extLst>
          </p:cNvPr>
          <p:cNvSpPr txBox="1"/>
          <p:nvPr/>
        </p:nvSpPr>
        <p:spPr>
          <a:xfrm>
            <a:off x="5151187" y="1239735"/>
            <a:ext cx="758233" cy="21544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SSP S2_08</a:t>
            </a:r>
          </a:p>
        </p:txBody>
      </p:sp>
      <p:sp>
        <p:nvSpPr>
          <p:cNvPr id="91" name="TextBox 90">
            <a:extLst>
              <a:ext uri="{FF2B5EF4-FFF2-40B4-BE49-F238E27FC236}">
                <a16:creationId xmlns:a16="http://schemas.microsoft.com/office/drawing/2014/main" id="{70E1BE4F-A1D1-991A-D03E-06FBA1080CC8}"/>
              </a:ext>
            </a:extLst>
          </p:cNvPr>
          <p:cNvSpPr txBox="1"/>
          <p:nvPr/>
        </p:nvSpPr>
        <p:spPr>
          <a:xfrm>
            <a:off x="6031270" y="1257490"/>
            <a:ext cx="1074579" cy="21544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SSP S1_05</a:t>
            </a:r>
          </a:p>
        </p:txBody>
      </p:sp>
      <p:sp>
        <p:nvSpPr>
          <p:cNvPr id="95" name="TextBox 94">
            <a:extLst>
              <a:ext uri="{FF2B5EF4-FFF2-40B4-BE49-F238E27FC236}">
                <a16:creationId xmlns:a16="http://schemas.microsoft.com/office/drawing/2014/main" id="{3BBD9A64-A869-F247-7EFD-D8D94A3539F5}"/>
              </a:ext>
            </a:extLst>
          </p:cNvPr>
          <p:cNvSpPr txBox="1"/>
          <p:nvPr/>
        </p:nvSpPr>
        <p:spPr>
          <a:xfrm>
            <a:off x="9906027" y="943469"/>
            <a:ext cx="1074579" cy="33855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Gov S1_03 AI Intake form</a:t>
            </a:r>
          </a:p>
        </p:txBody>
      </p:sp>
      <p:sp>
        <p:nvSpPr>
          <p:cNvPr id="98" name="TextBox 97">
            <a:extLst>
              <a:ext uri="{FF2B5EF4-FFF2-40B4-BE49-F238E27FC236}">
                <a16:creationId xmlns:a16="http://schemas.microsoft.com/office/drawing/2014/main" id="{20770EA9-CC38-FC0B-C160-F30207788344}"/>
              </a:ext>
            </a:extLst>
          </p:cNvPr>
          <p:cNvSpPr txBox="1"/>
          <p:nvPr/>
        </p:nvSpPr>
        <p:spPr>
          <a:xfrm>
            <a:off x="4375061" y="3439023"/>
            <a:ext cx="1594167" cy="21544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Gov S2_11 Benefit Owner Signoff</a:t>
            </a:r>
          </a:p>
        </p:txBody>
      </p:sp>
      <p:sp>
        <p:nvSpPr>
          <p:cNvPr id="152" name="TextBox 151">
            <a:extLst>
              <a:ext uri="{FF2B5EF4-FFF2-40B4-BE49-F238E27FC236}">
                <a16:creationId xmlns:a16="http://schemas.microsoft.com/office/drawing/2014/main" id="{E9398238-AF15-EFB3-00F4-1DBB55D92211}"/>
              </a:ext>
            </a:extLst>
          </p:cNvPr>
          <p:cNvSpPr txBox="1"/>
          <p:nvPr/>
        </p:nvSpPr>
        <p:spPr>
          <a:xfrm>
            <a:off x="10628848" y="1877183"/>
            <a:ext cx="1501622"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7</a:t>
            </a: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AI Solution Architects review policies to identify mandated controls and seek approvals through the identified</a:t>
            </a:r>
          </a:p>
        </p:txBody>
      </p:sp>
      <p:sp>
        <p:nvSpPr>
          <p:cNvPr id="155" name="TextBox 154">
            <a:extLst>
              <a:ext uri="{FF2B5EF4-FFF2-40B4-BE49-F238E27FC236}">
                <a16:creationId xmlns:a16="http://schemas.microsoft.com/office/drawing/2014/main" id="{4CD072CE-B8E0-1CC0-DE93-9FD76A420993}"/>
              </a:ext>
            </a:extLst>
          </p:cNvPr>
          <p:cNvSpPr txBox="1"/>
          <p:nvPr/>
        </p:nvSpPr>
        <p:spPr>
          <a:xfrm>
            <a:off x="10654877" y="3414546"/>
            <a:ext cx="684051" cy="21544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WB 1, 4</a:t>
            </a:r>
          </a:p>
        </p:txBody>
      </p:sp>
      <p:sp>
        <p:nvSpPr>
          <p:cNvPr id="159" name="TextBox 158">
            <a:extLst>
              <a:ext uri="{FF2B5EF4-FFF2-40B4-BE49-F238E27FC236}">
                <a16:creationId xmlns:a16="http://schemas.microsoft.com/office/drawing/2014/main" id="{8B95A903-1929-F584-E897-074787633C20}"/>
              </a:ext>
            </a:extLst>
          </p:cNvPr>
          <p:cNvSpPr txBox="1"/>
          <p:nvPr/>
        </p:nvSpPr>
        <p:spPr>
          <a:xfrm>
            <a:off x="8935202" y="4604398"/>
            <a:ext cx="494099" cy="21544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S4A</a:t>
            </a:r>
            <a:endParaRPr lang="en-US" sz="1000" i="1">
              <a:latin typeface="Calibri" panose="020F0502020204030204" pitchFamily="34" charset="0"/>
              <a:ea typeface="Calibri" panose="020F0502020204030204" pitchFamily="34" charset="0"/>
              <a:cs typeface="Calibri" panose="020F0502020204030204" pitchFamily="34" charset="0"/>
            </a:endParaRPr>
          </a:p>
        </p:txBody>
      </p:sp>
      <p:sp>
        <p:nvSpPr>
          <p:cNvPr id="165" name="Arrow: Chevron 164">
            <a:extLst>
              <a:ext uri="{FF2B5EF4-FFF2-40B4-BE49-F238E27FC236}">
                <a16:creationId xmlns:a16="http://schemas.microsoft.com/office/drawing/2014/main" id="{80E8C993-6996-6812-57D6-14BDDB20B4AA}"/>
              </a:ext>
            </a:extLst>
          </p:cNvPr>
          <p:cNvSpPr/>
          <p:nvPr/>
        </p:nvSpPr>
        <p:spPr>
          <a:xfrm>
            <a:off x="9510352" y="3950959"/>
            <a:ext cx="1158620" cy="615553"/>
          </a:xfrm>
          <a:prstGeom prst="chevron">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67" name="TextBox 166">
            <a:extLst>
              <a:ext uri="{FF2B5EF4-FFF2-40B4-BE49-F238E27FC236}">
                <a16:creationId xmlns:a16="http://schemas.microsoft.com/office/drawing/2014/main" id="{72CCCBA3-89A3-D2C1-7FAD-5059DC12CBB1}"/>
              </a:ext>
            </a:extLst>
          </p:cNvPr>
          <p:cNvSpPr txBox="1"/>
          <p:nvPr/>
        </p:nvSpPr>
        <p:spPr>
          <a:xfrm>
            <a:off x="9763716" y="4033847"/>
            <a:ext cx="83305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Clinical Safety &amp; Protocol Assurance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69" name="Arrow: Chevron 168">
            <a:extLst>
              <a:ext uri="{FF2B5EF4-FFF2-40B4-BE49-F238E27FC236}">
                <a16:creationId xmlns:a16="http://schemas.microsoft.com/office/drawing/2014/main" id="{28D6AEDC-2250-C171-6DC9-8BB16C16C0DB}"/>
              </a:ext>
            </a:extLst>
          </p:cNvPr>
          <p:cNvSpPr/>
          <p:nvPr/>
        </p:nvSpPr>
        <p:spPr>
          <a:xfrm>
            <a:off x="10430852" y="3950959"/>
            <a:ext cx="1158620" cy="615553"/>
          </a:xfrm>
          <a:prstGeom prst="chevron">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71" name="TextBox 170">
            <a:extLst>
              <a:ext uri="{FF2B5EF4-FFF2-40B4-BE49-F238E27FC236}">
                <a16:creationId xmlns:a16="http://schemas.microsoft.com/office/drawing/2014/main" id="{3F4BBDA4-8A21-6BAB-C8D3-3112E6C93BBA}"/>
              </a:ext>
            </a:extLst>
          </p:cNvPr>
          <p:cNvSpPr txBox="1"/>
          <p:nvPr/>
        </p:nvSpPr>
        <p:spPr>
          <a:xfrm>
            <a:off x="10725443" y="4028639"/>
            <a:ext cx="833050" cy="615553"/>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Legal and Regulatory SOP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74" name="Octagon 173">
            <a:extLst>
              <a:ext uri="{FF2B5EF4-FFF2-40B4-BE49-F238E27FC236}">
                <a16:creationId xmlns:a16="http://schemas.microsoft.com/office/drawing/2014/main" id="{70406BE5-B306-4B10-04F1-F522A76E9E16}"/>
              </a:ext>
            </a:extLst>
          </p:cNvPr>
          <p:cNvSpPr/>
          <p:nvPr/>
        </p:nvSpPr>
        <p:spPr>
          <a:xfrm>
            <a:off x="11173043" y="4501522"/>
            <a:ext cx="326130" cy="305509"/>
          </a:xfrm>
          <a:prstGeom prst="octagon">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76" name="Arrow: Pentagon 175">
            <a:extLst>
              <a:ext uri="{FF2B5EF4-FFF2-40B4-BE49-F238E27FC236}">
                <a16:creationId xmlns:a16="http://schemas.microsoft.com/office/drawing/2014/main" id="{5CDB9441-0FFB-C880-813B-85B9867A270E}"/>
              </a:ext>
            </a:extLst>
          </p:cNvPr>
          <p:cNvSpPr/>
          <p:nvPr/>
        </p:nvSpPr>
        <p:spPr>
          <a:xfrm>
            <a:off x="8817313" y="3950959"/>
            <a:ext cx="905256"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78" name="TextBox 177">
            <a:extLst>
              <a:ext uri="{FF2B5EF4-FFF2-40B4-BE49-F238E27FC236}">
                <a16:creationId xmlns:a16="http://schemas.microsoft.com/office/drawing/2014/main" id="{8B9E490A-6009-45D1-2BE7-95AE38FB93F7}"/>
              </a:ext>
            </a:extLst>
          </p:cNvPr>
          <p:cNvSpPr txBox="1"/>
          <p:nvPr/>
        </p:nvSpPr>
        <p:spPr>
          <a:xfrm>
            <a:off x="8817255" y="4030059"/>
            <a:ext cx="87474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Workforce competency development</a:t>
            </a:r>
          </a:p>
        </p:txBody>
      </p:sp>
      <p:sp>
        <p:nvSpPr>
          <p:cNvPr id="180" name="Rectangle: Rounded Corners 179">
            <a:extLst>
              <a:ext uri="{FF2B5EF4-FFF2-40B4-BE49-F238E27FC236}">
                <a16:creationId xmlns:a16="http://schemas.microsoft.com/office/drawing/2014/main" id="{AE88B801-B9C5-46EE-F35D-AEEA607CA60D}"/>
              </a:ext>
            </a:extLst>
          </p:cNvPr>
          <p:cNvSpPr/>
          <p:nvPr/>
        </p:nvSpPr>
        <p:spPr>
          <a:xfrm>
            <a:off x="8596910" y="3694556"/>
            <a:ext cx="3187632" cy="123444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82" name="TextBox 181">
            <a:extLst>
              <a:ext uri="{FF2B5EF4-FFF2-40B4-BE49-F238E27FC236}">
                <a16:creationId xmlns:a16="http://schemas.microsoft.com/office/drawing/2014/main" id="{16EF2DA9-2B71-9707-4ED9-8B53D2FA8F18}"/>
              </a:ext>
            </a:extLst>
          </p:cNvPr>
          <p:cNvSpPr txBox="1"/>
          <p:nvPr/>
        </p:nvSpPr>
        <p:spPr>
          <a:xfrm>
            <a:off x="8700549" y="3494114"/>
            <a:ext cx="247192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Operational Readiness</a:t>
            </a:r>
          </a:p>
        </p:txBody>
      </p:sp>
      <p:sp>
        <p:nvSpPr>
          <p:cNvPr id="186" name="TextBox 185">
            <a:extLst>
              <a:ext uri="{FF2B5EF4-FFF2-40B4-BE49-F238E27FC236}">
                <a16:creationId xmlns:a16="http://schemas.microsoft.com/office/drawing/2014/main" id="{23FCD7FB-26CB-E199-F181-79E1C936C115}"/>
              </a:ext>
            </a:extLst>
          </p:cNvPr>
          <p:cNvSpPr txBox="1"/>
          <p:nvPr/>
        </p:nvSpPr>
        <p:spPr>
          <a:xfrm>
            <a:off x="8988202" y="3162408"/>
            <a:ext cx="1074579" cy="246221"/>
          </a:xfrm>
          <a:prstGeom prst="rect">
            <a:avLst/>
          </a:prstGeom>
          <a:noFill/>
        </p:spPr>
        <p:txBody>
          <a:bodyPr wrap="square" rtlCol="0">
            <a:spAutoFit/>
          </a:bodyPr>
          <a:lstStyle/>
          <a:p>
            <a:r>
              <a:rPr lang="en-US" sz="1000">
                <a:latin typeface="Calibri" panose="020F0502020204030204" pitchFamily="34" charset="0"/>
                <a:ea typeface="Calibri" panose="020F0502020204030204" pitchFamily="34" charset="0"/>
                <a:cs typeface="Calibri" panose="020F0502020204030204" pitchFamily="34" charset="0"/>
              </a:rPr>
              <a:t>WB 2, 3, 5</a:t>
            </a:r>
          </a:p>
        </p:txBody>
      </p:sp>
      <p:sp>
        <p:nvSpPr>
          <p:cNvPr id="190" name="TextBox 189">
            <a:extLst>
              <a:ext uri="{FF2B5EF4-FFF2-40B4-BE49-F238E27FC236}">
                <a16:creationId xmlns:a16="http://schemas.microsoft.com/office/drawing/2014/main" id="{BB7045A8-26CF-1391-2C98-06011505AD30}"/>
              </a:ext>
            </a:extLst>
          </p:cNvPr>
          <p:cNvSpPr txBox="1"/>
          <p:nvPr/>
        </p:nvSpPr>
        <p:spPr>
          <a:xfrm>
            <a:off x="9656298" y="4578720"/>
            <a:ext cx="1314777" cy="21544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Template 7,8, 18</a:t>
            </a:r>
          </a:p>
        </p:txBody>
      </p:sp>
      <p:sp>
        <p:nvSpPr>
          <p:cNvPr id="193" name="TextBox 192">
            <a:extLst>
              <a:ext uri="{FF2B5EF4-FFF2-40B4-BE49-F238E27FC236}">
                <a16:creationId xmlns:a16="http://schemas.microsoft.com/office/drawing/2014/main" id="{D5711BCC-426F-0866-8A29-AC9521B5446E}"/>
              </a:ext>
            </a:extLst>
          </p:cNvPr>
          <p:cNvSpPr txBox="1"/>
          <p:nvPr/>
        </p:nvSpPr>
        <p:spPr>
          <a:xfrm>
            <a:off x="6102643" y="4409679"/>
            <a:ext cx="1235278"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i="1">
                <a:latin typeface="Calibri" panose="020F0502020204030204" pitchFamily="34" charset="0"/>
                <a:ea typeface="Calibri" panose="020F0502020204030204" pitchFamily="34" charset="0"/>
                <a:cs typeface="Calibri" panose="020F0502020204030204" pitchFamily="34" charset="0"/>
              </a:rPr>
              <a:t>Template</a:t>
            </a:r>
            <a:r>
              <a:rPr lang="en-US" sz="1050">
                <a:solidFill>
                  <a:prstClr val="black"/>
                </a:solidFill>
                <a:latin typeface="Calibri" panose="020F0502020204030204" pitchFamily="34" charset="0"/>
                <a:ea typeface="Calibri" panose="020F0502020204030204" pitchFamily="34" charset="0"/>
                <a:cs typeface="Calibri" panose="020F0502020204030204" pitchFamily="34" charset="0"/>
              </a:rPr>
              <a:t> </a:t>
            </a:r>
            <a:r>
              <a:rPr lang="en-US" sz="800" i="1">
                <a:latin typeface="Calibri" panose="020F0502020204030204" pitchFamily="34" charset="0"/>
                <a:ea typeface="Calibri" panose="020F0502020204030204" pitchFamily="34" charset="0"/>
                <a:cs typeface="Calibri" panose="020F0502020204030204" pitchFamily="34" charset="0"/>
              </a:rPr>
              <a:t>11</a:t>
            </a:r>
          </a:p>
        </p:txBody>
      </p:sp>
      <p:sp>
        <p:nvSpPr>
          <p:cNvPr id="195" name="TextBox 194">
            <a:extLst>
              <a:ext uri="{FF2B5EF4-FFF2-40B4-BE49-F238E27FC236}">
                <a16:creationId xmlns:a16="http://schemas.microsoft.com/office/drawing/2014/main" id="{7EB8D083-4D06-1EEC-2E7A-59A3A19D0EF9}"/>
              </a:ext>
            </a:extLst>
          </p:cNvPr>
          <p:cNvSpPr txBox="1"/>
          <p:nvPr/>
        </p:nvSpPr>
        <p:spPr>
          <a:xfrm>
            <a:off x="5187549" y="5369279"/>
            <a:ext cx="123527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prstClr val="black"/>
                </a:solidFill>
                <a:latin typeface="Calibri" panose="020F0502020204030204" pitchFamily="34" charset="0"/>
                <a:ea typeface="Calibri" panose="020F0502020204030204" pitchFamily="34" charset="0"/>
                <a:cs typeface="Calibri" panose="020F0502020204030204" pitchFamily="34" charset="0"/>
              </a:rPr>
              <a:t>8</a:t>
            </a: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lang="en-US" sz="1200">
                <a:solidFill>
                  <a:prstClr val="black"/>
                </a:solidFill>
                <a:latin typeface="Calibri" panose="020F0502020204030204" pitchFamily="34" charset="0"/>
                <a:ea typeface="Calibri" panose="020F0502020204030204" pitchFamily="34" charset="0"/>
                <a:cs typeface="Calibri" panose="020F0502020204030204" pitchFamily="34" charset="0"/>
              </a:rPr>
              <a:t>Handover package will be given for implementation</a:t>
            </a:r>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97" name="TextBox 196">
            <a:extLst>
              <a:ext uri="{FF2B5EF4-FFF2-40B4-BE49-F238E27FC236}">
                <a16:creationId xmlns:a16="http://schemas.microsoft.com/office/drawing/2014/main" id="{88BFA3F7-8253-29D4-BCA5-84134D7C798D}"/>
              </a:ext>
            </a:extLst>
          </p:cNvPr>
          <p:cNvSpPr txBox="1"/>
          <p:nvPr/>
        </p:nvSpPr>
        <p:spPr>
          <a:xfrm>
            <a:off x="9200294" y="6280305"/>
            <a:ext cx="1677590"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i="1">
                <a:latin typeface="Calibri" panose="020F0502020204030204" pitchFamily="34" charset="0"/>
                <a:ea typeface="Calibri" panose="020F0502020204030204" pitchFamily="34" charset="0"/>
                <a:cs typeface="Calibri" panose="020F0502020204030204" pitchFamily="34" charset="0"/>
              </a:rPr>
              <a:t>Template 12, 13, 14</a:t>
            </a:r>
          </a:p>
        </p:txBody>
      </p:sp>
      <p:sp>
        <p:nvSpPr>
          <p:cNvPr id="10" name="TextBox 9">
            <a:extLst>
              <a:ext uri="{FF2B5EF4-FFF2-40B4-BE49-F238E27FC236}">
                <a16:creationId xmlns:a16="http://schemas.microsoft.com/office/drawing/2014/main" id="{A1F1A9CB-0AF9-E422-5400-C822511A692D}"/>
              </a:ext>
            </a:extLst>
          </p:cNvPr>
          <p:cNvSpPr txBox="1"/>
          <p:nvPr/>
        </p:nvSpPr>
        <p:spPr>
          <a:xfrm>
            <a:off x="10617440" y="3146131"/>
            <a:ext cx="1100723" cy="338554"/>
          </a:xfrm>
          <a:prstGeom prst="rect">
            <a:avLst/>
          </a:prstGeom>
          <a:noFill/>
        </p:spPr>
        <p:txBody>
          <a:bodyPr wrap="square" rtlCol="0">
            <a:spAutoFit/>
          </a:bodyPr>
          <a:lstStyle/>
          <a:p>
            <a:r>
              <a:rPr lang="en-US" sz="800" i="1">
                <a:latin typeface="Calibri" panose="020F0502020204030204" pitchFamily="34" charset="0"/>
                <a:ea typeface="Calibri" panose="020F0502020204030204" pitchFamily="34" charset="0"/>
                <a:cs typeface="Calibri" panose="020F0502020204030204" pitchFamily="34" charset="0"/>
              </a:rPr>
              <a:t>RACI (Pol 01-10) RACI – S3</a:t>
            </a:r>
          </a:p>
        </p:txBody>
      </p:sp>
      <p:sp>
        <p:nvSpPr>
          <p:cNvPr id="32" name="Left Bracket 31">
            <a:extLst>
              <a:ext uri="{FF2B5EF4-FFF2-40B4-BE49-F238E27FC236}">
                <a16:creationId xmlns:a16="http://schemas.microsoft.com/office/drawing/2014/main" id="{407893F8-164B-A5C6-46B9-417AEDFCA3FD}"/>
              </a:ext>
            </a:extLst>
          </p:cNvPr>
          <p:cNvSpPr/>
          <p:nvPr/>
        </p:nvSpPr>
        <p:spPr>
          <a:xfrm>
            <a:off x="8168512" y="2541506"/>
            <a:ext cx="334455" cy="1350278"/>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4284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2B577-B202-CC8D-15D0-88BF85D040A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9080456-EF0D-51F0-4DDE-00C67DF2CA82}"/>
              </a:ext>
            </a:extLst>
          </p:cNvPr>
          <p:cNvPicPr>
            <a:picLocks noChangeAspect="1"/>
          </p:cNvPicPr>
          <p:nvPr/>
        </p:nvPicPr>
        <p:blipFill>
          <a:blip r:embed="rId3"/>
          <a:stretch>
            <a:fillRect/>
          </a:stretch>
        </p:blipFill>
        <p:spPr>
          <a:xfrm>
            <a:off x="137160" y="2075687"/>
            <a:ext cx="1536011" cy="1247025"/>
          </a:xfrm>
          <a:prstGeom prst="rect">
            <a:avLst/>
          </a:prstGeom>
          <a:effectLst>
            <a:outerShdw blurRad="63500" sx="102000" sy="102000" algn="ctr" rotWithShape="0">
              <a:prstClr val="black">
                <a:alpha val="40000"/>
              </a:prstClr>
            </a:outerShdw>
          </a:effectLst>
          <a:scene3d>
            <a:camera prst="isometricOffAxis1Right"/>
            <a:lightRig rig="threePt" dir="t"/>
          </a:scene3d>
        </p:spPr>
      </p:pic>
      <p:sp>
        <p:nvSpPr>
          <p:cNvPr id="7" name="TextBox 6">
            <a:extLst>
              <a:ext uri="{FF2B5EF4-FFF2-40B4-BE49-F238E27FC236}">
                <a16:creationId xmlns:a16="http://schemas.microsoft.com/office/drawing/2014/main" id="{657976F4-E622-8C18-E7B0-7D653F6B82BB}"/>
              </a:ext>
            </a:extLst>
          </p:cNvPr>
          <p:cNvSpPr txBox="1"/>
          <p:nvPr/>
        </p:nvSpPr>
        <p:spPr>
          <a:xfrm>
            <a:off x="137160" y="1263675"/>
            <a:ext cx="2093976" cy="646331"/>
          </a:xfrm>
          <a:prstGeom prst="rect">
            <a:avLst/>
          </a:prstGeom>
          <a:noFill/>
        </p:spPr>
        <p:txBody>
          <a:bodyPr wrap="square" rtlCol="0">
            <a:spAutoFit/>
          </a:bodyPr>
          <a:lstStyle/>
          <a:p>
            <a:pPr lvl="0" fontAlgn="auto">
              <a:spcBef>
                <a:spcPts val="0"/>
              </a:spcBef>
              <a:spcAft>
                <a:spcPts val="0"/>
              </a:spcAft>
              <a:defRPr/>
            </a:pPr>
            <a:r>
              <a:rPr lang="en-US" sz="1200" b="1">
                <a:solidFill>
                  <a:prstClr val="black"/>
                </a:solidFill>
                <a:latin typeface="Calibri" panose="020F0502020204030204" pitchFamily="34" charset="0"/>
                <a:ea typeface="Calibri" panose="020F0502020204030204" pitchFamily="34" charset="0"/>
                <a:cs typeface="Calibri" panose="020F0502020204030204" pitchFamily="34" charset="0"/>
              </a:rPr>
              <a:t>1</a:t>
            </a:r>
            <a:r>
              <a:rPr lang="en-US" sz="1200">
                <a:solidFill>
                  <a:prstClr val="black"/>
                </a:solidFill>
                <a:latin typeface="Calibri" panose="020F0502020204030204" pitchFamily="34" charset="0"/>
                <a:ea typeface="Calibri" panose="020F0502020204030204" pitchFamily="34" charset="0"/>
                <a:cs typeface="Calibri" panose="020F0502020204030204" pitchFamily="34" charset="0"/>
              </a:rPr>
              <a:t>. Resource has an idea and submits the Business Process Discovery Form</a:t>
            </a:r>
          </a:p>
        </p:txBody>
      </p:sp>
      <p:cxnSp>
        <p:nvCxnSpPr>
          <p:cNvPr id="9" name="Straight Arrow Connector 8">
            <a:extLst>
              <a:ext uri="{FF2B5EF4-FFF2-40B4-BE49-F238E27FC236}">
                <a16:creationId xmlns:a16="http://schemas.microsoft.com/office/drawing/2014/main" id="{3AD72E2B-2895-C409-DBEE-B513581A128B}"/>
              </a:ext>
            </a:extLst>
          </p:cNvPr>
          <p:cNvCxnSpPr>
            <a:cxnSpLocks/>
          </p:cNvCxnSpPr>
          <p:nvPr/>
        </p:nvCxnSpPr>
        <p:spPr>
          <a:xfrm>
            <a:off x="969174" y="3429000"/>
            <a:ext cx="0" cy="10666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1" name="Graphic 10" descr="Group of people outline">
            <a:extLst>
              <a:ext uri="{FF2B5EF4-FFF2-40B4-BE49-F238E27FC236}">
                <a16:creationId xmlns:a16="http://schemas.microsoft.com/office/drawing/2014/main" id="{BB84C13D-1723-C860-85AE-A75E354F5D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556" y="4650771"/>
            <a:ext cx="914400" cy="914400"/>
          </a:xfrm>
          <a:prstGeom prst="rect">
            <a:avLst/>
          </a:prstGeom>
        </p:spPr>
      </p:pic>
      <p:sp>
        <p:nvSpPr>
          <p:cNvPr id="13" name="TextBox 12">
            <a:extLst>
              <a:ext uri="{FF2B5EF4-FFF2-40B4-BE49-F238E27FC236}">
                <a16:creationId xmlns:a16="http://schemas.microsoft.com/office/drawing/2014/main" id="{BFD44095-B9EB-D5F5-7389-AAC42746E8AD}"/>
              </a:ext>
            </a:extLst>
          </p:cNvPr>
          <p:cNvSpPr txBox="1"/>
          <p:nvPr/>
        </p:nvSpPr>
        <p:spPr>
          <a:xfrm>
            <a:off x="1128020" y="4965006"/>
            <a:ext cx="1195950" cy="1015663"/>
          </a:xfrm>
          <a:prstGeom prst="rect">
            <a:avLst/>
          </a:prstGeom>
          <a:noFill/>
        </p:spPr>
        <p:txBody>
          <a:bodyPr wrap="square" rtlCol="0">
            <a:spAutoFit/>
          </a:bodyPr>
          <a:lstStyle/>
          <a:p>
            <a:pPr lvl="0" fontAlgn="auto">
              <a:spcBef>
                <a:spcPts val="0"/>
              </a:spcBef>
              <a:spcAft>
                <a:spcPts val="0"/>
              </a:spcAft>
              <a:defRPr/>
            </a:pPr>
            <a:r>
              <a:rPr lang="en-US" sz="1200" b="1">
                <a:solidFill>
                  <a:prstClr val="black"/>
                </a:solidFill>
                <a:latin typeface="Calibri" panose="020F0502020204030204" pitchFamily="34" charset="0"/>
                <a:ea typeface="Calibri" panose="020F0502020204030204" pitchFamily="34" charset="0"/>
                <a:cs typeface="Calibri" panose="020F0502020204030204" pitchFamily="34" charset="0"/>
              </a:rPr>
              <a:t>2</a:t>
            </a:r>
            <a:r>
              <a:rPr lang="en-US" sz="1200">
                <a:solidFill>
                  <a:prstClr val="black"/>
                </a:solidFill>
                <a:latin typeface="Calibri" panose="020F0502020204030204" pitchFamily="34" charset="0"/>
                <a:ea typeface="Calibri" panose="020F0502020204030204" pitchFamily="34" charset="0"/>
                <a:cs typeface="Calibri" panose="020F0502020204030204" pitchFamily="34" charset="0"/>
              </a:rPr>
              <a:t>. PMO receives form, and has cross functional team make an assessment</a:t>
            </a:r>
          </a:p>
        </p:txBody>
      </p:sp>
      <p:sp>
        <p:nvSpPr>
          <p:cNvPr id="14" name="Diamond 13">
            <a:extLst>
              <a:ext uri="{FF2B5EF4-FFF2-40B4-BE49-F238E27FC236}">
                <a16:creationId xmlns:a16="http://schemas.microsoft.com/office/drawing/2014/main" id="{D25E3337-9959-C03D-42D5-C16A4F0EE8EA}"/>
              </a:ext>
            </a:extLst>
          </p:cNvPr>
          <p:cNvSpPr/>
          <p:nvPr/>
        </p:nvSpPr>
        <p:spPr>
          <a:xfrm>
            <a:off x="2946461" y="4989099"/>
            <a:ext cx="1351013" cy="1152144"/>
          </a:xfrm>
          <a:prstGeom prst="diamond">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Should this be an AI project?</a:t>
            </a:r>
          </a:p>
        </p:txBody>
      </p:sp>
      <p:cxnSp>
        <p:nvCxnSpPr>
          <p:cNvPr id="15" name="Straight Arrow Connector 14">
            <a:extLst>
              <a:ext uri="{FF2B5EF4-FFF2-40B4-BE49-F238E27FC236}">
                <a16:creationId xmlns:a16="http://schemas.microsoft.com/office/drawing/2014/main" id="{E10030F2-5966-1803-AC1C-8B31DAE898AB}"/>
              </a:ext>
            </a:extLst>
          </p:cNvPr>
          <p:cNvCxnSpPr>
            <a:cxnSpLocks/>
            <a:stCxn id="14" idx="0"/>
          </p:cNvCxnSpPr>
          <p:nvPr/>
        </p:nvCxnSpPr>
        <p:spPr>
          <a:xfrm flipV="1">
            <a:off x="3621968" y="4524181"/>
            <a:ext cx="7995" cy="4649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B1CFFDB-A5C4-1EC8-39C7-AACA733FD7AF}"/>
              </a:ext>
            </a:extLst>
          </p:cNvPr>
          <p:cNvCxnSpPr>
            <a:cxnSpLocks/>
            <a:stCxn id="13" idx="3"/>
            <a:endCxn id="14" idx="1"/>
          </p:cNvCxnSpPr>
          <p:nvPr/>
        </p:nvCxnSpPr>
        <p:spPr>
          <a:xfrm>
            <a:off x="2323970" y="5472838"/>
            <a:ext cx="622491" cy="923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Connector: Elbow 21">
            <a:extLst>
              <a:ext uri="{FF2B5EF4-FFF2-40B4-BE49-F238E27FC236}">
                <a16:creationId xmlns:a16="http://schemas.microsoft.com/office/drawing/2014/main" id="{EED47FAD-BFE9-EA2A-1CB8-5A285CE0F540}"/>
              </a:ext>
            </a:extLst>
          </p:cNvPr>
          <p:cNvCxnSpPr>
            <a:cxnSpLocks/>
            <a:stCxn id="14" idx="2"/>
            <a:endCxn id="13" idx="2"/>
          </p:cNvCxnSpPr>
          <p:nvPr/>
        </p:nvCxnSpPr>
        <p:spPr>
          <a:xfrm rot="5400000" flipH="1">
            <a:off x="2593695" y="5112970"/>
            <a:ext cx="160574" cy="1895973"/>
          </a:xfrm>
          <a:prstGeom prst="bentConnector3">
            <a:avLst>
              <a:gd name="adj1" fmla="val -142364"/>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F906463-3057-00FE-466D-9743AA80EEE6}"/>
              </a:ext>
            </a:extLst>
          </p:cNvPr>
          <p:cNvSpPr txBox="1"/>
          <p:nvPr/>
        </p:nvSpPr>
        <p:spPr>
          <a:xfrm>
            <a:off x="2331635" y="6054946"/>
            <a:ext cx="4860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No</a:t>
            </a:r>
          </a:p>
        </p:txBody>
      </p:sp>
      <p:graphicFrame>
        <p:nvGraphicFramePr>
          <p:cNvPr id="28" name="Diagram 27">
            <a:extLst>
              <a:ext uri="{FF2B5EF4-FFF2-40B4-BE49-F238E27FC236}">
                <a16:creationId xmlns:a16="http://schemas.microsoft.com/office/drawing/2014/main" id="{5F165867-D331-D3E2-9EDB-9B4A6478977A}"/>
              </a:ext>
            </a:extLst>
          </p:cNvPr>
          <p:cNvGraphicFramePr/>
          <p:nvPr>
            <p:extLst>
              <p:ext uri="{D42A27DB-BD31-4B8C-83A1-F6EECF244321}">
                <p14:modId xmlns:p14="http://schemas.microsoft.com/office/powerpoint/2010/main" val="2089578156"/>
              </p:ext>
            </p:extLst>
          </p:nvPr>
        </p:nvGraphicFramePr>
        <p:xfrm>
          <a:off x="6743877" y="193679"/>
          <a:ext cx="1505714" cy="156966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0" name="TextBox 29">
            <a:extLst>
              <a:ext uri="{FF2B5EF4-FFF2-40B4-BE49-F238E27FC236}">
                <a16:creationId xmlns:a16="http://schemas.microsoft.com/office/drawing/2014/main" id="{E6AB7649-0993-BC87-879F-672F5F18E704}"/>
              </a:ext>
            </a:extLst>
          </p:cNvPr>
          <p:cNvSpPr txBox="1"/>
          <p:nvPr/>
        </p:nvSpPr>
        <p:spPr>
          <a:xfrm>
            <a:off x="3089611" y="4639925"/>
            <a:ext cx="685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Yes</a:t>
            </a:r>
          </a:p>
        </p:txBody>
      </p:sp>
      <p:sp>
        <p:nvSpPr>
          <p:cNvPr id="56" name="TextBox 55">
            <a:extLst>
              <a:ext uri="{FF2B5EF4-FFF2-40B4-BE49-F238E27FC236}">
                <a16:creationId xmlns:a16="http://schemas.microsoft.com/office/drawing/2014/main" id="{CBFFD8FB-D982-C7AB-9113-CB41057CEBCC}"/>
              </a:ext>
            </a:extLst>
          </p:cNvPr>
          <p:cNvSpPr txBox="1"/>
          <p:nvPr/>
        </p:nvSpPr>
        <p:spPr>
          <a:xfrm>
            <a:off x="2477564" y="3635982"/>
            <a:ext cx="1351009"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AI/ Data Feasibility and Risk Assessment</a:t>
            </a:r>
          </a:p>
        </p:txBody>
      </p:sp>
      <p:sp>
        <p:nvSpPr>
          <p:cNvPr id="60" name="TextBox 59">
            <a:extLst>
              <a:ext uri="{FF2B5EF4-FFF2-40B4-BE49-F238E27FC236}">
                <a16:creationId xmlns:a16="http://schemas.microsoft.com/office/drawing/2014/main" id="{BAC2F7FC-B8F6-FE44-155B-74247397A620}"/>
              </a:ext>
            </a:extLst>
          </p:cNvPr>
          <p:cNvSpPr txBox="1"/>
          <p:nvPr/>
        </p:nvSpPr>
        <p:spPr>
          <a:xfrm>
            <a:off x="3120812" y="2564606"/>
            <a:ext cx="1451188" cy="5770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Data Privacy Review &amp; 3rd Party Risk Assessment</a:t>
            </a:r>
          </a:p>
        </p:txBody>
      </p:sp>
      <p:sp>
        <p:nvSpPr>
          <p:cNvPr id="78" name="TextBox 77">
            <a:extLst>
              <a:ext uri="{FF2B5EF4-FFF2-40B4-BE49-F238E27FC236}">
                <a16:creationId xmlns:a16="http://schemas.microsoft.com/office/drawing/2014/main" id="{9A4AC27C-91EE-C370-2014-169DF69FEB75}"/>
              </a:ext>
            </a:extLst>
          </p:cNvPr>
          <p:cNvSpPr txBox="1"/>
          <p:nvPr/>
        </p:nvSpPr>
        <p:spPr>
          <a:xfrm>
            <a:off x="9876117" y="790997"/>
            <a:ext cx="1385379"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AI Solution Design</a:t>
            </a:r>
          </a:p>
        </p:txBody>
      </p:sp>
      <p:sp>
        <p:nvSpPr>
          <p:cNvPr id="92" name="TextBox 91">
            <a:extLst>
              <a:ext uri="{FF2B5EF4-FFF2-40B4-BE49-F238E27FC236}">
                <a16:creationId xmlns:a16="http://schemas.microsoft.com/office/drawing/2014/main" id="{36EA2621-D575-1C78-03C5-E9DDD98E8F3A}"/>
              </a:ext>
            </a:extLst>
          </p:cNvPr>
          <p:cNvSpPr txBox="1"/>
          <p:nvPr/>
        </p:nvSpPr>
        <p:spPr>
          <a:xfrm>
            <a:off x="9855811" y="3032308"/>
            <a:ext cx="1385379"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Model Validation and Testing</a:t>
            </a:r>
          </a:p>
        </p:txBody>
      </p:sp>
      <p:sp>
        <p:nvSpPr>
          <p:cNvPr id="106" name="TextBox 105">
            <a:extLst>
              <a:ext uri="{FF2B5EF4-FFF2-40B4-BE49-F238E27FC236}">
                <a16:creationId xmlns:a16="http://schemas.microsoft.com/office/drawing/2014/main" id="{38426894-0CE4-8DBA-8127-84D26B28A39D}"/>
              </a:ext>
            </a:extLst>
          </p:cNvPr>
          <p:cNvSpPr txBox="1"/>
          <p:nvPr/>
        </p:nvSpPr>
        <p:spPr>
          <a:xfrm>
            <a:off x="9945084" y="4355419"/>
            <a:ext cx="1743047"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Deployment Authorization</a:t>
            </a:r>
          </a:p>
        </p:txBody>
      </p:sp>
      <p:sp>
        <p:nvSpPr>
          <p:cNvPr id="126" name="TextBox 125">
            <a:extLst>
              <a:ext uri="{FF2B5EF4-FFF2-40B4-BE49-F238E27FC236}">
                <a16:creationId xmlns:a16="http://schemas.microsoft.com/office/drawing/2014/main" id="{B2A983B2-6273-164E-030F-0B493FAC6E91}"/>
              </a:ext>
            </a:extLst>
          </p:cNvPr>
          <p:cNvSpPr txBox="1"/>
          <p:nvPr/>
        </p:nvSpPr>
        <p:spPr>
          <a:xfrm>
            <a:off x="3601630" y="4338343"/>
            <a:ext cx="1854060" cy="646331"/>
          </a:xfrm>
          <a:prstGeom prst="rect">
            <a:avLst/>
          </a:prstGeom>
          <a:noFill/>
        </p:spPr>
        <p:txBody>
          <a:bodyPr wrap="square" rtlCol="0">
            <a:spAutoFit/>
          </a:bodyPr>
          <a:lstStyle/>
          <a:p>
            <a:pPr lvl="0" algn="ctr" fontAlgn="auto">
              <a:spcBef>
                <a:spcPts val="0"/>
              </a:spcBef>
              <a:spcAft>
                <a:spcPts val="0"/>
              </a:spcAft>
              <a:defRPr/>
            </a:pPr>
            <a:r>
              <a:rPr lang="en-US" sz="1200" b="1">
                <a:solidFill>
                  <a:prstClr val="black"/>
                </a:solidFill>
                <a:latin typeface="Calibri" panose="020F0502020204030204" pitchFamily="34" charset="0"/>
                <a:ea typeface="Calibri" panose="020F0502020204030204" pitchFamily="34" charset="0"/>
                <a:cs typeface="Calibri" panose="020F0502020204030204" pitchFamily="34" charset="0"/>
              </a:rPr>
              <a:t>3</a:t>
            </a:r>
            <a:r>
              <a:rPr lang="en-US" sz="1200">
                <a:solidFill>
                  <a:prstClr val="black"/>
                </a:solidFill>
                <a:latin typeface="Calibri" panose="020F0502020204030204" pitchFamily="34" charset="0"/>
                <a:ea typeface="Calibri" panose="020F0502020204030204" pitchFamily="34" charset="0"/>
                <a:cs typeface="Calibri" panose="020F0502020204030204" pitchFamily="34" charset="0"/>
              </a:rPr>
              <a:t>. AI use case is captured into the AI register and Assessment is triggered</a:t>
            </a:r>
          </a:p>
        </p:txBody>
      </p:sp>
      <p:sp>
        <p:nvSpPr>
          <p:cNvPr id="128" name="TextBox 127">
            <a:extLst>
              <a:ext uri="{FF2B5EF4-FFF2-40B4-BE49-F238E27FC236}">
                <a16:creationId xmlns:a16="http://schemas.microsoft.com/office/drawing/2014/main" id="{EA4852CA-0FE1-2E53-0E92-766CF2E14B76}"/>
              </a:ext>
            </a:extLst>
          </p:cNvPr>
          <p:cNvSpPr txBox="1"/>
          <p:nvPr/>
        </p:nvSpPr>
        <p:spPr>
          <a:xfrm>
            <a:off x="4623061" y="2373785"/>
            <a:ext cx="1567426" cy="1015663"/>
          </a:xfrm>
          <a:prstGeom prst="rect">
            <a:avLst/>
          </a:prstGeom>
          <a:noFill/>
        </p:spPr>
        <p:txBody>
          <a:bodyPr wrap="square" rtlCol="0">
            <a:spAutoFit/>
          </a:bodyPr>
          <a:lstStyle/>
          <a:p>
            <a:pPr lvl="0" fontAlgn="auto">
              <a:spcBef>
                <a:spcPts val="0"/>
              </a:spcBef>
              <a:spcAft>
                <a:spcPts val="0"/>
              </a:spcAft>
              <a:defRPr/>
            </a:pPr>
            <a:r>
              <a:rPr lang="en-US" sz="1200" b="1">
                <a:solidFill>
                  <a:prstClr val="black"/>
                </a:solidFill>
                <a:latin typeface="Calibri" panose="020F0502020204030204" pitchFamily="34" charset="0"/>
                <a:ea typeface="Calibri" panose="020F0502020204030204" pitchFamily="34" charset="0"/>
                <a:cs typeface="Calibri" panose="020F0502020204030204" pitchFamily="34" charset="0"/>
              </a:rPr>
              <a:t>4</a:t>
            </a:r>
            <a:r>
              <a:rPr lang="en-US" sz="1200">
                <a:solidFill>
                  <a:prstClr val="black"/>
                </a:solidFill>
                <a:latin typeface="Calibri" panose="020F0502020204030204" pitchFamily="34" charset="0"/>
                <a:ea typeface="Calibri" panose="020F0502020204030204" pitchFamily="34" charset="0"/>
                <a:cs typeface="Calibri" panose="020F0502020204030204" pitchFamily="34" charset="0"/>
              </a:rPr>
              <a:t>. Inputs from these assessments leads to the value realization and use case prioritization</a:t>
            </a:r>
          </a:p>
        </p:txBody>
      </p:sp>
      <p:sp>
        <p:nvSpPr>
          <p:cNvPr id="133" name="TextBox 132">
            <a:extLst>
              <a:ext uri="{FF2B5EF4-FFF2-40B4-BE49-F238E27FC236}">
                <a16:creationId xmlns:a16="http://schemas.microsoft.com/office/drawing/2014/main" id="{51C2E675-CB36-51A2-426C-1C7189C92C86}"/>
              </a:ext>
            </a:extLst>
          </p:cNvPr>
          <p:cNvSpPr txBox="1"/>
          <p:nvPr/>
        </p:nvSpPr>
        <p:spPr>
          <a:xfrm>
            <a:off x="4426065" y="1014232"/>
            <a:ext cx="2471922" cy="1015663"/>
          </a:xfrm>
          <a:prstGeom prst="rect">
            <a:avLst/>
          </a:prstGeom>
          <a:noFill/>
        </p:spPr>
        <p:txBody>
          <a:bodyPr wrap="square" rtlCol="0">
            <a:spAutoFit/>
          </a:bodyPr>
          <a:lstStyle/>
          <a:p>
            <a:pPr lvl="0" fontAlgn="auto">
              <a:spcBef>
                <a:spcPts val="0"/>
              </a:spcBef>
              <a:spcAft>
                <a:spcPts val="0"/>
              </a:spcAft>
              <a:defRPr/>
            </a:pPr>
            <a:r>
              <a:rPr lang="en-US" sz="1200" b="1">
                <a:solidFill>
                  <a:prstClr val="black"/>
                </a:solidFill>
                <a:latin typeface="Calibri" panose="020F0502020204030204" pitchFamily="34" charset="0"/>
                <a:ea typeface="Calibri" panose="020F0502020204030204" pitchFamily="34" charset="0"/>
                <a:cs typeface="Calibri" panose="020F0502020204030204" pitchFamily="34" charset="0"/>
              </a:rPr>
              <a:t>5</a:t>
            </a:r>
            <a:r>
              <a:rPr lang="en-US" sz="1200">
                <a:solidFill>
                  <a:prstClr val="black"/>
                </a:solidFill>
                <a:latin typeface="Calibri" panose="020F0502020204030204" pitchFamily="34" charset="0"/>
                <a:ea typeface="Calibri" panose="020F0502020204030204" pitchFamily="34" charset="0"/>
                <a:cs typeface="Calibri" panose="020F0502020204030204" pitchFamily="34" charset="0"/>
              </a:rPr>
              <a:t>. If passing these assessments and use case is prioritized, then information is input into the AI Intake form for the Governance Committee approval</a:t>
            </a:r>
          </a:p>
        </p:txBody>
      </p:sp>
      <p:sp>
        <p:nvSpPr>
          <p:cNvPr id="158" name="TextBox 157">
            <a:extLst>
              <a:ext uri="{FF2B5EF4-FFF2-40B4-BE49-F238E27FC236}">
                <a16:creationId xmlns:a16="http://schemas.microsoft.com/office/drawing/2014/main" id="{0A2B5032-55AD-7D30-E113-00CE83C5D7D4}"/>
              </a:ext>
            </a:extLst>
          </p:cNvPr>
          <p:cNvSpPr txBox="1"/>
          <p:nvPr/>
        </p:nvSpPr>
        <p:spPr>
          <a:xfrm>
            <a:off x="7818285" y="185471"/>
            <a:ext cx="3829232" cy="646331"/>
          </a:xfrm>
          <a:prstGeom prst="rect">
            <a:avLst/>
          </a:prstGeom>
          <a:noFill/>
        </p:spPr>
        <p:txBody>
          <a:bodyPr wrap="square" rtlCol="0">
            <a:spAutoFit/>
          </a:bodyPr>
          <a:lstStyle/>
          <a:p>
            <a:pPr lvl="0" fontAlgn="auto">
              <a:spcBef>
                <a:spcPts val="0"/>
              </a:spcBef>
              <a:spcAft>
                <a:spcPts val="0"/>
              </a:spcAft>
              <a:defRPr/>
            </a:pPr>
            <a:r>
              <a:rPr lang="en-US" sz="1200" b="1">
                <a:solidFill>
                  <a:prstClr val="black"/>
                </a:solidFill>
                <a:latin typeface="Calibri" panose="020F0502020204030204" pitchFamily="34" charset="0"/>
                <a:ea typeface="Calibri" panose="020F0502020204030204" pitchFamily="34" charset="0"/>
                <a:cs typeface="Calibri" panose="020F0502020204030204" pitchFamily="34" charset="0"/>
              </a:rPr>
              <a:t>6</a:t>
            </a:r>
            <a:r>
              <a:rPr lang="en-US" sz="1200">
                <a:solidFill>
                  <a:prstClr val="black"/>
                </a:solidFill>
                <a:latin typeface="Calibri" panose="020F0502020204030204" pitchFamily="34" charset="0"/>
                <a:ea typeface="Calibri" panose="020F0502020204030204" pitchFamily="34" charset="0"/>
                <a:cs typeface="Calibri" panose="020F0502020204030204" pitchFamily="34" charset="0"/>
              </a:rPr>
              <a:t>. AI Governance Committee makes decision on investment after reviewing all information in the AI Intake Form</a:t>
            </a:r>
          </a:p>
        </p:txBody>
      </p:sp>
      <p:cxnSp>
        <p:nvCxnSpPr>
          <p:cNvPr id="172" name="Straight Arrow Connector 171">
            <a:extLst>
              <a:ext uri="{FF2B5EF4-FFF2-40B4-BE49-F238E27FC236}">
                <a16:creationId xmlns:a16="http://schemas.microsoft.com/office/drawing/2014/main" id="{CE0B9D52-71B8-5C80-C433-02066B179704}"/>
              </a:ext>
            </a:extLst>
          </p:cNvPr>
          <p:cNvCxnSpPr>
            <a:cxnSpLocks/>
            <a:stCxn id="28" idx="3"/>
            <a:endCxn id="85" idx="1"/>
          </p:cNvCxnSpPr>
          <p:nvPr/>
        </p:nvCxnSpPr>
        <p:spPr>
          <a:xfrm>
            <a:off x="8249591" y="978509"/>
            <a:ext cx="1552580" cy="85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4" name="Straight Arrow Connector 183">
            <a:extLst>
              <a:ext uri="{FF2B5EF4-FFF2-40B4-BE49-F238E27FC236}">
                <a16:creationId xmlns:a16="http://schemas.microsoft.com/office/drawing/2014/main" id="{CDF5BA92-26A1-6D34-DAD9-56664B84ABC9}"/>
              </a:ext>
            </a:extLst>
          </p:cNvPr>
          <p:cNvCxnSpPr>
            <a:cxnSpLocks/>
          </p:cNvCxnSpPr>
          <p:nvPr/>
        </p:nvCxnSpPr>
        <p:spPr>
          <a:xfrm>
            <a:off x="10435958" y="2362200"/>
            <a:ext cx="5326" cy="5400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Arrow: Chevron 35">
            <a:extLst>
              <a:ext uri="{FF2B5EF4-FFF2-40B4-BE49-F238E27FC236}">
                <a16:creationId xmlns:a16="http://schemas.microsoft.com/office/drawing/2014/main" id="{FEB001E6-E825-67BB-7CE2-865825CF1C9C}"/>
              </a:ext>
            </a:extLst>
          </p:cNvPr>
          <p:cNvSpPr/>
          <p:nvPr/>
        </p:nvSpPr>
        <p:spPr>
          <a:xfrm>
            <a:off x="3704758" y="3615018"/>
            <a:ext cx="1451189" cy="615553"/>
          </a:xfrm>
          <a:prstGeom prst="chevron">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cxnSp>
        <p:nvCxnSpPr>
          <p:cNvPr id="37" name="Straight Arrow Connector 36">
            <a:extLst>
              <a:ext uri="{FF2B5EF4-FFF2-40B4-BE49-F238E27FC236}">
                <a16:creationId xmlns:a16="http://schemas.microsoft.com/office/drawing/2014/main" id="{425C8493-EE03-92AE-6F61-2DF0BEBFF18F}"/>
              </a:ext>
            </a:extLst>
          </p:cNvPr>
          <p:cNvCxnSpPr>
            <a:cxnSpLocks/>
          </p:cNvCxnSpPr>
          <p:nvPr/>
        </p:nvCxnSpPr>
        <p:spPr>
          <a:xfrm flipV="1">
            <a:off x="3722717" y="3158905"/>
            <a:ext cx="0" cy="3430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C2F85F00-F2AB-FE2F-5778-F3C052B4294C}"/>
              </a:ext>
            </a:extLst>
          </p:cNvPr>
          <p:cNvSpPr txBox="1"/>
          <p:nvPr/>
        </p:nvSpPr>
        <p:spPr>
          <a:xfrm>
            <a:off x="3968872" y="3707350"/>
            <a:ext cx="1025662"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Use Case Prioritization</a:t>
            </a:r>
          </a:p>
        </p:txBody>
      </p:sp>
      <p:cxnSp>
        <p:nvCxnSpPr>
          <p:cNvPr id="57" name="Connector: Elbow 56">
            <a:extLst>
              <a:ext uri="{FF2B5EF4-FFF2-40B4-BE49-F238E27FC236}">
                <a16:creationId xmlns:a16="http://schemas.microsoft.com/office/drawing/2014/main" id="{371C8124-7A0E-F652-232C-AED0E5D9C577}"/>
              </a:ext>
            </a:extLst>
          </p:cNvPr>
          <p:cNvCxnSpPr>
            <a:cxnSpLocks/>
            <a:endCxn id="28" idx="1"/>
          </p:cNvCxnSpPr>
          <p:nvPr/>
        </p:nvCxnSpPr>
        <p:spPr>
          <a:xfrm flipV="1">
            <a:off x="3721279" y="978509"/>
            <a:ext cx="3022598" cy="1429777"/>
          </a:xfrm>
          <a:prstGeom prst="bentConnector3">
            <a:avLst>
              <a:gd name="adj1" fmla="val 84"/>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Arrow: Pentagon 76">
            <a:extLst>
              <a:ext uri="{FF2B5EF4-FFF2-40B4-BE49-F238E27FC236}">
                <a16:creationId xmlns:a16="http://schemas.microsoft.com/office/drawing/2014/main" id="{77199BE9-D734-FD6D-BFB3-799B95AD4F27}"/>
              </a:ext>
            </a:extLst>
          </p:cNvPr>
          <p:cNvSpPr/>
          <p:nvPr/>
        </p:nvSpPr>
        <p:spPr>
          <a:xfrm>
            <a:off x="2473439" y="3615018"/>
            <a:ext cx="1470018"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1" name="Arrow: Pentagon 80">
            <a:extLst>
              <a:ext uri="{FF2B5EF4-FFF2-40B4-BE49-F238E27FC236}">
                <a16:creationId xmlns:a16="http://schemas.microsoft.com/office/drawing/2014/main" id="{7F46A31A-D4C4-7F69-A535-C5158F828307}"/>
              </a:ext>
            </a:extLst>
          </p:cNvPr>
          <p:cNvSpPr/>
          <p:nvPr/>
        </p:nvSpPr>
        <p:spPr>
          <a:xfrm>
            <a:off x="3125515" y="2510846"/>
            <a:ext cx="1470018"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5" name="Arrow: Pentagon 84">
            <a:extLst>
              <a:ext uri="{FF2B5EF4-FFF2-40B4-BE49-F238E27FC236}">
                <a16:creationId xmlns:a16="http://schemas.microsoft.com/office/drawing/2014/main" id="{C8D9DD05-5A2F-1740-C452-7A86C741CC3C}"/>
              </a:ext>
            </a:extLst>
          </p:cNvPr>
          <p:cNvSpPr/>
          <p:nvPr/>
        </p:nvSpPr>
        <p:spPr>
          <a:xfrm>
            <a:off x="9802171" y="679305"/>
            <a:ext cx="1470018"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99" name="Arrow: Pentagon 98">
            <a:extLst>
              <a:ext uri="{FF2B5EF4-FFF2-40B4-BE49-F238E27FC236}">
                <a16:creationId xmlns:a16="http://schemas.microsoft.com/office/drawing/2014/main" id="{E130A641-346F-5914-0F7E-B9B6EB77A81C}"/>
              </a:ext>
            </a:extLst>
          </p:cNvPr>
          <p:cNvSpPr/>
          <p:nvPr/>
        </p:nvSpPr>
        <p:spPr>
          <a:xfrm>
            <a:off x="9753600" y="2932702"/>
            <a:ext cx="1470018"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01" name="Arrow: Pentagon 100">
            <a:extLst>
              <a:ext uri="{FF2B5EF4-FFF2-40B4-BE49-F238E27FC236}">
                <a16:creationId xmlns:a16="http://schemas.microsoft.com/office/drawing/2014/main" id="{461F9CA6-52FE-6BD5-C770-898E828D65A6}"/>
              </a:ext>
            </a:extLst>
          </p:cNvPr>
          <p:cNvSpPr/>
          <p:nvPr/>
        </p:nvSpPr>
        <p:spPr>
          <a:xfrm>
            <a:off x="9795920" y="4252367"/>
            <a:ext cx="1470018"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cxnSp>
        <p:nvCxnSpPr>
          <p:cNvPr id="103" name="Straight Arrow Connector 102">
            <a:extLst>
              <a:ext uri="{FF2B5EF4-FFF2-40B4-BE49-F238E27FC236}">
                <a16:creationId xmlns:a16="http://schemas.microsoft.com/office/drawing/2014/main" id="{D521ABEB-16D6-27C5-7173-43B38E64A86B}"/>
              </a:ext>
            </a:extLst>
          </p:cNvPr>
          <p:cNvCxnSpPr>
            <a:cxnSpLocks/>
          </p:cNvCxnSpPr>
          <p:nvPr/>
        </p:nvCxnSpPr>
        <p:spPr>
          <a:xfrm>
            <a:off x="10389289" y="3654368"/>
            <a:ext cx="5326" cy="5400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5" name="TextBox 104">
            <a:extLst>
              <a:ext uri="{FF2B5EF4-FFF2-40B4-BE49-F238E27FC236}">
                <a16:creationId xmlns:a16="http://schemas.microsoft.com/office/drawing/2014/main" id="{4CCD4379-C353-8E8A-FEC9-3F73A76EC3EC}"/>
              </a:ext>
            </a:extLst>
          </p:cNvPr>
          <p:cNvSpPr txBox="1"/>
          <p:nvPr/>
        </p:nvSpPr>
        <p:spPr>
          <a:xfrm>
            <a:off x="9945084" y="5579558"/>
            <a:ext cx="1320854"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Ongoing Monitoring and Compliance</a:t>
            </a:r>
          </a:p>
        </p:txBody>
      </p:sp>
      <p:sp>
        <p:nvSpPr>
          <p:cNvPr id="107" name="Arrow: Pentagon 106">
            <a:extLst>
              <a:ext uri="{FF2B5EF4-FFF2-40B4-BE49-F238E27FC236}">
                <a16:creationId xmlns:a16="http://schemas.microsoft.com/office/drawing/2014/main" id="{BA5E7C0F-435D-C5F6-B96F-C7CD425F66CE}"/>
              </a:ext>
            </a:extLst>
          </p:cNvPr>
          <p:cNvSpPr/>
          <p:nvPr/>
        </p:nvSpPr>
        <p:spPr>
          <a:xfrm>
            <a:off x="9795920" y="5558333"/>
            <a:ext cx="1470018"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cxnSp>
        <p:nvCxnSpPr>
          <p:cNvPr id="109" name="Straight Arrow Connector 108">
            <a:extLst>
              <a:ext uri="{FF2B5EF4-FFF2-40B4-BE49-F238E27FC236}">
                <a16:creationId xmlns:a16="http://schemas.microsoft.com/office/drawing/2014/main" id="{2C8D3304-1BD6-CC25-DCC5-31217020D267}"/>
              </a:ext>
            </a:extLst>
          </p:cNvPr>
          <p:cNvCxnSpPr>
            <a:cxnSpLocks/>
          </p:cNvCxnSpPr>
          <p:nvPr/>
        </p:nvCxnSpPr>
        <p:spPr>
          <a:xfrm>
            <a:off x="10389289" y="4948733"/>
            <a:ext cx="5326" cy="5400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19494E67-3016-7871-1B29-0B0B2951B6A2}"/>
              </a:ext>
            </a:extLst>
          </p:cNvPr>
          <p:cNvSpPr txBox="1"/>
          <p:nvPr/>
        </p:nvSpPr>
        <p:spPr>
          <a:xfrm>
            <a:off x="9874215" y="1773340"/>
            <a:ext cx="1385379"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AI Operational Readiness</a:t>
            </a:r>
          </a:p>
        </p:txBody>
      </p:sp>
      <p:sp>
        <p:nvSpPr>
          <p:cNvPr id="6" name="Arrow: Pentagon 5">
            <a:extLst>
              <a:ext uri="{FF2B5EF4-FFF2-40B4-BE49-F238E27FC236}">
                <a16:creationId xmlns:a16="http://schemas.microsoft.com/office/drawing/2014/main" id="{CA07F574-8F9D-9E5D-05F1-9AB78DADEA1B}"/>
              </a:ext>
            </a:extLst>
          </p:cNvPr>
          <p:cNvSpPr/>
          <p:nvPr/>
        </p:nvSpPr>
        <p:spPr>
          <a:xfrm>
            <a:off x="9800269" y="1661648"/>
            <a:ext cx="1470018" cy="615553"/>
          </a:xfrm>
          <a:prstGeom prst="homePlat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CE0A15B-B517-C84B-817D-E231A0A63B8F}"/>
              </a:ext>
            </a:extLst>
          </p:cNvPr>
          <p:cNvSpPr txBox="1"/>
          <p:nvPr/>
        </p:nvSpPr>
        <p:spPr>
          <a:xfrm>
            <a:off x="8372593" y="1499616"/>
            <a:ext cx="1501622" cy="1384995"/>
          </a:xfrm>
          <a:prstGeom prst="rect">
            <a:avLst/>
          </a:prstGeom>
          <a:noFill/>
        </p:spPr>
        <p:txBody>
          <a:bodyPr wrap="square" rtlCol="0">
            <a:spAutoFit/>
          </a:bodyPr>
          <a:lstStyle/>
          <a:p>
            <a:pPr lvl="0" fontAlgn="auto">
              <a:spcBef>
                <a:spcPts val="0"/>
              </a:spcBef>
              <a:spcAft>
                <a:spcPts val="0"/>
              </a:spcAft>
              <a:defRPr/>
            </a:pPr>
            <a:r>
              <a:rPr lang="en-US" sz="1200" b="1">
                <a:solidFill>
                  <a:prstClr val="black"/>
                </a:solidFill>
                <a:latin typeface="Calibri" panose="020F0502020204030204" pitchFamily="34" charset="0"/>
                <a:ea typeface="Calibri" panose="020F0502020204030204" pitchFamily="34" charset="0"/>
                <a:cs typeface="Calibri" panose="020F0502020204030204" pitchFamily="34" charset="0"/>
              </a:rPr>
              <a:t>7</a:t>
            </a:r>
            <a:r>
              <a:rPr lang="en-US" sz="1200">
                <a:solidFill>
                  <a:prstClr val="black"/>
                </a:solidFill>
                <a:latin typeface="Calibri" panose="020F0502020204030204" pitchFamily="34" charset="0"/>
                <a:ea typeface="Calibri" panose="020F0502020204030204" pitchFamily="34" charset="0"/>
                <a:cs typeface="Calibri" panose="020F0502020204030204" pitchFamily="34" charset="0"/>
              </a:rPr>
              <a:t>. AI Solution Architects review policies to identify mandated controls and seek approvals through the identified</a:t>
            </a:r>
          </a:p>
        </p:txBody>
      </p:sp>
      <p:sp>
        <p:nvSpPr>
          <p:cNvPr id="17" name="TextBox 16">
            <a:extLst>
              <a:ext uri="{FF2B5EF4-FFF2-40B4-BE49-F238E27FC236}">
                <a16:creationId xmlns:a16="http://schemas.microsoft.com/office/drawing/2014/main" id="{191A31F4-782D-9314-D260-F7C71BD1ACD3}"/>
              </a:ext>
            </a:extLst>
          </p:cNvPr>
          <p:cNvSpPr txBox="1"/>
          <p:nvPr/>
        </p:nvSpPr>
        <p:spPr>
          <a:xfrm>
            <a:off x="8372593" y="3143524"/>
            <a:ext cx="123527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prstClr val="black"/>
                </a:solidFill>
                <a:latin typeface="Calibri" panose="020F0502020204030204" pitchFamily="34" charset="0"/>
                <a:ea typeface="Calibri" panose="020F0502020204030204" pitchFamily="34" charset="0"/>
                <a:cs typeface="Calibri" panose="020F0502020204030204" pitchFamily="34" charset="0"/>
              </a:rPr>
              <a:t>8</a:t>
            </a:r>
            <a:r>
              <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lang="en-US" sz="1200">
                <a:solidFill>
                  <a:prstClr val="black"/>
                </a:solidFill>
                <a:latin typeface="Calibri" panose="020F0502020204030204" pitchFamily="34" charset="0"/>
                <a:ea typeface="Calibri" panose="020F0502020204030204" pitchFamily="34" charset="0"/>
                <a:cs typeface="Calibri" panose="020F0502020204030204" pitchFamily="34" charset="0"/>
              </a:rPr>
              <a:t>Handover package will be given for implementation</a:t>
            </a:r>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2084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578F2-984B-E811-F475-3FDA3A11E5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9847C-B4BB-AD3F-C12A-CED4EE0D1047}"/>
              </a:ext>
            </a:extLst>
          </p:cNvPr>
          <p:cNvSpPr>
            <a:spLocks noGrp="1"/>
          </p:cNvSpPr>
          <p:nvPr>
            <p:ph type="title"/>
          </p:nvPr>
        </p:nvSpPr>
        <p:spPr>
          <a:xfrm>
            <a:off x="1016000" y="609600"/>
            <a:ext cx="10363200" cy="609600"/>
          </a:xfrm>
        </p:spPr>
        <p:txBody>
          <a:bodyPr wrap="square">
            <a:noAutofit/>
          </a:bodyPr>
          <a:lstStyle/>
          <a:p>
            <a:r>
              <a:rPr lang="en-US"/>
              <a:t>Regulatory Mapping Feeds the Control Functions</a:t>
            </a:r>
            <a:endParaRPr lang="en-IN"/>
          </a:p>
        </p:txBody>
      </p:sp>
      <p:sp>
        <p:nvSpPr>
          <p:cNvPr id="4" name="TextBox 3">
            <a:extLst>
              <a:ext uri="{FF2B5EF4-FFF2-40B4-BE49-F238E27FC236}">
                <a16:creationId xmlns:a16="http://schemas.microsoft.com/office/drawing/2014/main" id="{6391D003-BDD4-91B7-50A9-048D3604C428}"/>
              </a:ext>
            </a:extLst>
          </p:cNvPr>
          <p:cNvSpPr txBox="1"/>
          <p:nvPr/>
        </p:nvSpPr>
        <p:spPr>
          <a:xfrm>
            <a:off x="10820365" y="6473952"/>
            <a:ext cx="914422" cy="274320"/>
          </a:xfrm>
          <a:prstGeom prst="rect">
            <a:avLst/>
          </a:prstGeom>
          <a:noFill/>
        </p:spPr>
        <p:txBody>
          <a:bodyPr wrap="square" anchor="t">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sz="900" b="0" i="0" u="none" strike="noStrike" kern="1200" cap="none" spc="0" normalizeH="0" baseline="0" noProof="0">
                <a:ln>
                  <a:noFill/>
                </a:ln>
                <a:solidFill>
                  <a:srgbClr val="6B7280"/>
                </a:solidFill>
                <a:effectLst/>
                <a:uLnTx/>
                <a:uFillTx/>
                <a:latin typeface="Calibri"/>
                <a:ea typeface="+mn-ea"/>
                <a:cs typeface="+mn-cs"/>
              </a:rPr>
              <a:t>7</a:t>
            </a:r>
          </a:p>
        </p:txBody>
      </p:sp>
      <p:sp>
        <p:nvSpPr>
          <p:cNvPr id="9" name="TextBox 8">
            <a:extLst>
              <a:ext uri="{FF2B5EF4-FFF2-40B4-BE49-F238E27FC236}">
                <a16:creationId xmlns:a16="http://schemas.microsoft.com/office/drawing/2014/main" id="{B95DB236-FEE7-F3DB-45AA-E394964BC6AA}"/>
              </a:ext>
            </a:extLst>
          </p:cNvPr>
          <p:cNvSpPr txBox="1"/>
          <p:nvPr/>
        </p:nvSpPr>
        <p:spPr>
          <a:xfrm>
            <a:off x="1075268" y="1767006"/>
            <a:ext cx="3428898" cy="3323987"/>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mn-cs"/>
              </a:rPr>
              <a:t>UNDERSTAND</a:t>
            </a: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 USE CASE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mn-cs"/>
              </a:rPr>
              <a:t>ASSESS </a:t>
            </a: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Opportunity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panose="020B0604020202020204"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mn-cs"/>
              </a:rPr>
              <a:t>MAP</a:t>
            </a: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 REGULATORY / POLICY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mn-cs"/>
              </a:rPr>
              <a:t>UNCOVER</a:t>
            </a: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 GOVERNANCE REQUIREMENT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mn-cs"/>
              </a:rPr>
              <a:t>IDENTIFY</a:t>
            </a: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 CONTROL REQUIREMENT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panose="020F0502020204030204"/>
                <a:ea typeface="+mn-ea"/>
                <a:cs typeface="+mn-cs"/>
              </a:rPr>
              <a:t>DEFINE</a:t>
            </a: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 CONTROL FUNCTION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IMPLEMENT CONTROL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ea typeface="+mn-ea"/>
                <a:cs typeface="+mn-cs"/>
              </a:rPr>
              <a:t>GOVERNANCE EVIDENCE</a:t>
            </a:r>
            <a:endParaRPr kumimoji="0" lang="en-IN"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E7F02620-2A2A-59BE-8438-180D5BD5D980}"/>
              </a:ext>
            </a:extLst>
          </p:cNvPr>
          <p:cNvSpPr txBox="1"/>
          <p:nvPr/>
        </p:nvSpPr>
        <p:spPr>
          <a:xfrm>
            <a:off x="4961467" y="1219200"/>
            <a:ext cx="7128919" cy="5047536"/>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a:ea typeface="+mn-ea"/>
                <a:cs typeface="+mn-cs"/>
              </a:rPr>
              <a:t>Example: Protect Confidential Legal Information</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400" b="1"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a:ea typeface="+mn-ea"/>
                <a:cs typeface="+mn-cs"/>
              </a:rPr>
              <a:t>Regulatory / Legal Context: </a:t>
            </a: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Attorney-client privilege and applicable information protection obligations.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a:ea typeface="+mn-ea"/>
                <a:cs typeface="+mn-cs"/>
              </a:rPr>
              <a:t>GOVERN</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Define accountability, policy and approval requirements.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a:ea typeface="+mn-ea"/>
                <a:cs typeface="+mn-cs"/>
              </a:rPr>
              <a:t>IDENTIFY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Identify privileged data, users, systems and data flows.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a:ea typeface="+mn-ea"/>
                <a:cs typeface="+mn-cs"/>
              </a:rPr>
              <a:t>PROTECT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Apply least privilege, access controls, data protection and DLP.</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a:ea typeface="+mn-ea"/>
                <a:cs typeface="+mn-cs"/>
              </a:rPr>
              <a:t>DETECT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Monitor access, usage and policy events.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a:ea typeface="+mn-ea"/>
                <a:cs typeface="+mn-cs"/>
              </a:rPr>
              <a:t>RESPOND</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Contain and investigate potential exposure.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a:ea typeface="+mn-ea"/>
                <a:cs typeface="+mn-cs"/>
              </a:rPr>
              <a:t>RECOVER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Restore normal operations and update controls.</a:t>
            </a:r>
          </a:p>
        </p:txBody>
      </p:sp>
      <p:cxnSp>
        <p:nvCxnSpPr>
          <p:cNvPr id="8" name="Straight Connector 7">
            <a:extLst>
              <a:ext uri="{FF2B5EF4-FFF2-40B4-BE49-F238E27FC236}">
                <a16:creationId xmlns:a16="http://schemas.microsoft.com/office/drawing/2014/main" id="{A93A65DA-4F3B-0038-208D-4A2DC1E6917B}"/>
              </a:ext>
            </a:extLst>
          </p:cNvPr>
          <p:cNvCxnSpPr>
            <a:cxnSpLocks/>
          </p:cNvCxnSpPr>
          <p:nvPr/>
        </p:nvCxnSpPr>
        <p:spPr>
          <a:xfrm>
            <a:off x="4656618" y="1497535"/>
            <a:ext cx="0" cy="4490866"/>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1001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C172F32-1ED4-A2FD-FA46-F32B444DA473}"/>
              </a:ext>
            </a:extLst>
          </p:cNvPr>
          <p:cNvSpPr>
            <a:spLocks noGrp="1"/>
          </p:cNvSpPr>
          <p:nvPr>
            <p:ph type="title"/>
          </p:nvPr>
        </p:nvSpPr>
        <p:spPr>
          <a:xfrm>
            <a:off x="1016000" y="609600"/>
            <a:ext cx="10363200" cy="609600"/>
          </a:xfrm>
        </p:spPr>
        <p:txBody>
          <a:bodyPr vert="horz" lIns="91440" tIns="45720" rIns="91440" bIns="45720" rtlCol="0" anchor="ctr">
            <a:normAutofit/>
          </a:bodyPr>
          <a:lstStyle/>
          <a:p>
            <a:r>
              <a:rPr lang="en-US"/>
              <a:t>The solution pipeline</a:t>
            </a:r>
          </a:p>
        </p:txBody>
      </p:sp>
      <p:graphicFrame>
        <p:nvGraphicFramePr>
          <p:cNvPr id="11" name="TextBox 8">
            <a:extLst>
              <a:ext uri="{FF2B5EF4-FFF2-40B4-BE49-F238E27FC236}">
                <a16:creationId xmlns:a16="http://schemas.microsoft.com/office/drawing/2014/main" id="{3FFF0B3A-0BBA-5FAA-BE6D-35EA1D0218F0}"/>
              </a:ext>
            </a:extLst>
          </p:cNvPr>
          <p:cNvGraphicFramePr/>
          <p:nvPr>
            <p:extLst>
              <p:ext uri="{D42A27DB-BD31-4B8C-83A1-F6EECF244321}">
                <p14:modId xmlns:p14="http://schemas.microsoft.com/office/powerpoint/2010/main" val="161662401"/>
              </p:ext>
            </p:extLst>
          </p:nvPr>
        </p:nvGraphicFramePr>
        <p:xfrm>
          <a:off x="632085" y="1422195"/>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extBox 13">
            <a:extLst>
              <a:ext uri="{FF2B5EF4-FFF2-40B4-BE49-F238E27FC236}">
                <a16:creationId xmlns:a16="http://schemas.microsoft.com/office/drawing/2014/main" id="{48288AF7-800F-3E7D-7732-4B3DC3D6763E}"/>
              </a:ext>
            </a:extLst>
          </p:cNvPr>
          <p:cNvSpPr txBox="1"/>
          <p:nvPr/>
        </p:nvSpPr>
        <p:spPr>
          <a:xfrm>
            <a:off x="1016000" y="4827600"/>
            <a:ext cx="1642533" cy="369332"/>
          </a:xfrm>
          <a:prstGeom prst="rect">
            <a:avLst/>
          </a:prstGeom>
          <a:noFill/>
        </p:spPr>
        <p:txBody>
          <a:bodyPr wrap="square">
            <a:spAutoFit/>
          </a:bodyPr>
          <a:lstStyle/>
          <a:p>
            <a:r>
              <a:rPr lang="en-IN" sz="1800" b="0">
                <a:solidFill>
                  <a:schemeClr val="tx1"/>
                </a:solidFill>
                <a:effectLst/>
                <a:latin typeface="+mn-lt"/>
              </a:rPr>
              <a:t>Legal Drive (Z:) </a:t>
            </a:r>
            <a:endParaRPr lang="en-IN"/>
          </a:p>
        </p:txBody>
      </p:sp>
      <p:sp>
        <p:nvSpPr>
          <p:cNvPr id="18" name="TextBox 17">
            <a:extLst>
              <a:ext uri="{FF2B5EF4-FFF2-40B4-BE49-F238E27FC236}">
                <a16:creationId xmlns:a16="http://schemas.microsoft.com/office/drawing/2014/main" id="{21B95A4A-BA36-4875-1DAD-A625F59914E4}"/>
              </a:ext>
            </a:extLst>
          </p:cNvPr>
          <p:cNvSpPr txBox="1"/>
          <p:nvPr/>
        </p:nvSpPr>
        <p:spPr>
          <a:xfrm>
            <a:off x="3089013" y="4827600"/>
            <a:ext cx="1847784" cy="369332"/>
          </a:xfrm>
          <a:prstGeom prst="rect">
            <a:avLst/>
          </a:prstGeom>
          <a:noFill/>
        </p:spPr>
        <p:txBody>
          <a:bodyPr wrap="square">
            <a:spAutoFit/>
          </a:bodyPr>
          <a:lstStyle/>
          <a:p>
            <a:r>
              <a:rPr lang="en-IN"/>
              <a:t>Copilot retrieves </a:t>
            </a:r>
          </a:p>
        </p:txBody>
      </p:sp>
      <p:sp>
        <p:nvSpPr>
          <p:cNvPr id="22" name="TextBox 21">
            <a:extLst>
              <a:ext uri="{FF2B5EF4-FFF2-40B4-BE49-F238E27FC236}">
                <a16:creationId xmlns:a16="http://schemas.microsoft.com/office/drawing/2014/main" id="{A316F404-C8A7-46F5-469A-26468DFD21A4}"/>
              </a:ext>
            </a:extLst>
          </p:cNvPr>
          <p:cNvSpPr txBox="1"/>
          <p:nvPr/>
        </p:nvSpPr>
        <p:spPr>
          <a:xfrm>
            <a:off x="5177073" y="4827600"/>
            <a:ext cx="1961060" cy="369332"/>
          </a:xfrm>
          <a:prstGeom prst="rect">
            <a:avLst/>
          </a:prstGeom>
          <a:noFill/>
        </p:spPr>
        <p:txBody>
          <a:bodyPr wrap="square">
            <a:spAutoFit/>
          </a:bodyPr>
          <a:lstStyle/>
          <a:p>
            <a:r>
              <a:rPr lang="en-IN"/>
              <a:t>Copilot generates </a:t>
            </a:r>
          </a:p>
        </p:txBody>
      </p:sp>
      <p:sp>
        <p:nvSpPr>
          <p:cNvPr id="24" name="TextBox 23">
            <a:extLst>
              <a:ext uri="{FF2B5EF4-FFF2-40B4-BE49-F238E27FC236}">
                <a16:creationId xmlns:a16="http://schemas.microsoft.com/office/drawing/2014/main" id="{FBC42E6E-4408-1C5B-3678-E9BCBDDE4358}"/>
              </a:ext>
            </a:extLst>
          </p:cNvPr>
          <p:cNvSpPr txBox="1"/>
          <p:nvPr/>
        </p:nvSpPr>
        <p:spPr>
          <a:xfrm>
            <a:off x="7282064" y="4827600"/>
            <a:ext cx="1961060" cy="369332"/>
          </a:xfrm>
          <a:prstGeom prst="rect">
            <a:avLst/>
          </a:prstGeom>
          <a:noFill/>
        </p:spPr>
        <p:txBody>
          <a:bodyPr wrap="square">
            <a:spAutoFit/>
          </a:bodyPr>
          <a:lstStyle/>
          <a:p>
            <a:r>
              <a:rPr lang="en-IN"/>
              <a:t>Attorney reviews </a:t>
            </a:r>
          </a:p>
        </p:txBody>
      </p:sp>
      <p:sp>
        <p:nvSpPr>
          <p:cNvPr id="26" name="TextBox 25">
            <a:extLst>
              <a:ext uri="{FF2B5EF4-FFF2-40B4-BE49-F238E27FC236}">
                <a16:creationId xmlns:a16="http://schemas.microsoft.com/office/drawing/2014/main" id="{1EF86E71-04D3-E5EF-112C-54FE2D8CF20C}"/>
              </a:ext>
            </a:extLst>
          </p:cNvPr>
          <p:cNvSpPr txBox="1"/>
          <p:nvPr/>
        </p:nvSpPr>
        <p:spPr>
          <a:xfrm>
            <a:off x="9387055" y="4827600"/>
            <a:ext cx="2556774" cy="369332"/>
          </a:xfrm>
          <a:prstGeom prst="rect">
            <a:avLst/>
          </a:prstGeom>
          <a:noFill/>
        </p:spPr>
        <p:txBody>
          <a:bodyPr wrap="square">
            <a:spAutoFit/>
          </a:bodyPr>
          <a:lstStyle/>
          <a:p>
            <a:r>
              <a:rPr lang="en-IN"/>
              <a:t>Work product released</a:t>
            </a:r>
          </a:p>
        </p:txBody>
      </p:sp>
    </p:spTree>
    <p:extLst>
      <p:ext uri="{BB962C8B-B14F-4D97-AF65-F5344CB8AC3E}">
        <p14:creationId xmlns:p14="http://schemas.microsoft.com/office/powerpoint/2010/main" val="277704755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A1F30-7B99-4CE8-5649-0D1E7D40A767}"/>
              </a:ext>
            </a:extLst>
          </p:cNvPr>
          <p:cNvSpPr>
            <a:spLocks noGrp="1"/>
          </p:cNvSpPr>
          <p:nvPr>
            <p:ph type="title"/>
          </p:nvPr>
        </p:nvSpPr>
        <p:spPr>
          <a:xfrm>
            <a:off x="1016000" y="609600"/>
            <a:ext cx="10363200" cy="609600"/>
          </a:xfrm>
        </p:spPr>
        <p:txBody>
          <a:bodyPr vert="horz" lIns="91440" tIns="45720" rIns="91440" bIns="45720" rtlCol="0" anchor="ctr">
            <a:normAutofit/>
          </a:bodyPr>
          <a:lstStyle/>
          <a:p>
            <a:r>
              <a:rPr lang="en-US"/>
              <a:t>Copilot specific risks</a:t>
            </a:r>
          </a:p>
        </p:txBody>
      </p:sp>
      <p:graphicFrame>
        <p:nvGraphicFramePr>
          <p:cNvPr id="41" name="TextBox 6">
            <a:extLst>
              <a:ext uri="{FF2B5EF4-FFF2-40B4-BE49-F238E27FC236}">
                <a16:creationId xmlns:a16="http://schemas.microsoft.com/office/drawing/2014/main" id="{7683526B-1511-7821-964B-E608A81BD7E9}"/>
              </a:ext>
            </a:extLst>
          </p:cNvPr>
          <p:cNvGraphicFramePr/>
          <p:nvPr>
            <p:extLst>
              <p:ext uri="{D42A27DB-BD31-4B8C-83A1-F6EECF244321}">
                <p14:modId xmlns:p14="http://schemas.microsoft.com/office/powerpoint/2010/main" val="4071544701"/>
              </p:ext>
            </p:extLst>
          </p:nvPr>
        </p:nvGraphicFramePr>
        <p:xfrm>
          <a:off x="745656" y="14521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030160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CBD55-CD33-3C1B-4529-AB7F63D4B7BC}"/>
              </a:ext>
            </a:extLst>
          </p:cNvPr>
          <p:cNvSpPr>
            <a:spLocks noGrp="1"/>
          </p:cNvSpPr>
          <p:nvPr>
            <p:ph type="title"/>
          </p:nvPr>
        </p:nvSpPr>
        <p:spPr>
          <a:xfrm>
            <a:off x="1016000" y="609600"/>
            <a:ext cx="10363200" cy="609600"/>
          </a:xfrm>
        </p:spPr>
        <p:txBody>
          <a:bodyPr vert="horz" wrap="square" lIns="91440" tIns="45720" rIns="91440" bIns="45720" rtlCol="0" anchor="ctr">
            <a:normAutofit/>
          </a:bodyPr>
          <a:lstStyle/>
          <a:p>
            <a:r>
              <a:rPr lang="en-US"/>
              <a:t>Copilot specific Human Oversight</a:t>
            </a:r>
          </a:p>
        </p:txBody>
      </p:sp>
      <p:sp>
        <p:nvSpPr>
          <p:cNvPr id="17" name="Slide Number Placeholder 4">
            <a:extLst>
              <a:ext uri="{FF2B5EF4-FFF2-40B4-BE49-F238E27FC236}">
                <a16:creationId xmlns:a16="http://schemas.microsoft.com/office/drawing/2014/main" id="{5C385290-9AF6-2B76-5279-842C7A64A7FF}"/>
              </a:ext>
            </a:extLst>
          </p:cNvPr>
          <p:cNvSpPr>
            <a:spLocks noGrp="1"/>
          </p:cNvSpPr>
          <p:nvPr>
            <p:ph type="sldNum" sz="quarter" idx="10"/>
          </p:nvPr>
        </p:nvSpPr>
        <p:spPr>
          <a:xfrm>
            <a:off x="999277" y="6402467"/>
            <a:ext cx="931124" cy="365125"/>
          </a:xfrm>
        </p:spPr>
        <p:txBody>
          <a:bodyPr/>
          <a:lstStyle/>
          <a:p>
            <a:fld id="{690B04E9-1A21-4C0B-8BF6-104EC9B70106}" type="slidenum">
              <a:rPr lang="en-US" altLang="en-US" smtClean="0"/>
              <a:pPr/>
              <a:t>10</a:t>
            </a:fld>
            <a:endParaRPr lang="en-US" altLang="en-US"/>
          </a:p>
        </p:txBody>
      </p:sp>
      <p:graphicFrame>
        <p:nvGraphicFramePr>
          <p:cNvPr id="6" name="TextBox 3">
            <a:extLst>
              <a:ext uri="{FF2B5EF4-FFF2-40B4-BE49-F238E27FC236}">
                <a16:creationId xmlns:a16="http://schemas.microsoft.com/office/drawing/2014/main" id="{A3E18C47-1F4F-F19A-BAB0-CE432191E2B2}"/>
              </a:ext>
            </a:extLst>
          </p:cNvPr>
          <p:cNvGraphicFramePr/>
          <p:nvPr>
            <p:extLst>
              <p:ext uri="{D42A27DB-BD31-4B8C-83A1-F6EECF244321}">
                <p14:modId xmlns:p14="http://schemas.microsoft.com/office/powerpoint/2010/main" val="1927788195"/>
              </p:ext>
            </p:extLst>
          </p:nvPr>
        </p:nvGraphicFramePr>
        <p:xfrm>
          <a:off x="1330960" y="1219200"/>
          <a:ext cx="973328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886866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FEBC9-88DB-666F-CD81-07E17DAEE948}"/>
              </a:ext>
            </a:extLst>
          </p:cNvPr>
          <p:cNvSpPr>
            <a:spLocks noGrp="1"/>
          </p:cNvSpPr>
          <p:nvPr>
            <p:ph type="title"/>
          </p:nvPr>
        </p:nvSpPr>
        <p:spPr>
          <a:xfrm>
            <a:off x="1016000" y="609600"/>
            <a:ext cx="10363200" cy="609600"/>
          </a:xfrm>
        </p:spPr>
        <p:txBody>
          <a:bodyPr vert="horz" lIns="91440" tIns="45720" rIns="91440" bIns="45720" rtlCol="0" anchor="ctr">
            <a:normAutofit/>
          </a:bodyPr>
          <a:lstStyle/>
          <a:p>
            <a:r>
              <a:rPr lang="en-US"/>
              <a:t>Copilot specific Governance Mapping</a:t>
            </a:r>
          </a:p>
        </p:txBody>
      </p:sp>
      <p:graphicFrame>
        <p:nvGraphicFramePr>
          <p:cNvPr id="23" name="TextBox 4">
            <a:extLst>
              <a:ext uri="{FF2B5EF4-FFF2-40B4-BE49-F238E27FC236}">
                <a16:creationId xmlns:a16="http://schemas.microsoft.com/office/drawing/2014/main" id="{F274CBF5-D4B0-AE73-2254-CAECB9608A12}"/>
              </a:ext>
            </a:extLst>
          </p:cNvPr>
          <p:cNvGraphicFramePr/>
          <p:nvPr>
            <p:extLst>
              <p:ext uri="{D42A27DB-BD31-4B8C-83A1-F6EECF244321}">
                <p14:modId xmlns:p14="http://schemas.microsoft.com/office/powerpoint/2010/main" val="193222326"/>
              </p:ext>
            </p:extLst>
          </p:nvPr>
        </p:nvGraphicFramePr>
        <p:xfrm>
          <a:off x="733685" y="1494513"/>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98291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CA30A-C045-CFA0-97F0-361B6F4713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93A3CB-28AD-AF2F-D8E7-6C3DD414FD05}"/>
              </a:ext>
            </a:extLst>
          </p:cNvPr>
          <p:cNvSpPr>
            <a:spLocks noGrp="1"/>
          </p:cNvSpPr>
          <p:nvPr>
            <p:ph type="title"/>
          </p:nvPr>
        </p:nvSpPr>
        <p:spPr>
          <a:xfrm>
            <a:off x="1016000" y="609600"/>
            <a:ext cx="10363200" cy="609600"/>
          </a:xfrm>
        </p:spPr>
        <p:txBody>
          <a:bodyPr vert="horz" wrap="square" lIns="91440" tIns="45720" rIns="91440" bIns="45720" rtlCol="0" anchor="ctr">
            <a:normAutofit/>
          </a:bodyPr>
          <a:lstStyle/>
          <a:p>
            <a:r>
              <a:rPr lang="en-US"/>
              <a:t>Copilot specific Vendor Risks mapping</a:t>
            </a:r>
          </a:p>
        </p:txBody>
      </p:sp>
      <p:graphicFrame>
        <p:nvGraphicFramePr>
          <p:cNvPr id="4" name="TextBox 5">
            <a:extLst>
              <a:ext uri="{FF2B5EF4-FFF2-40B4-BE49-F238E27FC236}">
                <a16:creationId xmlns:a16="http://schemas.microsoft.com/office/drawing/2014/main" id="{52AF5F75-48A5-6E75-DB34-7E07194C61E6}"/>
              </a:ext>
            </a:extLst>
          </p:cNvPr>
          <p:cNvGraphicFramePr/>
          <p:nvPr>
            <p:extLst>
              <p:ext uri="{D42A27DB-BD31-4B8C-83A1-F6EECF244321}">
                <p14:modId xmlns:p14="http://schemas.microsoft.com/office/powerpoint/2010/main" val="4210601196"/>
              </p:ext>
            </p:extLst>
          </p:nvPr>
        </p:nvGraphicFramePr>
        <p:xfrm>
          <a:off x="863600" y="1425140"/>
          <a:ext cx="9982200" cy="45946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139385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65760" y="182880"/>
            <a:ext cx="8412480" cy="457200"/>
          </a:xfrm>
          <a:prstGeom prst="rect">
            <a:avLst/>
          </a:prstGeom>
          <a:noFill/>
          <a:ln/>
        </p:spPr>
        <p:txBody>
          <a:bodyPr wrap="square" lIns="0" tIns="0" rIns="0" bIns="0" rtlCol="0" anchor="ctr"/>
          <a:lstStyle/>
          <a:p>
            <a:pPr marL="0" indent="0">
              <a:buNone/>
            </a:pPr>
            <a:r>
              <a:rPr lang="en-US" sz="2600" b="1">
                <a:solidFill>
                  <a:srgbClr val="0B2A55"/>
                </a:solidFill>
                <a:latin typeface="Calibri" pitchFamily="34" charset="0"/>
                <a:ea typeface="Calibri" pitchFamily="34" charset="-122"/>
                <a:cs typeface="Calibri" pitchFamily="34" charset="-120"/>
              </a:rPr>
              <a:t>Copilot: From Business Need to Controlled Operation</a:t>
            </a:r>
            <a:endParaRPr lang="en-US" sz="2600"/>
          </a:p>
        </p:txBody>
      </p:sp>
      <p:sp>
        <p:nvSpPr>
          <p:cNvPr id="3" name="Text 1"/>
          <p:cNvSpPr txBox="1"/>
          <p:nvPr/>
        </p:nvSpPr>
        <p:spPr>
          <a:xfrm>
            <a:off x="384048" y="565785"/>
            <a:ext cx="8778240" cy="274320"/>
          </a:xfrm>
          <a:prstGeom prst="rect">
            <a:avLst/>
          </a:prstGeom>
          <a:noFill/>
          <a:ln/>
        </p:spPr>
        <p:txBody>
          <a:bodyPr wrap="square" lIns="0" tIns="0" rIns="0" bIns="0" rtlCol="0" anchor="ctr"/>
          <a:lstStyle/>
          <a:p>
            <a:pPr marL="0" indent="0">
              <a:buNone/>
            </a:pPr>
            <a:r>
              <a:rPr lang="en-US" sz="1200">
                <a:solidFill>
                  <a:srgbClr val="4A5568"/>
                </a:solidFill>
                <a:latin typeface="Calibri" pitchFamily="34" charset="0"/>
                <a:ea typeface="Calibri" pitchFamily="34" charset="-122"/>
                <a:cs typeface="Calibri" pitchFamily="34" charset="-120"/>
              </a:rPr>
              <a:t>How the AI Governance and SSP process takes the Microsoft Copilot legal research use case from idea to approved operation</a:t>
            </a:r>
            <a:endParaRPr lang="en-US" sz="1200"/>
          </a:p>
        </p:txBody>
      </p:sp>
      <p:sp>
        <p:nvSpPr>
          <p:cNvPr id="4" name="Shape 2"/>
          <p:cNvSpPr/>
          <p:nvPr/>
        </p:nvSpPr>
        <p:spPr>
          <a:xfrm>
            <a:off x="9418320" y="182880"/>
            <a:ext cx="2404872" cy="749808"/>
          </a:xfrm>
          <a:prstGeom prst="roundRect">
            <a:avLst>
              <a:gd name="adj" fmla="val 9756"/>
            </a:avLst>
          </a:prstGeom>
          <a:solidFill>
            <a:srgbClr val="E6EDF5"/>
          </a:solidFill>
          <a:ln w="12700">
            <a:solidFill>
              <a:srgbClr val="E6EDF5"/>
            </a:solidFill>
            <a:prstDash val="solid"/>
          </a:ln>
        </p:spPr>
        <p:txBody>
          <a:bodyPr/>
          <a:lstStyle/>
          <a:p>
            <a:endParaRPr lang="en-IN"/>
          </a:p>
        </p:txBody>
      </p:sp>
      <p:sp>
        <p:nvSpPr>
          <p:cNvPr id="5" name="Text 3"/>
          <p:cNvSpPr txBox="1"/>
          <p:nvPr/>
        </p:nvSpPr>
        <p:spPr>
          <a:xfrm>
            <a:off x="9509760" y="219456"/>
            <a:ext cx="2240280" cy="676656"/>
          </a:xfrm>
          <a:prstGeom prst="rect">
            <a:avLst/>
          </a:prstGeom>
          <a:noFill/>
          <a:ln/>
        </p:spPr>
        <p:txBody>
          <a:bodyPr wrap="square" lIns="0" tIns="0" rIns="0" bIns="0" rtlCol="0" anchor="ctr"/>
          <a:lstStyle/>
          <a:p>
            <a:pPr marL="0" indent="0">
              <a:buNone/>
            </a:pPr>
            <a:r>
              <a:rPr lang="en-US" sz="1500" b="1">
                <a:solidFill>
                  <a:srgbClr val="0B2A55"/>
                </a:solidFill>
                <a:latin typeface="Calibri" pitchFamily="34" charset="0"/>
                <a:ea typeface="Calibri" pitchFamily="34" charset="-122"/>
                <a:cs typeface="Calibri" pitchFamily="34" charset="-120"/>
              </a:rPr>
              <a:t>Copilot</a:t>
            </a:r>
            <a:endParaRPr lang="en-US" sz="1500"/>
          </a:p>
          <a:p>
            <a:pPr marL="0" indent="0">
              <a:buNone/>
            </a:pPr>
            <a:r>
              <a:rPr lang="en-US" sz="1000">
                <a:solidFill>
                  <a:srgbClr val="0B2A55"/>
                </a:solidFill>
                <a:latin typeface="Calibri" pitchFamily="34" charset="0"/>
                <a:ea typeface="Calibri" pitchFamily="34" charset="-122"/>
                <a:cs typeface="Calibri" pitchFamily="34" charset="-120"/>
              </a:rPr>
              <a:t>Microsoft Copilot + RAG</a:t>
            </a:r>
            <a:endParaRPr lang="en-US" sz="1500"/>
          </a:p>
          <a:p>
            <a:pPr marL="0" indent="0">
              <a:buNone/>
            </a:pPr>
            <a:r>
              <a:rPr lang="en-US" sz="900">
                <a:solidFill>
                  <a:srgbClr val="4A5568"/>
                </a:solidFill>
                <a:latin typeface="Calibri" pitchFamily="34" charset="0"/>
                <a:ea typeface="Calibri" pitchFamily="34" charset="-122"/>
                <a:cs typeface="Calibri" pitchFamily="34" charset="-120"/>
              </a:rPr>
              <a:t>Retrieve | Synthesize | Accelerate</a:t>
            </a:r>
            <a:endParaRPr lang="en-US" sz="1500"/>
          </a:p>
        </p:txBody>
      </p:sp>
      <p:sp>
        <p:nvSpPr>
          <p:cNvPr id="6" name="Shape 4"/>
          <p:cNvSpPr/>
          <p:nvPr/>
        </p:nvSpPr>
        <p:spPr>
          <a:xfrm>
            <a:off x="365760" y="1097280"/>
            <a:ext cx="1755648" cy="2880360"/>
          </a:xfrm>
          <a:prstGeom prst="roundRect">
            <a:avLst>
              <a:gd name="adj" fmla="val 4167"/>
            </a:avLst>
          </a:prstGeom>
          <a:solidFill>
            <a:srgbClr val="E8F0FB"/>
          </a:solidFill>
          <a:ln w="12700">
            <a:solidFill>
              <a:srgbClr val="E8F0FB"/>
            </a:solidFill>
            <a:prstDash val="solid"/>
          </a:ln>
        </p:spPr>
        <p:txBody>
          <a:bodyPr/>
          <a:lstStyle/>
          <a:p>
            <a:endParaRPr lang="en-IN"/>
          </a:p>
        </p:txBody>
      </p:sp>
      <p:sp>
        <p:nvSpPr>
          <p:cNvPr id="7" name="Shape 5"/>
          <p:cNvSpPr/>
          <p:nvPr/>
        </p:nvSpPr>
        <p:spPr>
          <a:xfrm>
            <a:off x="457200" y="1207008"/>
            <a:ext cx="384048" cy="384048"/>
          </a:xfrm>
          <a:prstGeom prst="ellipse">
            <a:avLst/>
          </a:prstGeom>
          <a:solidFill>
            <a:srgbClr val="1F4FA3"/>
          </a:solidFill>
          <a:ln w="12700">
            <a:solidFill>
              <a:srgbClr val="1F4FA3"/>
            </a:solidFill>
            <a:prstDash val="solid"/>
          </a:ln>
        </p:spPr>
        <p:txBody>
          <a:bodyPr/>
          <a:lstStyle/>
          <a:p>
            <a:endParaRPr lang="en-IN"/>
          </a:p>
        </p:txBody>
      </p:sp>
      <p:sp>
        <p:nvSpPr>
          <p:cNvPr id="8" name="Text 6"/>
          <p:cNvSpPr txBox="1"/>
          <p:nvPr/>
        </p:nvSpPr>
        <p:spPr>
          <a:xfrm>
            <a:off x="457200" y="1207008"/>
            <a:ext cx="384048" cy="384048"/>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1</a:t>
            </a:r>
            <a:endParaRPr lang="en-US" sz="1600"/>
          </a:p>
        </p:txBody>
      </p:sp>
      <p:sp>
        <p:nvSpPr>
          <p:cNvPr id="9" name="Text 7"/>
          <p:cNvSpPr txBox="1"/>
          <p:nvPr/>
        </p:nvSpPr>
        <p:spPr>
          <a:xfrm>
            <a:off x="896112" y="1170432"/>
            <a:ext cx="1179576" cy="457200"/>
          </a:xfrm>
          <a:prstGeom prst="rect">
            <a:avLst/>
          </a:prstGeom>
          <a:noFill/>
          <a:ln/>
        </p:spPr>
        <p:txBody>
          <a:bodyPr wrap="square" lIns="0" tIns="0" rIns="0" bIns="0" rtlCol="0" anchor="ctr"/>
          <a:lstStyle/>
          <a:p>
            <a:pPr marL="0" indent="0">
              <a:buNone/>
            </a:pPr>
            <a:r>
              <a:rPr lang="en-US" sz="1150" b="1">
                <a:solidFill>
                  <a:srgbClr val="1F4FA3"/>
                </a:solidFill>
                <a:latin typeface="Calibri" pitchFamily="34" charset="0"/>
                <a:ea typeface="Calibri" pitchFamily="34" charset="-122"/>
                <a:cs typeface="Calibri" pitchFamily="34" charset="-120"/>
              </a:rPr>
              <a:t>Identify the Use Case</a:t>
            </a:r>
            <a:endParaRPr lang="en-US" sz="1150"/>
          </a:p>
        </p:txBody>
      </p:sp>
      <p:sp>
        <p:nvSpPr>
          <p:cNvPr id="10" name="Text 8"/>
          <p:cNvSpPr txBox="1"/>
          <p:nvPr/>
        </p:nvSpPr>
        <p:spPr>
          <a:xfrm>
            <a:off x="457200" y="1645920"/>
            <a:ext cx="1572768" cy="292608"/>
          </a:xfrm>
          <a:prstGeom prst="rect">
            <a:avLst/>
          </a:prstGeom>
          <a:noFill/>
          <a:ln/>
        </p:spPr>
        <p:txBody>
          <a:bodyPr wrap="square" lIns="0" tIns="0" rIns="0" bIns="0" rtlCol="0" anchor="t"/>
          <a:lstStyle/>
          <a:p>
            <a:pPr marL="0" indent="0">
              <a:buNone/>
            </a:pPr>
            <a:r>
              <a:rPr lang="en-US" sz="900" i="1">
                <a:solidFill>
                  <a:srgbClr val="4A5568"/>
                </a:solidFill>
                <a:latin typeface="Calibri" pitchFamily="34" charset="0"/>
                <a:ea typeface="Calibri" pitchFamily="34" charset="-122"/>
                <a:cs typeface="Calibri" pitchFamily="34" charset="-120"/>
              </a:rPr>
              <a:t>Business need and intake</a:t>
            </a:r>
            <a:endParaRPr lang="en-US" sz="900"/>
          </a:p>
        </p:txBody>
      </p:sp>
      <p:sp>
        <p:nvSpPr>
          <p:cNvPr id="11" name="Text 9"/>
          <p:cNvSpPr txBox="1"/>
          <p:nvPr/>
        </p:nvSpPr>
        <p:spPr>
          <a:xfrm>
            <a:off x="457200" y="1965960"/>
            <a:ext cx="1572768" cy="1371600"/>
          </a:xfrm>
          <a:prstGeom prst="rect">
            <a:avLst/>
          </a:prstGeom>
          <a:noFill/>
          <a:ln/>
        </p:spPr>
        <p:txBody>
          <a:bodyPr wrap="square" lIns="0" tIns="0" rIns="0" bIns="0" rtlCol="0" anchor="t"/>
          <a:lstStyle/>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Legal research is manual and time-consuming</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Business outcome and use case defined</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Proposed tech: Copilot + RAG over the legal drive</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Owners named: business, legal, tech, governance</a:t>
            </a:r>
            <a:endParaRPr lang="en-US" sz="900"/>
          </a:p>
        </p:txBody>
      </p:sp>
      <p:sp>
        <p:nvSpPr>
          <p:cNvPr id="12" name="Shape 10"/>
          <p:cNvSpPr/>
          <p:nvPr/>
        </p:nvSpPr>
        <p:spPr>
          <a:xfrm>
            <a:off x="438912" y="3383280"/>
            <a:ext cx="1609344" cy="521208"/>
          </a:xfrm>
          <a:prstGeom prst="roundRect">
            <a:avLst>
              <a:gd name="adj" fmla="val 8772"/>
            </a:avLst>
          </a:prstGeom>
          <a:solidFill>
            <a:srgbClr val="FFFFFF"/>
          </a:solidFill>
          <a:ln w="12700">
            <a:solidFill>
              <a:srgbClr val="FFFFFF"/>
            </a:solidFill>
            <a:prstDash val="solid"/>
          </a:ln>
        </p:spPr>
        <p:txBody>
          <a:bodyPr/>
          <a:lstStyle/>
          <a:p>
            <a:endParaRPr lang="en-IN"/>
          </a:p>
        </p:txBody>
      </p:sp>
      <p:sp>
        <p:nvSpPr>
          <p:cNvPr id="13" name="Text 11"/>
          <p:cNvSpPr txBox="1"/>
          <p:nvPr/>
        </p:nvSpPr>
        <p:spPr>
          <a:xfrm>
            <a:off x="484632" y="3401568"/>
            <a:ext cx="1517904" cy="484632"/>
          </a:xfrm>
          <a:prstGeom prst="rect">
            <a:avLst/>
          </a:prstGeom>
          <a:noFill/>
          <a:ln/>
        </p:spPr>
        <p:txBody>
          <a:bodyPr wrap="square" lIns="0" tIns="0" rIns="0" bIns="0" rtlCol="0" anchor="ctr"/>
          <a:lstStyle/>
          <a:p>
            <a:pPr marL="0" indent="0">
              <a:buNone/>
            </a:pPr>
            <a:r>
              <a:rPr lang="en-US" sz="800" b="1">
                <a:solidFill>
                  <a:srgbClr val="1F4FA3"/>
                </a:solidFill>
                <a:latin typeface="Calibri" pitchFamily="34" charset="0"/>
                <a:ea typeface="Calibri" pitchFamily="34" charset="-122"/>
                <a:cs typeface="Calibri" pitchFamily="34" charset="-120"/>
              </a:rPr>
              <a:t>Artifacts: </a:t>
            </a:r>
            <a:r>
              <a:rPr lang="en-US" sz="800">
                <a:solidFill>
                  <a:srgbClr val="1A202C"/>
                </a:solidFill>
                <a:latin typeface="Calibri" pitchFamily="34" charset="0"/>
                <a:ea typeface="Calibri" pitchFamily="34" charset="-122"/>
                <a:cs typeface="Calibri" pitchFamily="34" charset="-120"/>
              </a:rPr>
              <a:t>AI Intake / Inventory; Use-Case &amp; Process Map</a:t>
            </a:r>
            <a:endParaRPr lang="en-US" sz="800"/>
          </a:p>
        </p:txBody>
      </p:sp>
      <p:sp>
        <p:nvSpPr>
          <p:cNvPr id="14" name="Shape 12"/>
          <p:cNvSpPr/>
          <p:nvPr/>
        </p:nvSpPr>
        <p:spPr>
          <a:xfrm>
            <a:off x="2139696" y="1280160"/>
            <a:ext cx="146304" cy="237744"/>
          </a:xfrm>
          <a:prstGeom prst="rightArrow">
            <a:avLst/>
          </a:prstGeom>
          <a:solidFill>
            <a:srgbClr val="8A97AB"/>
          </a:solidFill>
          <a:ln w="12700">
            <a:solidFill>
              <a:srgbClr val="8A97AB"/>
            </a:solidFill>
            <a:prstDash val="solid"/>
          </a:ln>
        </p:spPr>
        <p:txBody>
          <a:bodyPr/>
          <a:lstStyle/>
          <a:p>
            <a:endParaRPr lang="en-IN"/>
          </a:p>
        </p:txBody>
      </p:sp>
      <p:sp>
        <p:nvSpPr>
          <p:cNvPr id="15" name="Shape 13"/>
          <p:cNvSpPr/>
          <p:nvPr/>
        </p:nvSpPr>
        <p:spPr>
          <a:xfrm>
            <a:off x="2304288" y="1097280"/>
            <a:ext cx="1755648" cy="2880360"/>
          </a:xfrm>
          <a:prstGeom prst="roundRect">
            <a:avLst>
              <a:gd name="adj" fmla="val 4167"/>
            </a:avLst>
          </a:prstGeom>
          <a:solidFill>
            <a:srgbClr val="E9F6EC"/>
          </a:solidFill>
          <a:ln w="12700">
            <a:solidFill>
              <a:srgbClr val="E9F6EC"/>
            </a:solidFill>
            <a:prstDash val="solid"/>
          </a:ln>
        </p:spPr>
        <p:txBody>
          <a:bodyPr/>
          <a:lstStyle/>
          <a:p>
            <a:endParaRPr lang="en-IN"/>
          </a:p>
        </p:txBody>
      </p:sp>
      <p:sp>
        <p:nvSpPr>
          <p:cNvPr id="16" name="Shape 14"/>
          <p:cNvSpPr/>
          <p:nvPr/>
        </p:nvSpPr>
        <p:spPr>
          <a:xfrm>
            <a:off x="2395728" y="1207008"/>
            <a:ext cx="384048" cy="384048"/>
          </a:xfrm>
          <a:prstGeom prst="ellipse">
            <a:avLst/>
          </a:prstGeom>
          <a:solidFill>
            <a:srgbClr val="2E8B47"/>
          </a:solidFill>
          <a:ln w="12700">
            <a:solidFill>
              <a:srgbClr val="2E8B47"/>
            </a:solidFill>
            <a:prstDash val="solid"/>
          </a:ln>
        </p:spPr>
        <p:txBody>
          <a:bodyPr/>
          <a:lstStyle/>
          <a:p>
            <a:endParaRPr lang="en-IN"/>
          </a:p>
        </p:txBody>
      </p:sp>
      <p:sp>
        <p:nvSpPr>
          <p:cNvPr id="17" name="Text 15"/>
          <p:cNvSpPr txBox="1"/>
          <p:nvPr/>
        </p:nvSpPr>
        <p:spPr>
          <a:xfrm>
            <a:off x="2395728" y="1207008"/>
            <a:ext cx="384048" cy="384048"/>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2</a:t>
            </a:r>
            <a:endParaRPr lang="en-US" sz="1600"/>
          </a:p>
        </p:txBody>
      </p:sp>
      <p:sp>
        <p:nvSpPr>
          <p:cNvPr id="18" name="Text 16"/>
          <p:cNvSpPr txBox="1"/>
          <p:nvPr/>
        </p:nvSpPr>
        <p:spPr>
          <a:xfrm>
            <a:off x="2834640" y="1170432"/>
            <a:ext cx="1179576" cy="457200"/>
          </a:xfrm>
          <a:prstGeom prst="rect">
            <a:avLst/>
          </a:prstGeom>
          <a:noFill/>
          <a:ln/>
        </p:spPr>
        <p:txBody>
          <a:bodyPr wrap="square" lIns="0" tIns="0" rIns="0" bIns="0" rtlCol="0" anchor="ctr"/>
          <a:lstStyle/>
          <a:p>
            <a:pPr marL="0" indent="0">
              <a:buNone/>
            </a:pPr>
            <a:r>
              <a:rPr lang="en-US" sz="1150" b="1">
                <a:solidFill>
                  <a:srgbClr val="2E8B47"/>
                </a:solidFill>
                <a:latin typeface="Calibri" pitchFamily="34" charset="0"/>
                <a:ea typeface="Calibri" pitchFamily="34" charset="-122"/>
                <a:cs typeface="Calibri" pitchFamily="34" charset="-120"/>
              </a:rPr>
              <a:t>Assess &amp; Prioritize</a:t>
            </a:r>
            <a:endParaRPr lang="en-US" sz="1150"/>
          </a:p>
        </p:txBody>
      </p:sp>
      <p:sp>
        <p:nvSpPr>
          <p:cNvPr id="19" name="Text 17"/>
          <p:cNvSpPr txBox="1"/>
          <p:nvPr/>
        </p:nvSpPr>
        <p:spPr>
          <a:xfrm>
            <a:off x="2395728" y="1645920"/>
            <a:ext cx="1572768" cy="292608"/>
          </a:xfrm>
          <a:prstGeom prst="rect">
            <a:avLst/>
          </a:prstGeom>
          <a:noFill/>
          <a:ln/>
        </p:spPr>
        <p:txBody>
          <a:bodyPr wrap="square" lIns="0" tIns="0" rIns="0" bIns="0" rtlCol="0" anchor="t"/>
          <a:lstStyle/>
          <a:p>
            <a:pPr marL="0" indent="0">
              <a:buNone/>
            </a:pPr>
            <a:r>
              <a:rPr lang="en-US" sz="900" i="1">
                <a:solidFill>
                  <a:srgbClr val="4A5568"/>
                </a:solidFill>
                <a:latin typeface="Calibri" pitchFamily="34" charset="0"/>
                <a:ea typeface="Calibri" pitchFamily="34" charset="-122"/>
                <a:cs typeface="Calibri" pitchFamily="34" charset="-120"/>
              </a:rPr>
              <a:t>Risk tier, scope and path</a:t>
            </a:r>
            <a:endParaRPr lang="en-US" sz="900"/>
          </a:p>
        </p:txBody>
      </p:sp>
      <p:sp>
        <p:nvSpPr>
          <p:cNvPr id="20" name="Text 18"/>
          <p:cNvSpPr txBox="1"/>
          <p:nvPr/>
        </p:nvSpPr>
        <p:spPr>
          <a:xfrm>
            <a:off x="2395728" y="1965960"/>
            <a:ext cx="1572768" cy="1371600"/>
          </a:xfrm>
          <a:prstGeom prst="rect">
            <a:avLst/>
          </a:prstGeom>
          <a:noFill/>
          <a:ln/>
        </p:spPr>
        <p:txBody>
          <a:bodyPr wrap="square" lIns="0" tIns="0" rIns="0" bIns="0" rtlCol="0" anchor="t"/>
          <a:lstStyle/>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Initial assessment: Tier 3 (proposed), score 27/100</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Validate risk tier and mandatory gates</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Identify key risk factors</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Choose path: Standard or AI COE deep dive</a:t>
            </a:r>
            <a:endParaRPr lang="en-US" sz="900"/>
          </a:p>
        </p:txBody>
      </p:sp>
      <p:sp>
        <p:nvSpPr>
          <p:cNvPr id="21" name="Shape 19"/>
          <p:cNvSpPr/>
          <p:nvPr/>
        </p:nvSpPr>
        <p:spPr>
          <a:xfrm>
            <a:off x="2377440" y="3383280"/>
            <a:ext cx="1609344" cy="521208"/>
          </a:xfrm>
          <a:prstGeom prst="roundRect">
            <a:avLst>
              <a:gd name="adj" fmla="val 8772"/>
            </a:avLst>
          </a:prstGeom>
          <a:solidFill>
            <a:srgbClr val="FFFFFF"/>
          </a:solidFill>
          <a:ln w="12700">
            <a:solidFill>
              <a:srgbClr val="FFFFFF"/>
            </a:solidFill>
            <a:prstDash val="solid"/>
          </a:ln>
        </p:spPr>
        <p:txBody>
          <a:bodyPr/>
          <a:lstStyle/>
          <a:p>
            <a:endParaRPr lang="en-IN"/>
          </a:p>
        </p:txBody>
      </p:sp>
      <p:sp>
        <p:nvSpPr>
          <p:cNvPr id="22" name="Text 20"/>
          <p:cNvSpPr txBox="1"/>
          <p:nvPr/>
        </p:nvSpPr>
        <p:spPr>
          <a:xfrm>
            <a:off x="2423160" y="3401568"/>
            <a:ext cx="1517904" cy="484632"/>
          </a:xfrm>
          <a:prstGeom prst="rect">
            <a:avLst/>
          </a:prstGeom>
          <a:noFill/>
          <a:ln/>
        </p:spPr>
        <p:txBody>
          <a:bodyPr wrap="square" lIns="0" tIns="0" rIns="0" bIns="0" rtlCol="0" anchor="ctr"/>
          <a:lstStyle/>
          <a:p>
            <a:pPr marL="0" indent="0">
              <a:buNone/>
            </a:pPr>
            <a:r>
              <a:rPr lang="en-US" sz="800" b="1">
                <a:solidFill>
                  <a:srgbClr val="2E8B47"/>
                </a:solidFill>
                <a:latin typeface="Calibri" pitchFamily="34" charset="0"/>
                <a:ea typeface="Calibri" pitchFamily="34" charset="-122"/>
                <a:cs typeface="Calibri" pitchFamily="34" charset="-120"/>
              </a:rPr>
              <a:t>Artifacts: </a:t>
            </a:r>
            <a:r>
              <a:rPr lang="en-US" sz="800">
                <a:solidFill>
                  <a:srgbClr val="1A202C"/>
                </a:solidFill>
                <a:latin typeface="Calibri" pitchFamily="34" charset="0"/>
                <a:ea typeface="Calibri" pitchFamily="34" charset="-122"/>
                <a:cs typeface="Calibri" pitchFamily="34" charset="-120"/>
              </a:rPr>
              <a:t>AI Risk Register</a:t>
            </a:r>
            <a:endParaRPr lang="en-US" sz="800"/>
          </a:p>
        </p:txBody>
      </p:sp>
      <p:sp>
        <p:nvSpPr>
          <p:cNvPr id="23" name="Shape 21"/>
          <p:cNvSpPr/>
          <p:nvPr/>
        </p:nvSpPr>
        <p:spPr>
          <a:xfrm>
            <a:off x="4078224" y="1280160"/>
            <a:ext cx="146304" cy="237744"/>
          </a:xfrm>
          <a:prstGeom prst="rightArrow">
            <a:avLst/>
          </a:prstGeom>
          <a:solidFill>
            <a:srgbClr val="8A97AB"/>
          </a:solidFill>
          <a:ln w="12700">
            <a:solidFill>
              <a:srgbClr val="8A97AB"/>
            </a:solidFill>
            <a:prstDash val="solid"/>
          </a:ln>
        </p:spPr>
        <p:txBody>
          <a:bodyPr/>
          <a:lstStyle/>
          <a:p>
            <a:endParaRPr lang="en-IN"/>
          </a:p>
        </p:txBody>
      </p:sp>
      <p:sp>
        <p:nvSpPr>
          <p:cNvPr id="24" name="Shape 22"/>
          <p:cNvSpPr/>
          <p:nvPr/>
        </p:nvSpPr>
        <p:spPr>
          <a:xfrm>
            <a:off x="4242816" y="1097280"/>
            <a:ext cx="1755648" cy="2880360"/>
          </a:xfrm>
          <a:prstGeom prst="roundRect">
            <a:avLst>
              <a:gd name="adj" fmla="val 4167"/>
            </a:avLst>
          </a:prstGeom>
          <a:solidFill>
            <a:srgbClr val="EFE9FA"/>
          </a:solidFill>
          <a:ln w="12700">
            <a:solidFill>
              <a:srgbClr val="EFE9FA"/>
            </a:solidFill>
            <a:prstDash val="solid"/>
          </a:ln>
        </p:spPr>
        <p:txBody>
          <a:bodyPr/>
          <a:lstStyle/>
          <a:p>
            <a:endParaRPr lang="en-IN"/>
          </a:p>
        </p:txBody>
      </p:sp>
      <p:sp>
        <p:nvSpPr>
          <p:cNvPr id="25" name="Shape 23"/>
          <p:cNvSpPr/>
          <p:nvPr/>
        </p:nvSpPr>
        <p:spPr>
          <a:xfrm>
            <a:off x="4334256" y="1207008"/>
            <a:ext cx="384048" cy="384048"/>
          </a:xfrm>
          <a:prstGeom prst="ellipse">
            <a:avLst/>
          </a:prstGeom>
          <a:solidFill>
            <a:srgbClr val="6B3FBF"/>
          </a:solidFill>
          <a:ln w="12700">
            <a:solidFill>
              <a:srgbClr val="6B3FBF"/>
            </a:solidFill>
            <a:prstDash val="solid"/>
          </a:ln>
        </p:spPr>
        <p:txBody>
          <a:bodyPr/>
          <a:lstStyle/>
          <a:p>
            <a:endParaRPr lang="en-IN"/>
          </a:p>
        </p:txBody>
      </p:sp>
      <p:sp>
        <p:nvSpPr>
          <p:cNvPr id="26" name="Text 24"/>
          <p:cNvSpPr txBox="1"/>
          <p:nvPr/>
        </p:nvSpPr>
        <p:spPr>
          <a:xfrm>
            <a:off x="4334256" y="1207008"/>
            <a:ext cx="384048" cy="384048"/>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3</a:t>
            </a:r>
            <a:endParaRPr lang="en-US" sz="1600"/>
          </a:p>
        </p:txBody>
      </p:sp>
      <p:sp>
        <p:nvSpPr>
          <p:cNvPr id="27" name="Text 25"/>
          <p:cNvSpPr txBox="1"/>
          <p:nvPr/>
        </p:nvSpPr>
        <p:spPr>
          <a:xfrm>
            <a:off x="4773168" y="1170432"/>
            <a:ext cx="1179576" cy="457200"/>
          </a:xfrm>
          <a:prstGeom prst="rect">
            <a:avLst/>
          </a:prstGeom>
          <a:noFill/>
          <a:ln/>
        </p:spPr>
        <p:txBody>
          <a:bodyPr wrap="square" lIns="0" tIns="0" rIns="0" bIns="0" rtlCol="0" anchor="ctr"/>
          <a:lstStyle/>
          <a:p>
            <a:pPr marL="0" indent="0">
              <a:buNone/>
            </a:pPr>
            <a:r>
              <a:rPr lang="en-US" sz="1150" b="1">
                <a:solidFill>
                  <a:srgbClr val="6B3FBF"/>
                </a:solidFill>
                <a:latin typeface="Calibri" pitchFamily="34" charset="0"/>
                <a:ea typeface="Calibri" pitchFamily="34" charset="-122"/>
                <a:cs typeface="Calibri" pitchFamily="34" charset="-120"/>
              </a:rPr>
              <a:t>Complete the SSP</a:t>
            </a:r>
            <a:endParaRPr lang="en-US" sz="1150"/>
          </a:p>
        </p:txBody>
      </p:sp>
      <p:sp>
        <p:nvSpPr>
          <p:cNvPr id="28" name="Text 26"/>
          <p:cNvSpPr txBox="1"/>
          <p:nvPr/>
        </p:nvSpPr>
        <p:spPr>
          <a:xfrm>
            <a:off x="4334256" y="1645920"/>
            <a:ext cx="1572768" cy="292608"/>
          </a:xfrm>
          <a:prstGeom prst="rect">
            <a:avLst/>
          </a:prstGeom>
          <a:noFill/>
          <a:ln/>
        </p:spPr>
        <p:txBody>
          <a:bodyPr wrap="square" lIns="0" tIns="0" rIns="0" bIns="0" rtlCol="0" anchor="t"/>
          <a:lstStyle/>
          <a:p>
            <a:pPr marL="0" indent="0">
              <a:buNone/>
            </a:pPr>
            <a:r>
              <a:rPr lang="en-US" sz="900" i="1">
                <a:solidFill>
                  <a:srgbClr val="4A5568"/>
                </a:solidFill>
                <a:latin typeface="Calibri" pitchFamily="34" charset="0"/>
                <a:ea typeface="Calibri" pitchFamily="34" charset="-122"/>
                <a:cs typeface="Calibri" pitchFamily="34" charset="-120"/>
              </a:rPr>
              <a:t>Security, safety, privacy, architecture</a:t>
            </a:r>
            <a:endParaRPr lang="en-US" sz="900"/>
          </a:p>
        </p:txBody>
      </p:sp>
      <p:sp>
        <p:nvSpPr>
          <p:cNvPr id="29" name="Text 27"/>
          <p:cNvSpPr txBox="1"/>
          <p:nvPr/>
        </p:nvSpPr>
        <p:spPr>
          <a:xfrm>
            <a:off x="4334256" y="1965960"/>
            <a:ext cx="1572768" cy="1371600"/>
          </a:xfrm>
          <a:prstGeom prst="rect">
            <a:avLst/>
          </a:prstGeom>
          <a:noFill/>
          <a:ln/>
        </p:spPr>
        <p:txBody>
          <a:bodyPr wrap="square" lIns="0" tIns="0" rIns="0" bIns="0" rtlCol="0" anchor="t"/>
          <a:lstStyle/>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Examine how Copilot really works, from legal drive to attorney review</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Four lenses, detailed below</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Produces requirements, evidence plan, gaps, residual risks</a:t>
            </a:r>
            <a:endParaRPr lang="en-US" sz="900"/>
          </a:p>
        </p:txBody>
      </p:sp>
      <p:sp>
        <p:nvSpPr>
          <p:cNvPr id="30" name="Shape 28"/>
          <p:cNvSpPr/>
          <p:nvPr/>
        </p:nvSpPr>
        <p:spPr>
          <a:xfrm>
            <a:off x="4315968" y="3383280"/>
            <a:ext cx="1609344" cy="521208"/>
          </a:xfrm>
          <a:prstGeom prst="roundRect">
            <a:avLst>
              <a:gd name="adj" fmla="val 8772"/>
            </a:avLst>
          </a:prstGeom>
          <a:solidFill>
            <a:srgbClr val="FFFFFF"/>
          </a:solidFill>
          <a:ln w="12700">
            <a:solidFill>
              <a:srgbClr val="FFFFFF"/>
            </a:solidFill>
            <a:prstDash val="solid"/>
          </a:ln>
        </p:spPr>
        <p:txBody>
          <a:bodyPr/>
          <a:lstStyle/>
          <a:p>
            <a:endParaRPr lang="en-IN"/>
          </a:p>
        </p:txBody>
      </p:sp>
      <p:sp>
        <p:nvSpPr>
          <p:cNvPr id="31" name="Text 29"/>
          <p:cNvSpPr txBox="1"/>
          <p:nvPr/>
        </p:nvSpPr>
        <p:spPr>
          <a:xfrm>
            <a:off x="4361688" y="3401568"/>
            <a:ext cx="1517904" cy="484632"/>
          </a:xfrm>
          <a:prstGeom prst="rect">
            <a:avLst/>
          </a:prstGeom>
          <a:noFill/>
          <a:ln/>
        </p:spPr>
        <p:txBody>
          <a:bodyPr wrap="square" lIns="0" tIns="0" rIns="0" bIns="0" rtlCol="0" anchor="ctr"/>
          <a:lstStyle/>
          <a:p>
            <a:pPr marL="0" indent="0">
              <a:buNone/>
            </a:pPr>
            <a:r>
              <a:rPr lang="en-US" sz="800" b="1">
                <a:solidFill>
                  <a:srgbClr val="6B3FBF"/>
                </a:solidFill>
                <a:latin typeface="Calibri" pitchFamily="34" charset="0"/>
                <a:ea typeface="Calibri" pitchFamily="34" charset="-122"/>
                <a:cs typeface="Calibri" pitchFamily="34" charset="-120"/>
              </a:rPr>
              <a:t>Artifacts: </a:t>
            </a:r>
            <a:r>
              <a:rPr lang="en-US" sz="800">
                <a:solidFill>
                  <a:srgbClr val="1A202C"/>
                </a:solidFill>
                <a:latin typeface="Calibri" pitchFamily="34" charset="0"/>
                <a:ea typeface="Calibri" pitchFamily="34" charset="-122"/>
                <a:cs typeface="Calibri" pitchFamily="34" charset="-120"/>
              </a:rPr>
              <a:t>Security Assessment / SSP; Safety Assessment; Privacy Assessment</a:t>
            </a:r>
            <a:endParaRPr lang="en-US" sz="800"/>
          </a:p>
        </p:txBody>
      </p:sp>
      <p:sp>
        <p:nvSpPr>
          <p:cNvPr id="32" name="Shape 30"/>
          <p:cNvSpPr/>
          <p:nvPr/>
        </p:nvSpPr>
        <p:spPr>
          <a:xfrm>
            <a:off x="6016752" y="1280160"/>
            <a:ext cx="146304" cy="237744"/>
          </a:xfrm>
          <a:prstGeom prst="rightArrow">
            <a:avLst/>
          </a:prstGeom>
          <a:solidFill>
            <a:srgbClr val="8A97AB"/>
          </a:solidFill>
          <a:ln w="12700">
            <a:solidFill>
              <a:srgbClr val="8A97AB"/>
            </a:solidFill>
            <a:prstDash val="solid"/>
          </a:ln>
        </p:spPr>
        <p:txBody>
          <a:bodyPr/>
          <a:lstStyle/>
          <a:p>
            <a:endParaRPr lang="en-IN"/>
          </a:p>
        </p:txBody>
      </p:sp>
      <p:sp>
        <p:nvSpPr>
          <p:cNvPr id="33" name="Shape 31"/>
          <p:cNvSpPr/>
          <p:nvPr/>
        </p:nvSpPr>
        <p:spPr>
          <a:xfrm>
            <a:off x="6181344" y="1097280"/>
            <a:ext cx="1755648" cy="2880360"/>
          </a:xfrm>
          <a:prstGeom prst="roundRect">
            <a:avLst>
              <a:gd name="adj" fmla="val 4167"/>
            </a:avLst>
          </a:prstGeom>
          <a:solidFill>
            <a:srgbClr val="E3F4F4"/>
          </a:solidFill>
          <a:ln w="12700">
            <a:solidFill>
              <a:srgbClr val="E3F4F4"/>
            </a:solidFill>
            <a:prstDash val="solid"/>
          </a:ln>
        </p:spPr>
        <p:txBody>
          <a:bodyPr/>
          <a:lstStyle/>
          <a:p>
            <a:endParaRPr lang="en-IN"/>
          </a:p>
        </p:txBody>
      </p:sp>
      <p:sp>
        <p:nvSpPr>
          <p:cNvPr id="34" name="Shape 32"/>
          <p:cNvSpPr/>
          <p:nvPr/>
        </p:nvSpPr>
        <p:spPr>
          <a:xfrm>
            <a:off x="6272784" y="1207008"/>
            <a:ext cx="384048" cy="384048"/>
          </a:xfrm>
          <a:prstGeom prst="ellipse">
            <a:avLst/>
          </a:prstGeom>
          <a:solidFill>
            <a:srgbClr val="0E8080"/>
          </a:solidFill>
          <a:ln w="12700">
            <a:solidFill>
              <a:srgbClr val="0E8080"/>
            </a:solidFill>
            <a:prstDash val="solid"/>
          </a:ln>
        </p:spPr>
        <p:txBody>
          <a:bodyPr/>
          <a:lstStyle/>
          <a:p>
            <a:endParaRPr lang="en-IN"/>
          </a:p>
        </p:txBody>
      </p:sp>
      <p:sp>
        <p:nvSpPr>
          <p:cNvPr id="35" name="Text 33"/>
          <p:cNvSpPr txBox="1"/>
          <p:nvPr/>
        </p:nvSpPr>
        <p:spPr>
          <a:xfrm>
            <a:off x="6272784" y="1207008"/>
            <a:ext cx="384048" cy="384048"/>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4</a:t>
            </a:r>
            <a:endParaRPr lang="en-US" sz="1600"/>
          </a:p>
        </p:txBody>
      </p:sp>
      <p:sp>
        <p:nvSpPr>
          <p:cNvPr id="36" name="Text 34"/>
          <p:cNvSpPr txBox="1"/>
          <p:nvPr/>
        </p:nvSpPr>
        <p:spPr>
          <a:xfrm>
            <a:off x="6711696" y="1170432"/>
            <a:ext cx="1179576" cy="457200"/>
          </a:xfrm>
          <a:prstGeom prst="rect">
            <a:avLst/>
          </a:prstGeom>
          <a:noFill/>
          <a:ln/>
        </p:spPr>
        <p:txBody>
          <a:bodyPr wrap="square" lIns="0" tIns="0" rIns="0" bIns="0" rtlCol="0" anchor="ctr"/>
          <a:lstStyle/>
          <a:p>
            <a:pPr marL="0" indent="0">
              <a:buNone/>
            </a:pPr>
            <a:r>
              <a:rPr lang="en-US" sz="1150" b="1">
                <a:solidFill>
                  <a:srgbClr val="0E8080"/>
                </a:solidFill>
                <a:latin typeface="Calibri" pitchFamily="34" charset="0"/>
                <a:ea typeface="Calibri" pitchFamily="34" charset="-122"/>
                <a:cs typeface="Calibri" pitchFamily="34" charset="-120"/>
              </a:rPr>
              <a:t>Address Findings &amp; Prove</a:t>
            </a:r>
            <a:endParaRPr lang="en-US" sz="1150"/>
          </a:p>
        </p:txBody>
      </p:sp>
      <p:sp>
        <p:nvSpPr>
          <p:cNvPr id="37" name="Text 35"/>
          <p:cNvSpPr txBox="1"/>
          <p:nvPr/>
        </p:nvSpPr>
        <p:spPr>
          <a:xfrm>
            <a:off x="6272784" y="1645920"/>
            <a:ext cx="1572768" cy="292608"/>
          </a:xfrm>
          <a:prstGeom prst="rect">
            <a:avLst/>
          </a:prstGeom>
          <a:noFill/>
          <a:ln/>
        </p:spPr>
        <p:txBody>
          <a:bodyPr wrap="square" lIns="0" tIns="0" rIns="0" bIns="0" rtlCol="0" anchor="t"/>
          <a:lstStyle/>
          <a:p>
            <a:pPr marL="0" indent="0">
              <a:buNone/>
            </a:pPr>
            <a:r>
              <a:rPr lang="en-US" sz="900" i="1">
                <a:solidFill>
                  <a:srgbClr val="4A5568"/>
                </a:solidFill>
                <a:latin typeface="Calibri" pitchFamily="34" charset="0"/>
                <a:ea typeface="Calibri" pitchFamily="34" charset="-122"/>
                <a:cs typeface="Calibri" pitchFamily="34" charset="-120"/>
              </a:rPr>
              <a:t>Remediation, POC, evidence</a:t>
            </a:r>
            <a:endParaRPr lang="en-US" sz="900"/>
          </a:p>
        </p:txBody>
      </p:sp>
      <p:sp>
        <p:nvSpPr>
          <p:cNvPr id="38" name="Text 36"/>
          <p:cNvSpPr txBox="1"/>
          <p:nvPr/>
        </p:nvSpPr>
        <p:spPr>
          <a:xfrm>
            <a:off x="6272784" y="1965960"/>
            <a:ext cx="1572768" cy="1371600"/>
          </a:xfrm>
          <a:prstGeom prst="rect">
            <a:avLst/>
          </a:prstGeom>
          <a:noFill/>
          <a:ln/>
        </p:spPr>
        <p:txBody>
          <a:bodyPr wrap="square" lIns="0" tIns="0" rIns="0" bIns="0" rtlCol="0" anchor="t"/>
          <a:lstStyle/>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Log findings in the risk and control register</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Define controls and remediation</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Run a controlled POC: retrieval, attribution, output quality</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Independent review of results</a:t>
            </a:r>
            <a:endParaRPr lang="en-US" sz="900"/>
          </a:p>
        </p:txBody>
      </p:sp>
      <p:sp>
        <p:nvSpPr>
          <p:cNvPr id="39" name="Shape 37"/>
          <p:cNvSpPr/>
          <p:nvPr/>
        </p:nvSpPr>
        <p:spPr>
          <a:xfrm>
            <a:off x="6254496" y="3383280"/>
            <a:ext cx="1609344" cy="521208"/>
          </a:xfrm>
          <a:prstGeom prst="roundRect">
            <a:avLst>
              <a:gd name="adj" fmla="val 8772"/>
            </a:avLst>
          </a:prstGeom>
          <a:solidFill>
            <a:srgbClr val="FFFFFF"/>
          </a:solidFill>
          <a:ln w="12700">
            <a:solidFill>
              <a:srgbClr val="FFFFFF"/>
            </a:solidFill>
            <a:prstDash val="solid"/>
          </a:ln>
        </p:spPr>
        <p:txBody>
          <a:bodyPr/>
          <a:lstStyle/>
          <a:p>
            <a:endParaRPr lang="en-IN"/>
          </a:p>
        </p:txBody>
      </p:sp>
      <p:sp>
        <p:nvSpPr>
          <p:cNvPr id="40" name="Text 38"/>
          <p:cNvSpPr txBox="1"/>
          <p:nvPr/>
        </p:nvSpPr>
        <p:spPr>
          <a:xfrm>
            <a:off x="6300216" y="3401568"/>
            <a:ext cx="1517904" cy="484632"/>
          </a:xfrm>
          <a:prstGeom prst="rect">
            <a:avLst/>
          </a:prstGeom>
          <a:noFill/>
          <a:ln/>
        </p:spPr>
        <p:txBody>
          <a:bodyPr wrap="square" lIns="0" tIns="0" rIns="0" bIns="0" rtlCol="0" anchor="ctr"/>
          <a:lstStyle/>
          <a:p>
            <a:pPr marL="0" indent="0">
              <a:buNone/>
            </a:pPr>
            <a:r>
              <a:rPr lang="en-US" sz="800" b="1">
                <a:solidFill>
                  <a:srgbClr val="0E8080"/>
                </a:solidFill>
                <a:latin typeface="Calibri" pitchFamily="34" charset="0"/>
                <a:ea typeface="Calibri" pitchFamily="34" charset="-122"/>
                <a:cs typeface="Calibri" pitchFamily="34" charset="-120"/>
              </a:rPr>
              <a:t>Artifacts: </a:t>
            </a:r>
            <a:r>
              <a:rPr lang="en-US" sz="800">
                <a:solidFill>
                  <a:srgbClr val="1A202C"/>
                </a:solidFill>
                <a:latin typeface="Calibri" pitchFamily="34" charset="0"/>
                <a:ea typeface="Calibri" pitchFamily="34" charset="-122"/>
                <a:cs typeface="Calibri" pitchFamily="34" charset="-120"/>
              </a:rPr>
              <a:t>Combined Risk &amp; Control Register; POC / Verification Evidence</a:t>
            </a:r>
            <a:endParaRPr lang="en-US" sz="800"/>
          </a:p>
        </p:txBody>
      </p:sp>
      <p:sp>
        <p:nvSpPr>
          <p:cNvPr id="41" name="Shape 39"/>
          <p:cNvSpPr/>
          <p:nvPr/>
        </p:nvSpPr>
        <p:spPr>
          <a:xfrm>
            <a:off x="7955280" y="1280160"/>
            <a:ext cx="146304" cy="237744"/>
          </a:xfrm>
          <a:prstGeom prst="rightArrow">
            <a:avLst/>
          </a:prstGeom>
          <a:solidFill>
            <a:srgbClr val="8A97AB"/>
          </a:solidFill>
          <a:ln w="12700">
            <a:solidFill>
              <a:srgbClr val="8A97AB"/>
            </a:solidFill>
            <a:prstDash val="solid"/>
          </a:ln>
        </p:spPr>
        <p:txBody>
          <a:bodyPr/>
          <a:lstStyle/>
          <a:p>
            <a:endParaRPr lang="en-IN"/>
          </a:p>
        </p:txBody>
      </p:sp>
      <p:sp>
        <p:nvSpPr>
          <p:cNvPr id="42" name="Shape 40"/>
          <p:cNvSpPr/>
          <p:nvPr/>
        </p:nvSpPr>
        <p:spPr>
          <a:xfrm>
            <a:off x="8119872" y="1097280"/>
            <a:ext cx="1755648" cy="2880360"/>
          </a:xfrm>
          <a:prstGeom prst="roundRect">
            <a:avLst>
              <a:gd name="adj" fmla="val 4167"/>
            </a:avLst>
          </a:prstGeom>
          <a:solidFill>
            <a:srgbClr val="E7EAF8"/>
          </a:solidFill>
          <a:ln w="12700">
            <a:solidFill>
              <a:srgbClr val="E7EAF8"/>
            </a:solidFill>
            <a:prstDash val="solid"/>
          </a:ln>
        </p:spPr>
        <p:txBody>
          <a:bodyPr/>
          <a:lstStyle/>
          <a:p>
            <a:endParaRPr lang="en-IN"/>
          </a:p>
        </p:txBody>
      </p:sp>
      <p:sp>
        <p:nvSpPr>
          <p:cNvPr id="43" name="Shape 41"/>
          <p:cNvSpPr/>
          <p:nvPr/>
        </p:nvSpPr>
        <p:spPr>
          <a:xfrm>
            <a:off x="8211312" y="1207008"/>
            <a:ext cx="384048" cy="384048"/>
          </a:xfrm>
          <a:prstGeom prst="ellipse">
            <a:avLst/>
          </a:prstGeom>
          <a:solidFill>
            <a:srgbClr val="3346B0"/>
          </a:solidFill>
          <a:ln w="12700">
            <a:solidFill>
              <a:srgbClr val="3346B0"/>
            </a:solidFill>
            <a:prstDash val="solid"/>
          </a:ln>
        </p:spPr>
        <p:txBody>
          <a:bodyPr/>
          <a:lstStyle/>
          <a:p>
            <a:endParaRPr lang="en-IN"/>
          </a:p>
        </p:txBody>
      </p:sp>
      <p:sp>
        <p:nvSpPr>
          <p:cNvPr id="44" name="Text 42"/>
          <p:cNvSpPr txBox="1"/>
          <p:nvPr/>
        </p:nvSpPr>
        <p:spPr>
          <a:xfrm>
            <a:off x="8211312" y="1207008"/>
            <a:ext cx="384048" cy="384048"/>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5</a:t>
            </a:r>
            <a:endParaRPr lang="en-US" sz="1600"/>
          </a:p>
        </p:txBody>
      </p:sp>
      <p:sp>
        <p:nvSpPr>
          <p:cNvPr id="45" name="Text 43"/>
          <p:cNvSpPr txBox="1"/>
          <p:nvPr/>
        </p:nvSpPr>
        <p:spPr>
          <a:xfrm>
            <a:off x="8650224" y="1170432"/>
            <a:ext cx="1179576" cy="457200"/>
          </a:xfrm>
          <a:prstGeom prst="rect">
            <a:avLst/>
          </a:prstGeom>
          <a:noFill/>
          <a:ln/>
        </p:spPr>
        <p:txBody>
          <a:bodyPr wrap="square" lIns="0" tIns="0" rIns="0" bIns="0" rtlCol="0" anchor="ctr"/>
          <a:lstStyle/>
          <a:p>
            <a:pPr marL="0" indent="0">
              <a:buNone/>
            </a:pPr>
            <a:r>
              <a:rPr lang="en-US" sz="1150" b="1">
                <a:solidFill>
                  <a:srgbClr val="3346B0"/>
                </a:solidFill>
                <a:latin typeface="Calibri" pitchFamily="34" charset="0"/>
                <a:ea typeface="Calibri" pitchFamily="34" charset="-122"/>
                <a:cs typeface="Calibri" pitchFamily="34" charset="-120"/>
              </a:rPr>
              <a:t>Authorize to Operate</a:t>
            </a:r>
            <a:endParaRPr lang="en-US" sz="1150"/>
          </a:p>
        </p:txBody>
      </p:sp>
      <p:sp>
        <p:nvSpPr>
          <p:cNvPr id="46" name="Text 44"/>
          <p:cNvSpPr txBox="1"/>
          <p:nvPr/>
        </p:nvSpPr>
        <p:spPr>
          <a:xfrm>
            <a:off x="8211312" y="1645920"/>
            <a:ext cx="1572768" cy="292608"/>
          </a:xfrm>
          <a:prstGeom prst="rect">
            <a:avLst/>
          </a:prstGeom>
          <a:noFill/>
          <a:ln/>
        </p:spPr>
        <p:txBody>
          <a:bodyPr wrap="square" lIns="0" tIns="0" rIns="0" bIns="0" rtlCol="0" anchor="t"/>
          <a:lstStyle/>
          <a:p>
            <a:pPr marL="0" indent="0">
              <a:buNone/>
            </a:pPr>
            <a:r>
              <a:rPr lang="en-US" sz="900" i="1">
                <a:solidFill>
                  <a:srgbClr val="4A5568"/>
                </a:solidFill>
                <a:latin typeface="Calibri" pitchFamily="34" charset="0"/>
                <a:ea typeface="Calibri" pitchFamily="34" charset="-122"/>
                <a:cs typeface="Calibri" pitchFamily="34" charset="-120"/>
              </a:rPr>
              <a:t>Governance gates, deployment</a:t>
            </a:r>
            <a:endParaRPr lang="en-US" sz="900"/>
          </a:p>
        </p:txBody>
      </p:sp>
      <p:sp>
        <p:nvSpPr>
          <p:cNvPr id="47" name="Text 45"/>
          <p:cNvSpPr txBox="1"/>
          <p:nvPr/>
        </p:nvSpPr>
        <p:spPr>
          <a:xfrm>
            <a:off x="8211312" y="1965960"/>
            <a:ext cx="1572768" cy="1371600"/>
          </a:xfrm>
          <a:prstGeom prst="rect">
            <a:avLst/>
          </a:prstGeom>
          <a:noFill/>
          <a:ln/>
        </p:spPr>
        <p:txBody>
          <a:bodyPr wrap="square" lIns="0" tIns="0" rIns="0" bIns="0" rtlCol="0" anchor="t"/>
          <a:lstStyle/>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Leadership reviews business case and SSP evidence</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Go-live checklist: scope, security, safety, privacy, vendor and architecture</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Outcome: approved configuration, access, monitoring</a:t>
            </a:r>
            <a:endParaRPr lang="en-US" sz="900"/>
          </a:p>
        </p:txBody>
      </p:sp>
      <p:sp>
        <p:nvSpPr>
          <p:cNvPr id="48" name="Shape 46"/>
          <p:cNvSpPr/>
          <p:nvPr/>
        </p:nvSpPr>
        <p:spPr>
          <a:xfrm>
            <a:off x="8193024" y="3383280"/>
            <a:ext cx="1609344" cy="521208"/>
          </a:xfrm>
          <a:prstGeom prst="roundRect">
            <a:avLst>
              <a:gd name="adj" fmla="val 8772"/>
            </a:avLst>
          </a:prstGeom>
          <a:solidFill>
            <a:srgbClr val="FFFFFF"/>
          </a:solidFill>
          <a:ln w="12700">
            <a:solidFill>
              <a:srgbClr val="FFFFFF"/>
            </a:solidFill>
            <a:prstDash val="solid"/>
          </a:ln>
        </p:spPr>
        <p:txBody>
          <a:bodyPr/>
          <a:lstStyle/>
          <a:p>
            <a:endParaRPr lang="en-IN"/>
          </a:p>
        </p:txBody>
      </p:sp>
      <p:sp>
        <p:nvSpPr>
          <p:cNvPr id="49" name="Text 47"/>
          <p:cNvSpPr txBox="1"/>
          <p:nvPr/>
        </p:nvSpPr>
        <p:spPr>
          <a:xfrm>
            <a:off x="8238744" y="3401568"/>
            <a:ext cx="1517904" cy="484632"/>
          </a:xfrm>
          <a:prstGeom prst="rect">
            <a:avLst/>
          </a:prstGeom>
          <a:noFill/>
          <a:ln/>
        </p:spPr>
        <p:txBody>
          <a:bodyPr wrap="square" lIns="0" tIns="0" rIns="0" bIns="0" rtlCol="0" anchor="ctr"/>
          <a:lstStyle/>
          <a:p>
            <a:pPr marL="0" indent="0">
              <a:buNone/>
            </a:pPr>
            <a:r>
              <a:rPr lang="en-US" sz="800" b="1">
                <a:solidFill>
                  <a:srgbClr val="3346B0"/>
                </a:solidFill>
                <a:latin typeface="Calibri" pitchFamily="34" charset="0"/>
                <a:ea typeface="Calibri" pitchFamily="34" charset="-122"/>
                <a:cs typeface="Calibri" pitchFamily="34" charset="-120"/>
              </a:rPr>
              <a:t>Artifacts: </a:t>
            </a:r>
            <a:r>
              <a:rPr lang="en-US" sz="800">
                <a:solidFill>
                  <a:srgbClr val="1A202C"/>
                </a:solidFill>
                <a:latin typeface="Calibri" pitchFamily="34" charset="0"/>
                <a:ea typeface="Calibri" pitchFamily="34" charset="-122"/>
                <a:cs typeface="Calibri" pitchFamily="34" charset="-120"/>
              </a:rPr>
              <a:t>Governance Decision &amp; Gate Records</a:t>
            </a:r>
            <a:endParaRPr lang="en-US" sz="800"/>
          </a:p>
        </p:txBody>
      </p:sp>
      <p:sp>
        <p:nvSpPr>
          <p:cNvPr id="50" name="Shape 48"/>
          <p:cNvSpPr/>
          <p:nvPr/>
        </p:nvSpPr>
        <p:spPr>
          <a:xfrm>
            <a:off x="9893808" y="1280160"/>
            <a:ext cx="146304" cy="237744"/>
          </a:xfrm>
          <a:prstGeom prst="rightArrow">
            <a:avLst/>
          </a:prstGeom>
          <a:solidFill>
            <a:srgbClr val="8A97AB"/>
          </a:solidFill>
          <a:ln w="12700">
            <a:solidFill>
              <a:srgbClr val="8A97AB"/>
            </a:solidFill>
            <a:prstDash val="solid"/>
          </a:ln>
        </p:spPr>
        <p:txBody>
          <a:bodyPr/>
          <a:lstStyle/>
          <a:p>
            <a:endParaRPr lang="en-IN"/>
          </a:p>
        </p:txBody>
      </p:sp>
      <p:sp>
        <p:nvSpPr>
          <p:cNvPr id="51" name="Shape 49"/>
          <p:cNvSpPr/>
          <p:nvPr/>
        </p:nvSpPr>
        <p:spPr>
          <a:xfrm>
            <a:off x="10058400" y="1097280"/>
            <a:ext cx="1755648" cy="2880360"/>
          </a:xfrm>
          <a:prstGeom prst="roundRect">
            <a:avLst>
              <a:gd name="adj" fmla="val 4167"/>
            </a:avLst>
          </a:prstGeom>
          <a:solidFill>
            <a:srgbClr val="E6EDF5"/>
          </a:solidFill>
          <a:ln w="12700">
            <a:solidFill>
              <a:srgbClr val="E6EDF5"/>
            </a:solidFill>
            <a:prstDash val="solid"/>
          </a:ln>
        </p:spPr>
        <p:txBody>
          <a:bodyPr/>
          <a:lstStyle/>
          <a:p>
            <a:endParaRPr lang="en-IN"/>
          </a:p>
        </p:txBody>
      </p:sp>
      <p:sp>
        <p:nvSpPr>
          <p:cNvPr id="52" name="Shape 50"/>
          <p:cNvSpPr/>
          <p:nvPr/>
        </p:nvSpPr>
        <p:spPr>
          <a:xfrm>
            <a:off x="10149840" y="1207008"/>
            <a:ext cx="384048" cy="384048"/>
          </a:xfrm>
          <a:prstGeom prst="ellipse">
            <a:avLst/>
          </a:prstGeom>
          <a:solidFill>
            <a:srgbClr val="0B3A6E"/>
          </a:solidFill>
          <a:ln w="12700">
            <a:solidFill>
              <a:srgbClr val="0B3A6E"/>
            </a:solidFill>
            <a:prstDash val="solid"/>
          </a:ln>
        </p:spPr>
        <p:txBody>
          <a:bodyPr/>
          <a:lstStyle/>
          <a:p>
            <a:endParaRPr lang="en-IN"/>
          </a:p>
        </p:txBody>
      </p:sp>
      <p:sp>
        <p:nvSpPr>
          <p:cNvPr id="53" name="Text 51"/>
          <p:cNvSpPr txBox="1"/>
          <p:nvPr/>
        </p:nvSpPr>
        <p:spPr>
          <a:xfrm>
            <a:off x="10149840" y="1207008"/>
            <a:ext cx="384048" cy="384048"/>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6</a:t>
            </a:r>
            <a:endParaRPr lang="en-US" sz="1600"/>
          </a:p>
        </p:txBody>
      </p:sp>
      <p:sp>
        <p:nvSpPr>
          <p:cNvPr id="54" name="Text 52"/>
          <p:cNvSpPr txBox="1"/>
          <p:nvPr/>
        </p:nvSpPr>
        <p:spPr>
          <a:xfrm>
            <a:off x="10588752" y="1170432"/>
            <a:ext cx="1179576" cy="457200"/>
          </a:xfrm>
          <a:prstGeom prst="rect">
            <a:avLst/>
          </a:prstGeom>
          <a:noFill/>
          <a:ln/>
        </p:spPr>
        <p:txBody>
          <a:bodyPr wrap="square" lIns="0" tIns="0" rIns="0" bIns="0" rtlCol="0" anchor="ctr"/>
          <a:lstStyle/>
          <a:p>
            <a:pPr marL="0" indent="0">
              <a:buNone/>
            </a:pPr>
            <a:r>
              <a:rPr lang="en-US" sz="1150" b="1">
                <a:solidFill>
                  <a:srgbClr val="0B3A6E"/>
                </a:solidFill>
                <a:latin typeface="Calibri" pitchFamily="34" charset="0"/>
                <a:ea typeface="Calibri" pitchFamily="34" charset="-122"/>
                <a:cs typeface="Calibri" pitchFamily="34" charset="-120"/>
              </a:rPr>
              <a:t>Operate &amp; Improve</a:t>
            </a:r>
            <a:endParaRPr lang="en-US" sz="1150"/>
          </a:p>
        </p:txBody>
      </p:sp>
      <p:sp>
        <p:nvSpPr>
          <p:cNvPr id="55" name="Text 53"/>
          <p:cNvSpPr txBox="1"/>
          <p:nvPr/>
        </p:nvSpPr>
        <p:spPr>
          <a:xfrm>
            <a:off x="10149840" y="1645920"/>
            <a:ext cx="1572768" cy="292608"/>
          </a:xfrm>
          <a:prstGeom prst="rect">
            <a:avLst/>
          </a:prstGeom>
          <a:noFill/>
          <a:ln/>
        </p:spPr>
        <p:txBody>
          <a:bodyPr wrap="square" lIns="0" tIns="0" rIns="0" bIns="0" rtlCol="0" anchor="t"/>
          <a:lstStyle/>
          <a:p>
            <a:pPr marL="0" indent="0">
              <a:buNone/>
            </a:pPr>
            <a:r>
              <a:rPr lang="en-US" sz="900" i="1">
                <a:solidFill>
                  <a:srgbClr val="4A5568"/>
                </a:solidFill>
                <a:latin typeface="Calibri" pitchFamily="34" charset="0"/>
                <a:ea typeface="Calibri" pitchFamily="34" charset="-122"/>
                <a:cs typeface="Calibri" pitchFamily="34" charset="-120"/>
              </a:rPr>
              <a:t>Monitor, reassess, adapt</a:t>
            </a:r>
            <a:endParaRPr lang="en-US" sz="900"/>
          </a:p>
        </p:txBody>
      </p:sp>
      <p:sp>
        <p:nvSpPr>
          <p:cNvPr id="56" name="Text 54"/>
          <p:cNvSpPr txBox="1"/>
          <p:nvPr/>
        </p:nvSpPr>
        <p:spPr>
          <a:xfrm>
            <a:off x="10149840" y="1965960"/>
            <a:ext cx="1572768" cy="1371600"/>
          </a:xfrm>
          <a:prstGeom prst="rect">
            <a:avLst/>
          </a:prstGeom>
          <a:noFill/>
          <a:ln/>
        </p:spPr>
        <p:txBody>
          <a:bodyPr wrap="square" lIns="0" tIns="0" rIns="0" bIns="0" rtlCol="0" anchor="t"/>
          <a:lstStyle/>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Measure value: time saved, response time</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Review output quality and source attribution</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Monitor security events and config changes</a:t>
            </a:r>
            <a:endParaRPr lang="en-US" sz="900"/>
          </a:p>
          <a:p>
            <a:pPr marL="127000" indent="-127000">
              <a:spcAft>
                <a:spcPts val="300"/>
              </a:spcAft>
              <a:buSzPct val="100000"/>
              <a:buChar char="•"/>
            </a:pPr>
            <a:r>
              <a:rPr lang="en-US" sz="900">
                <a:solidFill>
                  <a:srgbClr val="1A202C"/>
                </a:solidFill>
                <a:latin typeface="Calibri" pitchFamily="34" charset="0"/>
                <a:ea typeface="Calibri" pitchFamily="34" charset="-122"/>
                <a:cs typeface="Calibri" pitchFamily="34" charset="-120"/>
              </a:rPr>
              <a:t>Reassess if scope, data or users change; intervene if needed</a:t>
            </a:r>
            <a:endParaRPr lang="en-US" sz="900"/>
          </a:p>
        </p:txBody>
      </p:sp>
      <p:sp>
        <p:nvSpPr>
          <p:cNvPr id="57" name="Shape 55"/>
          <p:cNvSpPr/>
          <p:nvPr/>
        </p:nvSpPr>
        <p:spPr>
          <a:xfrm>
            <a:off x="10131552" y="3383280"/>
            <a:ext cx="1609344" cy="521208"/>
          </a:xfrm>
          <a:prstGeom prst="roundRect">
            <a:avLst>
              <a:gd name="adj" fmla="val 8772"/>
            </a:avLst>
          </a:prstGeom>
          <a:solidFill>
            <a:srgbClr val="FFFFFF"/>
          </a:solidFill>
          <a:ln w="12700">
            <a:solidFill>
              <a:srgbClr val="FFFFFF"/>
            </a:solidFill>
            <a:prstDash val="solid"/>
          </a:ln>
        </p:spPr>
        <p:txBody>
          <a:bodyPr/>
          <a:lstStyle/>
          <a:p>
            <a:endParaRPr lang="en-IN"/>
          </a:p>
        </p:txBody>
      </p:sp>
      <p:sp>
        <p:nvSpPr>
          <p:cNvPr id="58" name="Text 56"/>
          <p:cNvSpPr txBox="1"/>
          <p:nvPr/>
        </p:nvSpPr>
        <p:spPr>
          <a:xfrm>
            <a:off x="10177272" y="3401568"/>
            <a:ext cx="1517904" cy="484632"/>
          </a:xfrm>
          <a:prstGeom prst="rect">
            <a:avLst/>
          </a:prstGeom>
          <a:noFill/>
          <a:ln/>
        </p:spPr>
        <p:txBody>
          <a:bodyPr wrap="square" lIns="0" tIns="0" rIns="0" bIns="0" rtlCol="0" anchor="ctr"/>
          <a:lstStyle/>
          <a:p>
            <a:pPr marL="0" indent="0">
              <a:buNone/>
            </a:pPr>
            <a:r>
              <a:rPr lang="en-US" sz="800" b="1">
                <a:solidFill>
                  <a:srgbClr val="0B3A6E"/>
                </a:solidFill>
                <a:latin typeface="Calibri" pitchFamily="34" charset="0"/>
                <a:ea typeface="Calibri" pitchFamily="34" charset="-122"/>
                <a:cs typeface="Calibri" pitchFamily="34" charset="-120"/>
              </a:rPr>
              <a:t>Artifacts: </a:t>
            </a:r>
            <a:r>
              <a:rPr lang="en-US" sz="800">
                <a:solidFill>
                  <a:srgbClr val="1A202C"/>
                </a:solidFill>
                <a:latin typeface="Calibri" pitchFamily="34" charset="0"/>
                <a:ea typeface="Calibri" pitchFamily="34" charset="-122"/>
                <a:cs typeface="Calibri" pitchFamily="34" charset="-120"/>
              </a:rPr>
              <a:t>Operating &amp; Monitoring Procedures</a:t>
            </a:r>
            <a:endParaRPr lang="en-US" sz="800"/>
          </a:p>
        </p:txBody>
      </p:sp>
      <p:sp>
        <p:nvSpPr>
          <p:cNvPr id="59" name="Shape 57"/>
          <p:cNvSpPr/>
          <p:nvPr/>
        </p:nvSpPr>
        <p:spPr>
          <a:xfrm>
            <a:off x="5010912" y="3995928"/>
            <a:ext cx="219456" cy="182880"/>
          </a:xfrm>
          <a:prstGeom prst="downArrow">
            <a:avLst/>
          </a:prstGeom>
          <a:solidFill>
            <a:srgbClr val="6B3FBF"/>
          </a:solidFill>
          <a:ln w="12700">
            <a:solidFill>
              <a:srgbClr val="6B3FBF"/>
            </a:solidFill>
            <a:prstDash val="solid"/>
          </a:ln>
        </p:spPr>
        <p:txBody>
          <a:bodyPr/>
          <a:lstStyle/>
          <a:p>
            <a:endParaRPr lang="en-IN"/>
          </a:p>
        </p:txBody>
      </p:sp>
      <p:sp>
        <p:nvSpPr>
          <p:cNvPr id="60" name="Text 58"/>
          <p:cNvSpPr txBox="1"/>
          <p:nvPr/>
        </p:nvSpPr>
        <p:spPr>
          <a:xfrm>
            <a:off x="365760" y="4187952"/>
            <a:ext cx="7315200" cy="256032"/>
          </a:xfrm>
          <a:prstGeom prst="rect">
            <a:avLst/>
          </a:prstGeom>
          <a:noFill/>
          <a:ln/>
        </p:spPr>
        <p:txBody>
          <a:bodyPr wrap="square" lIns="0" tIns="0" rIns="0" bIns="0" rtlCol="0" anchor="ctr"/>
          <a:lstStyle/>
          <a:p>
            <a:pPr marL="0" indent="0">
              <a:buNone/>
            </a:pPr>
            <a:r>
              <a:rPr lang="en-US" sz="1200" b="1">
                <a:solidFill>
                  <a:schemeClr val="accent1"/>
                </a:solidFill>
                <a:latin typeface="Calibri" pitchFamily="34" charset="0"/>
                <a:ea typeface="Calibri" pitchFamily="34" charset="-122"/>
                <a:cs typeface="Calibri" pitchFamily="34" charset="-120"/>
              </a:rPr>
              <a:t>What the SSP assessment examines</a:t>
            </a:r>
            <a:endParaRPr lang="en-US" sz="1200">
              <a:solidFill>
                <a:schemeClr val="accent1"/>
              </a:solidFill>
            </a:endParaRPr>
          </a:p>
        </p:txBody>
      </p:sp>
      <p:sp>
        <p:nvSpPr>
          <p:cNvPr id="61" name="Shape 59"/>
          <p:cNvSpPr/>
          <p:nvPr/>
        </p:nvSpPr>
        <p:spPr>
          <a:xfrm>
            <a:off x="365760" y="4462272"/>
            <a:ext cx="2130552" cy="1042416"/>
          </a:xfrm>
          <a:prstGeom prst="roundRect">
            <a:avLst>
              <a:gd name="adj" fmla="val 5263"/>
            </a:avLst>
          </a:prstGeom>
          <a:solidFill>
            <a:srgbClr val="F5F7FB"/>
          </a:solidFill>
          <a:ln w="9525">
            <a:solidFill>
              <a:srgbClr val="D5DCE8"/>
            </a:solidFill>
            <a:prstDash val="solid"/>
          </a:ln>
        </p:spPr>
        <p:txBody>
          <a:bodyPr/>
          <a:lstStyle/>
          <a:p>
            <a:endParaRPr lang="en-IN"/>
          </a:p>
        </p:txBody>
      </p:sp>
      <p:sp>
        <p:nvSpPr>
          <p:cNvPr id="62" name="Shape 60"/>
          <p:cNvSpPr/>
          <p:nvPr/>
        </p:nvSpPr>
        <p:spPr>
          <a:xfrm>
            <a:off x="438912" y="4535424"/>
            <a:ext cx="1984248" cy="256032"/>
          </a:xfrm>
          <a:prstGeom prst="roundRect">
            <a:avLst>
              <a:gd name="adj" fmla="val 17857"/>
            </a:avLst>
          </a:prstGeom>
          <a:solidFill>
            <a:srgbClr val="1F4FA3"/>
          </a:solidFill>
          <a:ln w="12700">
            <a:solidFill>
              <a:srgbClr val="1F4FA3"/>
            </a:solidFill>
            <a:prstDash val="solid"/>
          </a:ln>
        </p:spPr>
        <p:txBody>
          <a:bodyPr/>
          <a:lstStyle/>
          <a:p>
            <a:endParaRPr lang="en-IN"/>
          </a:p>
        </p:txBody>
      </p:sp>
      <p:sp>
        <p:nvSpPr>
          <p:cNvPr id="63" name="Text 61"/>
          <p:cNvSpPr txBox="1"/>
          <p:nvPr/>
        </p:nvSpPr>
        <p:spPr>
          <a:xfrm>
            <a:off x="438912" y="4535424"/>
            <a:ext cx="1984248" cy="25603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Security</a:t>
            </a:r>
            <a:endParaRPr lang="en-US" sz="1100"/>
          </a:p>
        </p:txBody>
      </p:sp>
      <p:sp>
        <p:nvSpPr>
          <p:cNvPr id="64" name="Text 62"/>
          <p:cNvSpPr txBox="1"/>
          <p:nvPr/>
        </p:nvSpPr>
        <p:spPr>
          <a:xfrm>
            <a:off x="457200" y="4828032"/>
            <a:ext cx="1947672" cy="630936"/>
          </a:xfrm>
          <a:prstGeom prst="rect">
            <a:avLst/>
          </a:prstGeom>
          <a:noFill/>
          <a:ln/>
        </p:spPr>
        <p:txBody>
          <a:bodyPr wrap="square" lIns="0" tIns="0" rIns="0" bIns="0" rtlCol="0" anchor="t"/>
          <a:lstStyle/>
          <a:p>
            <a:pPr marL="0" indent="0">
              <a:spcAft>
                <a:spcPts val="200"/>
              </a:spcAft>
              <a:buNone/>
            </a:pPr>
            <a:r>
              <a:rPr lang="en-US" sz="800" i="1">
                <a:solidFill>
                  <a:srgbClr val="1A202C"/>
                </a:solidFill>
                <a:latin typeface="Calibri" pitchFamily="34" charset="0"/>
                <a:ea typeface="Calibri" pitchFamily="34" charset="-122"/>
                <a:cs typeface="Calibri" pitchFamily="34" charset="-120"/>
              </a:rPr>
              <a:t>Can Copilot retrieve only documents the requesting attorney is authorized to access?</a:t>
            </a:r>
            <a:endParaRPr lang="en-US" sz="800"/>
          </a:p>
          <a:p>
            <a:pPr marL="0" indent="0">
              <a:spcAft>
                <a:spcPts val="200"/>
              </a:spcAft>
              <a:buNone/>
            </a:pPr>
            <a:r>
              <a:rPr lang="en-US" sz="800" b="1">
                <a:solidFill>
                  <a:srgbClr val="1F4FA3"/>
                </a:solidFill>
                <a:latin typeface="Calibri" pitchFamily="34" charset="0"/>
                <a:ea typeface="Calibri" pitchFamily="34" charset="-122"/>
                <a:cs typeface="Calibri" pitchFamily="34" charset="-120"/>
              </a:rPr>
              <a:t>Evidence: </a:t>
            </a:r>
            <a:r>
              <a:rPr lang="en-US" sz="800">
                <a:solidFill>
                  <a:srgbClr val="1A202C"/>
                </a:solidFill>
                <a:latin typeface="Calibri" pitchFamily="34" charset="0"/>
                <a:ea typeface="Calibri" pitchFamily="34" charset="-122"/>
                <a:cs typeface="Calibri" pitchFamily="34" charset="-120"/>
              </a:rPr>
              <a:t>Access control config, connector permissions, audit logs</a:t>
            </a:r>
            <a:endParaRPr lang="en-US" sz="800"/>
          </a:p>
        </p:txBody>
      </p:sp>
      <p:sp>
        <p:nvSpPr>
          <p:cNvPr id="65" name="Shape 63"/>
          <p:cNvSpPr/>
          <p:nvPr/>
        </p:nvSpPr>
        <p:spPr>
          <a:xfrm>
            <a:off x="2633472" y="4462272"/>
            <a:ext cx="2130552" cy="1042416"/>
          </a:xfrm>
          <a:prstGeom prst="roundRect">
            <a:avLst>
              <a:gd name="adj" fmla="val 5263"/>
            </a:avLst>
          </a:prstGeom>
          <a:solidFill>
            <a:srgbClr val="F5F7FB"/>
          </a:solidFill>
          <a:ln w="9525">
            <a:solidFill>
              <a:srgbClr val="D5DCE8"/>
            </a:solidFill>
            <a:prstDash val="solid"/>
          </a:ln>
        </p:spPr>
        <p:txBody>
          <a:bodyPr/>
          <a:lstStyle/>
          <a:p>
            <a:endParaRPr lang="en-IN"/>
          </a:p>
        </p:txBody>
      </p:sp>
      <p:sp>
        <p:nvSpPr>
          <p:cNvPr id="66" name="Shape 64"/>
          <p:cNvSpPr/>
          <p:nvPr/>
        </p:nvSpPr>
        <p:spPr>
          <a:xfrm>
            <a:off x="2706624" y="4535424"/>
            <a:ext cx="1984248" cy="256032"/>
          </a:xfrm>
          <a:prstGeom prst="roundRect">
            <a:avLst>
              <a:gd name="adj" fmla="val 17857"/>
            </a:avLst>
          </a:prstGeom>
          <a:solidFill>
            <a:srgbClr val="6B3FBF"/>
          </a:solidFill>
          <a:ln w="12700">
            <a:solidFill>
              <a:srgbClr val="6B3FBF"/>
            </a:solidFill>
            <a:prstDash val="solid"/>
          </a:ln>
        </p:spPr>
        <p:txBody>
          <a:bodyPr/>
          <a:lstStyle/>
          <a:p>
            <a:endParaRPr lang="en-IN"/>
          </a:p>
        </p:txBody>
      </p:sp>
      <p:sp>
        <p:nvSpPr>
          <p:cNvPr id="67" name="Text 65"/>
          <p:cNvSpPr txBox="1"/>
          <p:nvPr/>
        </p:nvSpPr>
        <p:spPr>
          <a:xfrm>
            <a:off x="2706624" y="4535424"/>
            <a:ext cx="1984248" cy="25603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Safety</a:t>
            </a:r>
            <a:endParaRPr lang="en-US" sz="1100"/>
          </a:p>
        </p:txBody>
      </p:sp>
      <p:sp>
        <p:nvSpPr>
          <p:cNvPr id="68" name="Text 66"/>
          <p:cNvSpPr txBox="1"/>
          <p:nvPr/>
        </p:nvSpPr>
        <p:spPr>
          <a:xfrm>
            <a:off x="2724912" y="4828032"/>
            <a:ext cx="1947672" cy="630936"/>
          </a:xfrm>
          <a:prstGeom prst="rect">
            <a:avLst/>
          </a:prstGeom>
          <a:noFill/>
          <a:ln/>
        </p:spPr>
        <p:txBody>
          <a:bodyPr wrap="square" lIns="0" tIns="0" rIns="0" bIns="0" rtlCol="0" anchor="t"/>
          <a:lstStyle/>
          <a:p>
            <a:pPr marL="0" indent="0">
              <a:spcAft>
                <a:spcPts val="200"/>
              </a:spcAft>
              <a:buNone/>
            </a:pPr>
            <a:r>
              <a:rPr lang="en-US" sz="800" i="1">
                <a:solidFill>
                  <a:srgbClr val="1A202C"/>
                </a:solidFill>
                <a:latin typeface="Calibri" pitchFamily="34" charset="0"/>
                <a:ea typeface="Calibri" pitchFamily="34" charset="-122"/>
                <a:cs typeface="Calibri" pitchFamily="34" charset="-120"/>
              </a:rPr>
              <a:t>Can Copilot fabricate citations or omit relevant authorities? Is prompt injection addressed?</a:t>
            </a:r>
            <a:endParaRPr lang="en-US" sz="800"/>
          </a:p>
          <a:p>
            <a:pPr marL="0" indent="0">
              <a:spcAft>
                <a:spcPts val="200"/>
              </a:spcAft>
              <a:buNone/>
            </a:pPr>
            <a:r>
              <a:rPr lang="en-US" sz="800" b="1">
                <a:solidFill>
                  <a:srgbClr val="6B3FBF"/>
                </a:solidFill>
                <a:latin typeface="Calibri" pitchFamily="34" charset="0"/>
                <a:ea typeface="Calibri" pitchFamily="34" charset="-122"/>
                <a:cs typeface="Calibri" pitchFamily="34" charset="-120"/>
              </a:rPr>
              <a:t>Evidence: </a:t>
            </a:r>
            <a:r>
              <a:rPr lang="en-US" sz="800">
                <a:solidFill>
                  <a:srgbClr val="1A202C"/>
                </a:solidFill>
                <a:latin typeface="Calibri" pitchFamily="34" charset="0"/>
                <a:ea typeface="Calibri" pitchFamily="34" charset="-122"/>
                <a:cs typeface="Calibri" pitchFamily="34" charset="-120"/>
              </a:rPr>
              <a:t>Safety test results, prompt injection protections</a:t>
            </a:r>
            <a:endParaRPr lang="en-US" sz="800"/>
          </a:p>
        </p:txBody>
      </p:sp>
      <p:sp>
        <p:nvSpPr>
          <p:cNvPr id="69" name="Shape 67"/>
          <p:cNvSpPr/>
          <p:nvPr/>
        </p:nvSpPr>
        <p:spPr>
          <a:xfrm>
            <a:off x="4901184" y="4462272"/>
            <a:ext cx="2130552" cy="1042416"/>
          </a:xfrm>
          <a:prstGeom prst="roundRect">
            <a:avLst>
              <a:gd name="adj" fmla="val 5263"/>
            </a:avLst>
          </a:prstGeom>
          <a:solidFill>
            <a:srgbClr val="F5F7FB"/>
          </a:solidFill>
          <a:ln w="9525">
            <a:solidFill>
              <a:srgbClr val="D5DCE8"/>
            </a:solidFill>
            <a:prstDash val="solid"/>
          </a:ln>
        </p:spPr>
        <p:txBody>
          <a:bodyPr/>
          <a:lstStyle/>
          <a:p>
            <a:endParaRPr lang="en-IN"/>
          </a:p>
        </p:txBody>
      </p:sp>
      <p:sp>
        <p:nvSpPr>
          <p:cNvPr id="70" name="Shape 68"/>
          <p:cNvSpPr/>
          <p:nvPr/>
        </p:nvSpPr>
        <p:spPr>
          <a:xfrm>
            <a:off x="4974336" y="4535424"/>
            <a:ext cx="1984248" cy="256032"/>
          </a:xfrm>
          <a:prstGeom prst="roundRect">
            <a:avLst>
              <a:gd name="adj" fmla="val 17857"/>
            </a:avLst>
          </a:prstGeom>
          <a:solidFill>
            <a:srgbClr val="0E8080"/>
          </a:solidFill>
          <a:ln w="12700">
            <a:solidFill>
              <a:srgbClr val="0E8080"/>
            </a:solidFill>
            <a:prstDash val="solid"/>
          </a:ln>
        </p:spPr>
        <p:txBody>
          <a:bodyPr/>
          <a:lstStyle/>
          <a:p>
            <a:endParaRPr lang="en-IN"/>
          </a:p>
        </p:txBody>
      </p:sp>
      <p:sp>
        <p:nvSpPr>
          <p:cNvPr id="71" name="Text 69"/>
          <p:cNvSpPr txBox="1"/>
          <p:nvPr/>
        </p:nvSpPr>
        <p:spPr>
          <a:xfrm>
            <a:off x="4974336" y="4535424"/>
            <a:ext cx="1984248" cy="25603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Privacy</a:t>
            </a:r>
            <a:endParaRPr lang="en-US" sz="1100"/>
          </a:p>
        </p:txBody>
      </p:sp>
      <p:sp>
        <p:nvSpPr>
          <p:cNvPr id="72" name="Text 70"/>
          <p:cNvSpPr txBox="1"/>
          <p:nvPr/>
        </p:nvSpPr>
        <p:spPr>
          <a:xfrm>
            <a:off x="4992624" y="4828032"/>
            <a:ext cx="1947672" cy="630936"/>
          </a:xfrm>
          <a:prstGeom prst="rect">
            <a:avLst/>
          </a:prstGeom>
          <a:noFill/>
          <a:ln/>
        </p:spPr>
        <p:txBody>
          <a:bodyPr wrap="square" lIns="0" tIns="0" rIns="0" bIns="0" rtlCol="0" anchor="t"/>
          <a:lstStyle/>
          <a:p>
            <a:pPr marL="0" indent="0">
              <a:spcAft>
                <a:spcPts val="200"/>
              </a:spcAft>
              <a:buNone/>
            </a:pPr>
            <a:r>
              <a:rPr lang="en-US" sz="800" i="1">
                <a:solidFill>
                  <a:srgbClr val="1A202C"/>
                </a:solidFill>
                <a:latin typeface="Calibri" pitchFamily="34" charset="0"/>
                <a:ea typeface="Calibri" pitchFamily="34" charset="-122"/>
                <a:cs typeface="Calibri" pitchFamily="34" charset="-120"/>
              </a:rPr>
              <a:t>Does the repository hold only legal research material, with retention and handling followed?</a:t>
            </a:r>
            <a:endParaRPr lang="en-US" sz="800"/>
          </a:p>
          <a:p>
            <a:pPr marL="0" indent="0">
              <a:spcAft>
                <a:spcPts val="200"/>
              </a:spcAft>
              <a:buNone/>
            </a:pPr>
            <a:r>
              <a:rPr lang="en-US" sz="800" b="1">
                <a:solidFill>
                  <a:srgbClr val="0E8080"/>
                </a:solidFill>
                <a:latin typeface="Calibri" pitchFamily="34" charset="0"/>
                <a:ea typeface="Calibri" pitchFamily="34" charset="-122"/>
                <a:cs typeface="Calibri" pitchFamily="34" charset="-120"/>
              </a:rPr>
              <a:t>Evidence: </a:t>
            </a:r>
            <a:r>
              <a:rPr lang="en-US" sz="800">
                <a:solidFill>
                  <a:srgbClr val="1A202C"/>
                </a:solidFill>
                <a:latin typeface="Calibri" pitchFamily="34" charset="0"/>
                <a:ea typeface="Calibri" pitchFamily="34" charset="-122"/>
                <a:cs typeface="Calibri" pitchFamily="34" charset="-120"/>
              </a:rPr>
              <a:t>Data classification, retention (7 years), audit trails</a:t>
            </a:r>
            <a:endParaRPr lang="en-US" sz="800"/>
          </a:p>
        </p:txBody>
      </p:sp>
      <p:sp>
        <p:nvSpPr>
          <p:cNvPr id="73" name="Shape 71"/>
          <p:cNvSpPr/>
          <p:nvPr/>
        </p:nvSpPr>
        <p:spPr>
          <a:xfrm>
            <a:off x="7168896" y="4462272"/>
            <a:ext cx="2130552" cy="1042416"/>
          </a:xfrm>
          <a:prstGeom prst="roundRect">
            <a:avLst>
              <a:gd name="adj" fmla="val 5263"/>
            </a:avLst>
          </a:prstGeom>
          <a:solidFill>
            <a:srgbClr val="F5F7FB"/>
          </a:solidFill>
          <a:ln w="9525">
            <a:solidFill>
              <a:srgbClr val="D5DCE8"/>
            </a:solidFill>
            <a:prstDash val="solid"/>
          </a:ln>
        </p:spPr>
        <p:txBody>
          <a:bodyPr/>
          <a:lstStyle/>
          <a:p>
            <a:endParaRPr lang="en-IN"/>
          </a:p>
        </p:txBody>
      </p:sp>
      <p:sp>
        <p:nvSpPr>
          <p:cNvPr id="74" name="Shape 72"/>
          <p:cNvSpPr/>
          <p:nvPr/>
        </p:nvSpPr>
        <p:spPr>
          <a:xfrm>
            <a:off x="7242048" y="4535424"/>
            <a:ext cx="1984248" cy="256032"/>
          </a:xfrm>
          <a:prstGeom prst="roundRect">
            <a:avLst>
              <a:gd name="adj" fmla="val 17857"/>
            </a:avLst>
          </a:prstGeom>
          <a:solidFill>
            <a:srgbClr val="0B3A6E"/>
          </a:solidFill>
          <a:ln w="12700">
            <a:solidFill>
              <a:srgbClr val="0B3A6E"/>
            </a:solidFill>
            <a:prstDash val="solid"/>
          </a:ln>
        </p:spPr>
        <p:txBody>
          <a:bodyPr/>
          <a:lstStyle/>
          <a:p>
            <a:endParaRPr lang="en-IN"/>
          </a:p>
        </p:txBody>
      </p:sp>
      <p:sp>
        <p:nvSpPr>
          <p:cNvPr id="75" name="Text 73"/>
          <p:cNvSpPr txBox="1"/>
          <p:nvPr/>
        </p:nvSpPr>
        <p:spPr>
          <a:xfrm>
            <a:off x="7242048" y="4535424"/>
            <a:ext cx="1984248" cy="25603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Architecture</a:t>
            </a:r>
            <a:endParaRPr lang="en-US" sz="1100"/>
          </a:p>
        </p:txBody>
      </p:sp>
      <p:sp>
        <p:nvSpPr>
          <p:cNvPr id="76" name="Text 74"/>
          <p:cNvSpPr txBox="1"/>
          <p:nvPr/>
        </p:nvSpPr>
        <p:spPr>
          <a:xfrm>
            <a:off x="7260336" y="4828032"/>
            <a:ext cx="1947672" cy="630936"/>
          </a:xfrm>
          <a:prstGeom prst="rect">
            <a:avLst/>
          </a:prstGeom>
          <a:noFill/>
          <a:ln/>
        </p:spPr>
        <p:txBody>
          <a:bodyPr wrap="square" lIns="0" tIns="0" rIns="0" bIns="0" rtlCol="0" anchor="t"/>
          <a:lstStyle/>
          <a:p>
            <a:pPr marL="0" indent="0">
              <a:spcAft>
                <a:spcPts val="200"/>
              </a:spcAft>
              <a:buNone/>
            </a:pPr>
            <a:r>
              <a:rPr lang="en-US" sz="800" i="1">
                <a:solidFill>
                  <a:srgbClr val="1A202C"/>
                </a:solidFill>
                <a:latin typeface="Calibri" pitchFamily="34" charset="0"/>
                <a:ea typeface="Calibri" pitchFamily="34" charset="-122"/>
                <a:cs typeface="Calibri" pitchFamily="34" charset="-120"/>
              </a:rPr>
              <a:t>Does the deployed architecture match the proposed design and data-processing services?</a:t>
            </a:r>
            <a:endParaRPr lang="en-US" sz="800"/>
          </a:p>
          <a:p>
            <a:pPr marL="0" indent="0">
              <a:spcAft>
                <a:spcPts val="200"/>
              </a:spcAft>
              <a:buNone/>
            </a:pPr>
            <a:r>
              <a:rPr lang="en-US" sz="800" b="1">
                <a:solidFill>
                  <a:srgbClr val="0B3A6E"/>
                </a:solidFill>
                <a:latin typeface="Calibri" pitchFamily="34" charset="0"/>
                <a:ea typeface="Calibri" pitchFamily="34" charset="-122"/>
                <a:cs typeface="Calibri" pitchFamily="34" charset="-120"/>
              </a:rPr>
              <a:t>Evidence: </a:t>
            </a:r>
            <a:r>
              <a:rPr lang="en-US" sz="800">
                <a:solidFill>
                  <a:srgbClr val="1A202C"/>
                </a:solidFill>
                <a:latin typeface="Calibri" pitchFamily="34" charset="0"/>
                <a:ea typeface="Calibri" pitchFamily="34" charset="-122"/>
                <a:cs typeface="Calibri" pitchFamily="34" charset="-120"/>
              </a:rPr>
              <a:t>Architecture diagrams, config settings, Microsoft docs</a:t>
            </a:r>
            <a:endParaRPr lang="en-US" sz="800"/>
          </a:p>
        </p:txBody>
      </p:sp>
      <p:sp>
        <p:nvSpPr>
          <p:cNvPr id="77" name="Shape 75"/>
          <p:cNvSpPr/>
          <p:nvPr/>
        </p:nvSpPr>
        <p:spPr>
          <a:xfrm>
            <a:off x="9436608" y="4462272"/>
            <a:ext cx="2386584" cy="1042416"/>
          </a:xfrm>
          <a:prstGeom prst="roundRect">
            <a:avLst>
              <a:gd name="adj" fmla="val 5263"/>
            </a:avLst>
          </a:prstGeom>
          <a:solidFill>
            <a:srgbClr val="E6EDF5"/>
          </a:solidFill>
          <a:ln w="12700">
            <a:solidFill>
              <a:srgbClr val="E6EDF5"/>
            </a:solidFill>
            <a:prstDash val="solid"/>
          </a:ln>
        </p:spPr>
        <p:txBody>
          <a:bodyPr/>
          <a:lstStyle/>
          <a:p>
            <a:endParaRPr lang="en-IN"/>
          </a:p>
        </p:txBody>
      </p:sp>
      <p:sp>
        <p:nvSpPr>
          <p:cNvPr id="78" name="Text 76"/>
          <p:cNvSpPr txBox="1"/>
          <p:nvPr/>
        </p:nvSpPr>
        <p:spPr>
          <a:xfrm>
            <a:off x="9546336" y="4535424"/>
            <a:ext cx="2203704" cy="237744"/>
          </a:xfrm>
          <a:prstGeom prst="rect">
            <a:avLst/>
          </a:prstGeom>
          <a:noFill/>
          <a:ln/>
        </p:spPr>
        <p:txBody>
          <a:bodyPr wrap="square" lIns="0" tIns="0" rIns="0" bIns="0" rtlCol="0" anchor="ctr"/>
          <a:lstStyle/>
          <a:p>
            <a:pPr marL="0" indent="0">
              <a:buNone/>
            </a:pPr>
            <a:r>
              <a:rPr lang="en-US" sz="1050" b="1">
                <a:solidFill>
                  <a:srgbClr val="0B2A55"/>
                </a:solidFill>
                <a:latin typeface="Calibri" pitchFamily="34" charset="0"/>
                <a:ea typeface="Calibri" pitchFamily="34" charset="-122"/>
                <a:cs typeface="Calibri" pitchFamily="34" charset="-120"/>
              </a:rPr>
              <a:t>SSP outputs (feed Stage 4)</a:t>
            </a:r>
            <a:endParaRPr lang="en-US" sz="1050"/>
          </a:p>
        </p:txBody>
      </p:sp>
      <p:sp>
        <p:nvSpPr>
          <p:cNvPr id="79" name="Text 77"/>
          <p:cNvSpPr txBox="1"/>
          <p:nvPr/>
        </p:nvSpPr>
        <p:spPr>
          <a:xfrm>
            <a:off x="9546336" y="4791456"/>
            <a:ext cx="2203704" cy="621792"/>
          </a:xfrm>
          <a:prstGeom prst="rect">
            <a:avLst/>
          </a:prstGeom>
          <a:noFill/>
          <a:ln/>
        </p:spPr>
        <p:txBody>
          <a:bodyPr wrap="square" lIns="0" tIns="0" rIns="0" bIns="0" rtlCol="0" anchor="t"/>
          <a:lstStyle/>
          <a:p>
            <a:pPr marL="127000" indent="-127000">
              <a:spcAft>
                <a:spcPts val="100"/>
              </a:spcAft>
              <a:buSzPct val="100000"/>
              <a:buChar char="•"/>
            </a:pPr>
            <a:r>
              <a:rPr lang="en-US" sz="900">
                <a:solidFill>
                  <a:srgbClr val="1A202C"/>
                </a:solidFill>
                <a:latin typeface="Calibri" pitchFamily="34" charset="0"/>
                <a:ea typeface="Calibri" pitchFamily="34" charset="-122"/>
                <a:cs typeface="Calibri" pitchFamily="34" charset="-120"/>
              </a:rPr>
              <a:t>Control requirements</a:t>
            </a:r>
            <a:endParaRPr lang="en-US" sz="900"/>
          </a:p>
          <a:p>
            <a:pPr marL="127000" indent="-127000">
              <a:spcAft>
                <a:spcPts val="100"/>
              </a:spcAft>
              <a:buSzPct val="100000"/>
              <a:buChar char="•"/>
            </a:pPr>
            <a:r>
              <a:rPr lang="en-US" sz="900">
                <a:solidFill>
                  <a:srgbClr val="1A202C"/>
                </a:solidFill>
                <a:latin typeface="Calibri" pitchFamily="34" charset="0"/>
                <a:ea typeface="Calibri" pitchFamily="34" charset="-122"/>
                <a:cs typeface="Calibri" pitchFamily="34" charset="-120"/>
              </a:rPr>
              <a:t>Evidence plan</a:t>
            </a:r>
            <a:endParaRPr lang="en-US" sz="900"/>
          </a:p>
          <a:p>
            <a:pPr marL="127000" indent="-127000">
              <a:spcAft>
                <a:spcPts val="100"/>
              </a:spcAft>
              <a:buSzPct val="100000"/>
              <a:buChar char="•"/>
            </a:pPr>
            <a:r>
              <a:rPr lang="en-US" sz="900">
                <a:solidFill>
                  <a:srgbClr val="1A202C"/>
                </a:solidFill>
                <a:latin typeface="Calibri" pitchFamily="34" charset="0"/>
                <a:ea typeface="Calibri" pitchFamily="34" charset="-122"/>
                <a:cs typeface="Calibri" pitchFamily="34" charset="-120"/>
              </a:rPr>
              <a:t>Gaps to be fixed</a:t>
            </a:r>
            <a:endParaRPr lang="en-US" sz="900"/>
          </a:p>
          <a:p>
            <a:pPr marL="127000" indent="-127000">
              <a:spcAft>
                <a:spcPts val="100"/>
              </a:spcAft>
              <a:buSzPct val="100000"/>
              <a:buChar char="•"/>
            </a:pPr>
            <a:r>
              <a:rPr lang="en-US" sz="900">
                <a:solidFill>
                  <a:srgbClr val="1A202C"/>
                </a:solidFill>
                <a:latin typeface="Calibri" pitchFamily="34" charset="0"/>
                <a:ea typeface="Calibri" pitchFamily="34" charset="-122"/>
                <a:cs typeface="Calibri" pitchFamily="34" charset="-120"/>
              </a:rPr>
              <a:t>Residual risks</a:t>
            </a:r>
            <a:endParaRPr lang="en-US" sz="900"/>
          </a:p>
        </p:txBody>
      </p:sp>
      <p:sp>
        <p:nvSpPr>
          <p:cNvPr id="82" name="Shape 80"/>
          <p:cNvSpPr/>
          <p:nvPr/>
        </p:nvSpPr>
        <p:spPr>
          <a:xfrm>
            <a:off x="356616" y="5696712"/>
            <a:ext cx="11457432" cy="685800"/>
          </a:xfrm>
          <a:prstGeom prst="roundRect">
            <a:avLst>
              <a:gd name="adj" fmla="val 10667"/>
            </a:avLst>
          </a:prstGeom>
          <a:solidFill>
            <a:srgbClr val="0B2A55"/>
          </a:solidFill>
          <a:ln w="12700">
            <a:solidFill>
              <a:srgbClr val="0B2A55"/>
            </a:solidFill>
            <a:prstDash val="solid"/>
          </a:ln>
        </p:spPr>
        <p:txBody>
          <a:bodyPr/>
          <a:lstStyle/>
          <a:p>
            <a:endParaRPr lang="en-IN"/>
          </a:p>
        </p:txBody>
      </p:sp>
      <p:sp>
        <p:nvSpPr>
          <p:cNvPr id="83" name="Text 81"/>
          <p:cNvSpPr txBox="1"/>
          <p:nvPr/>
        </p:nvSpPr>
        <p:spPr>
          <a:xfrm>
            <a:off x="539496" y="5724144"/>
            <a:ext cx="4206240" cy="630936"/>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The Result – Basis of the Illustration</a:t>
            </a:r>
            <a:endParaRPr lang="en-US" sz="1400"/>
          </a:p>
          <a:p>
            <a:pPr marL="0" indent="0">
              <a:buNone/>
            </a:pPr>
            <a:r>
              <a:rPr lang="en-US" sz="950">
                <a:solidFill>
                  <a:srgbClr val="FFFFFF"/>
                </a:solidFill>
                <a:latin typeface="Calibri" pitchFamily="34" charset="0"/>
                <a:ea typeface="Calibri" pitchFamily="34" charset="-122"/>
                <a:cs typeface="Calibri" pitchFamily="34" charset="-120"/>
              </a:rPr>
              <a:t>A secure, governed, value-driven Copilot deployment for the Legal Department</a:t>
            </a:r>
            <a:endParaRPr lang="en-US" sz="1400"/>
          </a:p>
        </p:txBody>
      </p:sp>
      <p:sp>
        <p:nvSpPr>
          <p:cNvPr id="84" name="Text 82"/>
          <p:cNvSpPr txBox="1"/>
          <p:nvPr/>
        </p:nvSpPr>
        <p:spPr>
          <a:xfrm>
            <a:off x="4837176" y="5724144"/>
            <a:ext cx="1331366" cy="630936"/>
          </a:xfrm>
          <a:prstGeom prst="rect">
            <a:avLst/>
          </a:prstGeom>
          <a:noFill/>
          <a:ln/>
        </p:spPr>
        <p:txBody>
          <a:bodyPr wrap="square" lIns="0" tIns="0" rIns="0" bIns="0" rtlCol="0" anchor="ctr"/>
          <a:lstStyle/>
          <a:p>
            <a:pPr marL="0" indent="0" algn="ctr">
              <a:buNone/>
            </a:pPr>
            <a:r>
              <a:rPr lang="en-US" sz="1500" b="1">
                <a:solidFill>
                  <a:srgbClr val="7FD6FF"/>
                </a:solidFill>
                <a:latin typeface="Calibri" pitchFamily="34" charset="0"/>
                <a:ea typeface="Calibri" pitchFamily="34" charset="-122"/>
                <a:cs typeface="Calibri" pitchFamily="34" charset="-120"/>
              </a:rPr>
              <a:t>2 hrs/week</a:t>
            </a:r>
            <a:endParaRPr lang="en-US" sz="1500"/>
          </a:p>
          <a:p>
            <a:pPr marL="0" indent="0" algn="ctr">
              <a:buNone/>
            </a:pPr>
            <a:r>
              <a:rPr lang="en-US" sz="900">
                <a:solidFill>
                  <a:srgbClr val="FFFFFF"/>
                </a:solidFill>
                <a:latin typeface="Calibri" pitchFamily="34" charset="0"/>
                <a:ea typeface="Calibri" pitchFamily="34" charset="-122"/>
                <a:cs typeface="Calibri" pitchFamily="34" charset="-120"/>
              </a:rPr>
              <a:t>per attorney saved</a:t>
            </a:r>
            <a:endParaRPr lang="en-US" sz="1500"/>
          </a:p>
        </p:txBody>
      </p:sp>
      <p:sp>
        <p:nvSpPr>
          <p:cNvPr id="85" name="Text 83"/>
          <p:cNvSpPr txBox="1"/>
          <p:nvPr/>
        </p:nvSpPr>
        <p:spPr>
          <a:xfrm>
            <a:off x="6214262" y="5724144"/>
            <a:ext cx="1331366" cy="630936"/>
          </a:xfrm>
          <a:prstGeom prst="rect">
            <a:avLst/>
          </a:prstGeom>
          <a:noFill/>
          <a:ln/>
        </p:spPr>
        <p:txBody>
          <a:bodyPr wrap="square" lIns="0" tIns="0" rIns="0" bIns="0" rtlCol="0" anchor="ctr"/>
          <a:lstStyle/>
          <a:p>
            <a:pPr marL="0" indent="0" algn="ctr">
              <a:buNone/>
            </a:pPr>
            <a:r>
              <a:rPr lang="en-US" sz="1500" b="1">
                <a:solidFill>
                  <a:srgbClr val="7FD6FF"/>
                </a:solidFill>
                <a:latin typeface="Calibri" pitchFamily="34" charset="0"/>
                <a:ea typeface="Calibri" pitchFamily="34" charset="-122"/>
                <a:cs typeface="Calibri" pitchFamily="34" charset="-120"/>
              </a:rPr>
              <a:t>$55,000</a:t>
            </a:r>
            <a:endParaRPr lang="en-US" sz="1500"/>
          </a:p>
          <a:p>
            <a:pPr marL="0" indent="0" algn="ctr">
              <a:buNone/>
            </a:pPr>
            <a:r>
              <a:rPr lang="en-US" sz="900">
                <a:solidFill>
                  <a:srgbClr val="FFFFFF"/>
                </a:solidFill>
                <a:latin typeface="Calibri" pitchFamily="34" charset="0"/>
                <a:ea typeface="Calibri" pitchFamily="34" charset="-122"/>
                <a:cs typeface="Calibri" pitchFamily="34" charset="-120"/>
              </a:rPr>
              <a:t>annual benefit</a:t>
            </a:r>
            <a:endParaRPr lang="en-US" sz="1500"/>
          </a:p>
        </p:txBody>
      </p:sp>
      <p:sp>
        <p:nvSpPr>
          <p:cNvPr id="86" name="Text 84"/>
          <p:cNvSpPr txBox="1"/>
          <p:nvPr/>
        </p:nvSpPr>
        <p:spPr>
          <a:xfrm>
            <a:off x="7591349" y="5724144"/>
            <a:ext cx="1331366" cy="630936"/>
          </a:xfrm>
          <a:prstGeom prst="rect">
            <a:avLst/>
          </a:prstGeom>
          <a:noFill/>
          <a:ln/>
        </p:spPr>
        <p:txBody>
          <a:bodyPr wrap="square" lIns="0" tIns="0" rIns="0" bIns="0" rtlCol="0" anchor="ctr"/>
          <a:lstStyle/>
          <a:p>
            <a:pPr marL="0" indent="0" algn="ctr">
              <a:buNone/>
            </a:pPr>
            <a:r>
              <a:rPr lang="en-US" sz="1500" b="1">
                <a:solidFill>
                  <a:srgbClr val="7FD6FF"/>
                </a:solidFill>
                <a:latin typeface="Calibri" pitchFamily="34" charset="0"/>
                <a:ea typeface="Calibri" pitchFamily="34" charset="-122"/>
                <a:cs typeface="Calibri" pitchFamily="34" charset="-120"/>
              </a:rPr>
              <a:t>267%</a:t>
            </a:r>
            <a:endParaRPr lang="en-US" sz="1500"/>
          </a:p>
          <a:p>
            <a:pPr marL="0" indent="0" algn="ctr">
              <a:buNone/>
            </a:pPr>
            <a:r>
              <a:rPr lang="en-US" sz="900">
                <a:solidFill>
                  <a:srgbClr val="FFFFFF"/>
                </a:solidFill>
                <a:latin typeface="Calibri" pitchFamily="34" charset="0"/>
                <a:ea typeface="Calibri" pitchFamily="34" charset="-122"/>
                <a:cs typeface="Calibri" pitchFamily="34" charset="-120"/>
              </a:rPr>
              <a:t>annual ROI</a:t>
            </a:r>
            <a:endParaRPr lang="en-US" sz="1500"/>
          </a:p>
        </p:txBody>
      </p:sp>
      <p:sp>
        <p:nvSpPr>
          <p:cNvPr id="87" name="Text 85"/>
          <p:cNvSpPr txBox="1"/>
          <p:nvPr/>
        </p:nvSpPr>
        <p:spPr>
          <a:xfrm>
            <a:off x="8968435" y="5724144"/>
            <a:ext cx="1331366" cy="630936"/>
          </a:xfrm>
          <a:prstGeom prst="rect">
            <a:avLst/>
          </a:prstGeom>
          <a:noFill/>
          <a:ln/>
        </p:spPr>
        <p:txBody>
          <a:bodyPr wrap="square" lIns="0" tIns="0" rIns="0" bIns="0" rtlCol="0" anchor="ctr"/>
          <a:lstStyle/>
          <a:p>
            <a:pPr marL="0" indent="0" algn="ctr">
              <a:buNone/>
            </a:pPr>
            <a:r>
              <a:rPr lang="en-US" sz="1500" b="1">
                <a:solidFill>
                  <a:srgbClr val="7FD6FF"/>
                </a:solidFill>
                <a:latin typeface="Calibri" pitchFamily="34" charset="0"/>
                <a:ea typeface="Calibri" pitchFamily="34" charset="-122"/>
                <a:cs typeface="Calibri" pitchFamily="34" charset="-120"/>
              </a:rPr>
              <a:t>&lt; 4 months</a:t>
            </a:r>
            <a:endParaRPr lang="en-US" sz="1500"/>
          </a:p>
          <a:p>
            <a:pPr marL="0" indent="0" algn="ctr">
              <a:buNone/>
            </a:pPr>
            <a:r>
              <a:rPr lang="en-US" sz="900">
                <a:solidFill>
                  <a:srgbClr val="FFFFFF"/>
                </a:solidFill>
                <a:latin typeface="Calibri" pitchFamily="34" charset="0"/>
                <a:ea typeface="Calibri" pitchFamily="34" charset="-122"/>
                <a:cs typeface="Calibri" pitchFamily="34" charset="-120"/>
              </a:rPr>
              <a:t>payback period</a:t>
            </a:r>
            <a:endParaRPr lang="en-US" sz="1500"/>
          </a:p>
        </p:txBody>
      </p:sp>
      <p:sp>
        <p:nvSpPr>
          <p:cNvPr id="88" name="Text 86"/>
          <p:cNvSpPr txBox="1"/>
          <p:nvPr/>
        </p:nvSpPr>
        <p:spPr>
          <a:xfrm>
            <a:off x="10345522" y="5724144"/>
            <a:ext cx="1331366" cy="630936"/>
          </a:xfrm>
          <a:prstGeom prst="rect">
            <a:avLst/>
          </a:prstGeom>
          <a:noFill/>
          <a:ln/>
        </p:spPr>
        <p:txBody>
          <a:bodyPr wrap="square" lIns="0" tIns="0" rIns="0" bIns="0" rtlCol="0" anchor="ctr"/>
          <a:lstStyle/>
          <a:p>
            <a:pPr marL="0" indent="0" algn="ctr">
              <a:buNone/>
            </a:pPr>
            <a:r>
              <a:rPr lang="en-US" sz="1200" b="1">
                <a:solidFill>
                  <a:srgbClr val="7FD6FF"/>
                </a:solidFill>
                <a:latin typeface="Calibri" pitchFamily="34" charset="0"/>
                <a:ea typeface="Calibri" pitchFamily="34" charset="-122"/>
                <a:cs typeface="Calibri" pitchFamily="34" charset="-120"/>
              </a:rPr>
              <a:t>Tier 3 (Low Risk)</a:t>
            </a:r>
            <a:endParaRPr lang="en-US" sz="1200"/>
          </a:p>
          <a:p>
            <a:pPr marL="0" indent="0" algn="ctr">
              <a:buNone/>
            </a:pPr>
            <a:r>
              <a:rPr lang="en-US" sz="900">
                <a:solidFill>
                  <a:srgbClr val="FFFFFF"/>
                </a:solidFill>
                <a:latin typeface="Calibri" pitchFamily="34" charset="0"/>
                <a:ea typeface="Calibri" pitchFamily="34" charset="-122"/>
                <a:cs typeface="Calibri" pitchFamily="34" charset="-120"/>
              </a:rPr>
              <a:t>internal use only</a:t>
            </a:r>
            <a:endParaRPr lang="en-US"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r>
              <a:rPr lang="en-US"/>
              <a:t>AI Governance Process Flow</a:t>
            </a:r>
            <a:endParaRPr/>
          </a:p>
        </p:txBody>
      </p:sp>
      <p:sp>
        <p:nvSpPr>
          <p:cNvPr id="8" name="Subtitle 7">
            <a:extLst>
              <a:ext uri="{FF2B5EF4-FFF2-40B4-BE49-F238E27FC236}">
                <a16:creationId xmlns:a16="http://schemas.microsoft.com/office/drawing/2014/main" id="{15D604C7-C176-3C9D-E20D-BFD7AB39631D}"/>
              </a:ext>
            </a:extLst>
          </p:cNvPr>
          <p:cNvSpPr>
            <a:spLocks noGrp="1"/>
          </p:cNvSpPr>
          <p:nvPr>
            <p:ph type="subTitle" idx="1"/>
          </p:nvPr>
        </p:nvSpPr>
        <p:spPr/>
        <p:txBody>
          <a:bodyPr/>
          <a:lstStyle/>
          <a:p>
            <a:r>
              <a:rPr lang="en-IN" sz="1600"/>
              <a:t>SIMPLIFIED VIEW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8F129-5146-A9D5-AC75-1A9C3245F5CC}"/>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0A8C7F30-B65A-F600-DCF6-CCC38B8E88E0}"/>
              </a:ext>
            </a:extLst>
          </p:cNvPr>
          <p:cNvSpPr/>
          <p:nvPr/>
        </p:nvSpPr>
        <p:spPr>
          <a:xfrm>
            <a:off x="10344917" y="3383279"/>
            <a:ext cx="1353312" cy="2834639"/>
          </a:xfrm>
          <a:prstGeom prst="rect">
            <a:avLst/>
          </a:prstGeom>
          <a:solidFill>
            <a:srgbClr val="EDEDED"/>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6" name="Rectangle 155">
            <a:extLst>
              <a:ext uri="{FF2B5EF4-FFF2-40B4-BE49-F238E27FC236}">
                <a16:creationId xmlns:a16="http://schemas.microsoft.com/office/drawing/2014/main" id="{89A4884D-B8A4-9824-E0E0-C9259BA3EAF3}"/>
              </a:ext>
            </a:extLst>
          </p:cNvPr>
          <p:cNvSpPr/>
          <p:nvPr/>
        </p:nvSpPr>
        <p:spPr>
          <a:xfrm>
            <a:off x="1463040" y="3383280"/>
            <a:ext cx="8723203" cy="2834640"/>
          </a:xfrm>
          <a:prstGeom prst="rect">
            <a:avLst/>
          </a:prstGeom>
          <a:solidFill>
            <a:srgbClr val="EAF5FB"/>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4" name="Rectangle 153">
            <a:extLst>
              <a:ext uri="{FF2B5EF4-FFF2-40B4-BE49-F238E27FC236}">
                <a16:creationId xmlns:a16="http://schemas.microsoft.com/office/drawing/2014/main" id="{C575CDFB-D235-4565-7021-0DD290E15433}"/>
              </a:ext>
            </a:extLst>
          </p:cNvPr>
          <p:cNvSpPr/>
          <p:nvPr/>
        </p:nvSpPr>
        <p:spPr>
          <a:xfrm>
            <a:off x="1433697" y="1565308"/>
            <a:ext cx="10245855" cy="1725214"/>
          </a:xfrm>
          <a:prstGeom prst="rect">
            <a:avLst/>
          </a:prstGeom>
          <a:solidFill>
            <a:srgbClr val="F4F8FC"/>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Rectangle 118">
            <a:extLst>
              <a:ext uri="{FF2B5EF4-FFF2-40B4-BE49-F238E27FC236}">
                <a16:creationId xmlns:a16="http://schemas.microsoft.com/office/drawing/2014/main" id="{47B6DB03-4946-5C28-631D-DA01872B7EE7}"/>
              </a:ext>
            </a:extLst>
          </p:cNvPr>
          <p:cNvSpPr/>
          <p:nvPr/>
        </p:nvSpPr>
        <p:spPr>
          <a:xfrm>
            <a:off x="452135" y="1551963"/>
            <a:ext cx="960120" cy="1747095"/>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FFFFFF"/>
                </a:solidFill>
                <a:effectLst/>
                <a:uLnTx/>
                <a:uFillTx/>
                <a:latin typeface="Calibri"/>
                <a:ea typeface="+mn-ea"/>
                <a:cs typeface="+mn-cs"/>
              </a:rPr>
              <a:t>AI Governance</a:t>
            </a:r>
          </a:p>
        </p:txBody>
      </p:sp>
      <p:sp>
        <p:nvSpPr>
          <p:cNvPr id="35" name="TextBox 34">
            <a:extLst>
              <a:ext uri="{FF2B5EF4-FFF2-40B4-BE49-F238E27FC236}">
                <a16:creationId xmlns:a16="http://schemas.microsoft.com/office/drawing/2014/main" id="{E8A98F67-7C56-1938-2878-CDE79AA36F1B}"/>
              </a:ext>
            </a:extLst>
          </p:cNvPr>
          <p:cNvSpPr txBox="1"/>
          <p:nvPr/>
        </p:nvSpPr>
        <p:spPr>
          <a:xfrm>
            <a:off x="10344917" y="3429000"/>
            <a:ext cx="1353312" cy="201168"/>
          </a:xfrm>
          <a:prstGeom prst="rect">
            <a:avLst/>
          </a:prstGeom>
          <a:noFill/>
        </p:spPr>
        <p:txBody>
          <a:bodyPr wrap="square" lIns="0" tIns="27432" rIns="0" bIns="27432"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595959"/>
                </a:solidFill>
                <a:effectLst/>
                <a:uLnTx/>
                <a:uFillTx/>
                <a:latin typeface="Calibri"/>
                <a:ea typeface="+mn-ea"/>
                <a:cs typeface="+mn-cs"/>
              </a:rPr>
              <a:t>Business as usual</a:t>
            </a:r>
          </a:p>
        </p:txBody>
      </p:sp>
      <p:sp>
        <p:nvSpPr>
          <p:cNvPr id="2" name="Title 1">
            <a:extLst>
              <a:ext uri="{FF2B5EF4-FFF2-40B4-BE49-F238E27FC236}">
                <a16:creationId xmlns:a16="http://schemas.microsoft.com/office/drawing/2014/main" id="{7965D621-F9B8-0FEE-5300-215B80597B4A}"/>
              </a:ext>
            </a:extLst>
          </p:cNvPr>
          <p:cNvSpPr>
            <a:spLocks noGrp="1"/>
          </p:cNvSpPr>
          <p:nvPr>
            <p:ph type="title"/>
          </p:nvPr>
        </p:nvSpPr>
        <p:spPr/>
        <p:txBody>
          <a:bodyPr/>
          <a:lstStyle/>
          <a:p>
            <a:r>
              <a:rPr lang="en-IN"/>
              <a:t>AI governance process</a:t>
            </a:r>
          </a:p>
        </p:txBody>
      </p:sp>
      <p:sp>
        <p:nvSpPr>
          <p:cNvPr id="3" name="Slide Number Placeholder 2">
            <a:extLst>
              <a:ext uri="{FF2B5EF4-FFF2-40B4-BE49-F238E27FC236}">
                <a16:creationId xmlns:a16="http://schemas.microsoft.com/office/drawing/2014/main" id="{450D67B5-7CA4-1630-352A-7395EDEBED0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238CA89-7353-4F3A-AC37-89E42AD6A6B5}" type="slidenum">
              <a:rPr kumimoji="0" lang="en-US" altLang="en-US" sz="1000" b="0" i="1" u="none" strike="noStrike" kern="1200" cap="none" spc="0" normalizeH="0" baseline="0" noProof="0" smtClean="0">
                <a:ln>
                  <a:noFill/>
                </a:ln>
                <a:solidFill>
                  <a:prstClr val="black">
                    <a:lumMod val="50000"/>
                    <a:lumOff val="50000"/>
                  </a:prstClr>
                </a:solidFill>
                <a:effectLst/>
                <a:uLnTx/>
                <a:uFillTx/>
                <a:latin typeface="Calibri" panose="020F0502020204030204"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altLang="en-US" sz="1000" b="0" i="1" u="none" strike="noStrike" kern="1200" cap="none" spc="0" normalizeH="0" baseline="0" noProof="0">
              <a:ln>
                <a:noFill/>
              </a:ln>
              <a:solidFill>
                <a:prstClr val="black">
                  <a:lumMod val="50000"/>
                  <a:lumOff val="50000"/>
                </a:prstClr>
              </a:solidFill>
              <a:effectLst/>
              <a:uLnTx/>
              <a:uFillTx/>
              <a:latin typeface="Calibri" panose="020F0502020204030204" pitchFamily="34" charset="0"/>
              <a:ea typeface="+mn-ea"/>
              <a:cs typeface="+mn-cs"/>
            </a:endParaRPr>
          </a:p>
        </p:txBody>
      </p:sp>
      <p:sp>
        <p:nvSpPr>
          <p:cNvPr id="4" name="Rounded Rectangle 9">
            <a:extLst>
              <a:ext uri="{FF2B5EF4-FFF2-40B4-BE49-F238E27FC236}">
                <a16:creationId xmlns:a16="http://schemas.microsoft.com/office/drawing/2014/main" id="{AFD6867A-C509-2F8D-FC93-2B505CA224B1}"/>
              </a:ext>
            </a:extLst>
          </p:cNvPr>
          <p:cNvSpPr/>
          <p:nvPr/>
        </p:nvSpPr>
        <p:spPr>
          <a:xfrm>
            <a:off x="1483840" y="1840265"/>
            <a:ext cx="868680" cy="731520"/>
          </a:xfrm>
          <a:prstGeom prst="roundRect">
            <a:avLst>
              <a:gd name="adj" fmla="val 12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1  Identify &amp; Define</a:t>
            </a:r>
          </a:p>
        </p:txBody>
      </p:sp>
      <p:sp>
        <p:nvSpPr>
          <p:cNvPr id="5" name="Rounded Rectangle 10">
            <a:extLst>
              <a:ext uri="{FF2B5EF4-FFF2-40B4-BE49-F238E27FC236}">
                <a16:creationId xmlns:a16="http://schemas.microsoft.com/office/drawing/2014/main" id="{ECE77FA5-1133-54A9-03A8-735B54CBFDFB}"/>
              </a:ext>
            </a:extLst>
          </p:cNvPr>
          <p:cNvSpPr/>
          <p:nvPr/>
        </p:nvSpPr>
        <p:spPr>
          <a:xfrm>
            <a:off x="2517112" y="1840265"/>
            <a:ext cx="868680" cy="731520"/>
          </a:xfrm>
          <a:prstGeom prst="roundRect">
            <a:avLst>
              <a:gd name="adj" fmla="val 12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2  Intake &amp; Registration</a:t>
            </a:r>
          </a:p>
        </p:txBody>
      </p:sp>
      <p:sp>
        <p:nvSpPr>
          <p:cNvPr id="6" name="Rounded Rectangle 11">
            <a:extLst>
              <a:ext uri="{FF2B5EF4-FFF2-40B4-BE49-F238E27FC236}">
                <a16:creationId xmlns:a16="http://schemas.microsoft.com/office/drawing/2014/main" id="{2E582439-F711-20AB-C077-6EA23D70BAD0}"/>
              </a:ext>
            </a:extLst>
          </p:cNvPr>
          <p:cNvSpPr/>
          <p:nvPr/>
        </p:nvSpPr>
        <p:spPr>
          <a:xfrm>
            <a:off x="3550384" y="1840265"/>
            <a:ext cx="868680" cy="731520"/>
          </a:xfrm>
          <a:prstGeom prst="roundRect">
            <a:avLst>
              <a:gd name="adj" fmla="val 12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3  Opportunity Assessment</a:t>
            </a:r>
          </a:p>
        </p:txBody>
      </p:sp>
      <p:sp>
        <p:nvSpPr>
          <p:cNvPr id="7" name="Rounded Rectangle 12">
            <a:extLst>
              <a:ext uri="{FF2B5EF4-FFF2-40B4-BE49-F238E27FC236}">
                <a16:creationId xmlns:a16="http://schemas.microsoft.com/office/drawing/2014/main" id="{0D852AFF-429E-B2E7-79E1-656035BC900C}"/>
              </a:ext>
            </a:extLst>
          </p:cNvPr>
          <p:cNvSpPr/>
          <p:nvPr/>
        </p:nvSpPr>
        <p:spPr>
          <a:xfrm>
            <a:off x="4583656" y="1840265"/>
            <a:ext cx="914400" cy="73152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4  Use Case Prioritization</a:t>
            </a:r>
          </a:p>
        </p:txBody>
      </p:sp>
      <p:cxnSp>
        <p:nvCxnSpPr>
          <p:cNvPr id="8" name="Connector 13">
            <a:extLst>
              <a:ext uri="{FF2B5EF4-FFF2-40B4-BE49-F238E27FC236}">
                <a16:creationId xmlns:a16="http://schemas.microsoft.com/office/drawing/2014/main" id="{9D7F40CD-C771-9370-CDBD-9668E400ED53}"/>
              </a:ext>
            </a:extLst>
          </p:cNvPr>
          <p:cNvCxnSpPr/>
          <p:nvPr/>
        </p:nvCxnSpPr>
        <p:spPr>
          <a:xfrm>
            <a:off x="2352520" y="2206025"/>
            <a:ext cx="164592" cy="0"/>
          </a:xfrm>
          <a:prstGeom prst="line">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14">
            <a:extLst>
              <a:ext uri="{FF2B5EF4-FFF2-40B4-BE49-F238E27FC236}">
                <a16:creationId xmlns:a16="http://schemas.microsoft.com/office/drawing/2014/main" id="{5C8E5144-6C6F-A11D-BCF6-F51E556F602D}"/>
              </a:ext>
            </a:extLst>
          </p:cNvPr>
          <p:cNvCxnSpPr/>
          <p:nvPr/>
        </p:nvCxnSpPr>
        <p:spPr>
          <a:xfrm>
            <a:off x="3385792" y="2206025"/>
            <a:ext cx="164592" cy="0"/>
          </a:xfrm>
          <a:prstGeom prst="line">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15">
            <a:extLst>
              <a:ext uri="{FF2B5EF4-FFF2-40B4-BE49-F238E27FC236}">
                <a16:creationId xmlns:a16="http://schemas.microsoft.com/office/drawing/2014/main" id="{3BC1ADD5-0DCE-C888-10AE-51B80AEA535D}"/>
              </a:ext>
            </a:extLst>
          </p:cNvPr>
          <p:cNvCxnSpPr/>
          <p:nvPr/>
        </p:nvCxnSpPr>
        <p:spPr>
          <a:xfrm>
            <a:off x="4419064" y="2206025"/>
            <a:ext cx="164592" cy="0"/>
          </a:xfrm>
          <a:prstGeom prst="line">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7">
            <a:extLst>
              <a:ext uri="{FF2B5EF4-FFF2-40B4-BE49-F238E27FC236}">
                <a16:creationId xmlns:a16="http://schemas.microsoft.com/office/drawing/2014/main" id="{BA47715E-296A-A731-37BB-89CCF0F7A636}"/>
              </a:ext>
            </a:extLst>
          </p:cNvPr>
          <p:cNvSpPr/>
          <p:nvPr/>
        </p:nvSpPr>
        <p:spPr>
          <a:xfrm>
            <a:off x="4497992" y="2811528"/>
            <a:ext cx="1055832" cy="384048"/>
          </a:xfrm>
          <a:prstGeom prst="roundRect">
            <a:avLst>
              <a:gd name="adj" fmla="val 30000"/>
            </a:avLst>
          </a:prstGeom>
          <a:solidFill>
            <a:srgbClr val="F2F2F2"/>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222222"/>
                </a:solidFill>
                <a:effectLst/>
                <a:uLnTx/>
                <a:uFillTx/>
                <a:latin typeface="Calibri"/>
                <a:ea typeface="+mn-ea"/>
                <a:cs typeface="+mn-cs"/>
              </a:rPr>
              <a:t>Decline recorded </a:t>
            </a:r>
            <a:endParaRPr kumimoji="0" lang="en-IN" sz="800" b="1" i="0" u="none" strike="noStrike" kern="1200" cap="none" spc="0" normalizeH="0" baseline="0" noProof="0">
              <a:ln>
                <a:noFill/>
              </a:ln>
              <a:solidFill>
                <a:srgbClr val="222222"/>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222222"/>
                </a:solidFill>
                <a:effectLst/>
                <a:uLnTx/>
                <a:uFillTx/>
                <a:latin typeface="Calibri"/>
                <a:ea typeface="+mn-ea"/>
                <a:cs typeface="+mn-cs"/>
              </a:rPr>
              <a:t>at Prioritization</a:t>
            </a:r>
          </a:p>
        </p:txBody>
      </p:sp>
      <p:cxnSp>
        <p:nvCxnSpPr>
          <p:cNvPr id="12" name="Connector 18">
            <a:extLst>
              <a:ext uri="{FF2B5EF4-FFF2-40B4-BE49-F238E27FC236}">
                <a16:creationId xmlns:a16="http://schemas.microsoft.com/office/drawing/2014/main" id="{0A093C73-892E-B8EA-7805-E2C1CA2AB94E}"/>
              </a:ext>
            </a:extLst>
          </p:cNvPr>
          <p:cNvCxnSpPr/>
          <p:nvPr/>
        </p:nvCxnSpPr>
        <p:spPr>
          <a:xfrm>
            <a:off x="5040856" y="2571785"/>
            <a:ext cx="0" cy="246888"/>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Diamond 14">
            <a:extLst>
              <a:ext uri="{FF2B5EF4-FFF2-40B4-BE49-F238E27FC236}">
                <a16:creationId xmlns:a16="http://schemas.microsoft.com/office/drawing/2014/main" id="{981A0380-B846-5F6F-7E56-AEED25D43DAC}"/>
              </a:ext>
            </a:extLst>
          </p:cNvPr>
          <p:cNvSpPr/>
          <p:nvPr/>
        </p:nvSpPr>
        <p:spPr>
          <a:xfrm>
            <a:off x="5674381" y="1771685"/>
            <a:ext cx="960120" cy="868680"/>
          </a:xfrm>
          <a:prstGeom prst="diamond">
            <a:avLst/>
          </a:prstGeom>
          <a:solidFill>
            <a:srgbClr val="FFFFFF"/>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1F3864"/>
                </a:solidFill>
                <a:effectLst/>
                <a:uLnTx/>
                <a:uFillTx/>
                <a:latin typeface="Calibri"/>
                <a:ea typeface="+mn-ea"/>
                <a:cs typeface="+mn-cs"/>
              </a:rPr>
              <a:t>High risk?</a:t>
            </a:r>
          </a:p>
        </p:txBody>
      </p:sp>
      <p:sp>
        <p:nvSpPr>
          <p:cNvPr id="18" name="TextBox 17">
            <a:extLst>
              <a:ext uri="{FF2B5EF4-FFF2-40B4-BE49-F238E27FC236}">
                <a16:creationId xmlns:a16="http://schemas.microsoft.com/office/drawing/2014/main" id="{9C831694-02F7-8ECC-D1F3-B6971F28D1E7}"/>
              </a:ext>
            </a:extLst>
          </p:cNvPr>
          <p:cNvSpPr txBox="1"/>
          <p:nvPr/>
        </p:nvSpPr>
        <p:spPr>
          <a:xfrm>
            <a:off x="6556625" y="2206879"/>
            <a:ext cx="365760" cy="201168"/>
          </a:xfrm>
          <a:prstGeom prst="rect">
            <a:avLst/>
          </a:prstGeom>
          <a:noFill/>
        </p:spPr>
        <p:txBody>
          <a:bodyPr wrap="square" lIns="0" tIns="27432" rIns="0" bIns="27432"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1F3864"/>
                </a:solidFill>
                <a:effectLst/>
                <a:uLnTx/>
                <a:uFillTx/>
                <a:latin typeface="Calibri"/>
                <a:ea typeface="+mn-ea"/>
                <a:cs typeface="+mn-cs"/>
              </a:rPr>
              <a:t>No</a:t>
            </a:r>
          </a:p>
        </p:txBody>
      </p:sp>
      <p:sp>
        <p:nvSpPr>
          <p:cNvPr id="21" name="Rounded Rectangle 30">
            <a:extLst>
              <a:ext uri="{FF2B5EF4-FFF2-40B4-BE49-F238E27FC236}">
                <a16:creationId xmlns:a16="http://schemas.microsoft.com/office/drawing/2014/main" id="{70CA66EA-E9DA-4F81-4FD5-D2F53FE5181C}"/>
              </a:ext>
            </a:extLst>
          </p:cNvPr>
          <p:cNvSpPr/>
          <p:nvPr/>
        </p:nvSpPr>
        <p:spPr>
          <a:xfrm>
            <a:off x="10452877" y="4411342"/>
            <a:ext cx="1115568" cy="731520"/>
          </a:xfrm>
          <a:prstGeom prst="roundRect">
            <a:avLst>
              <a:gd name="adj" fmla="val 12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50" b="1" i="0" u="none" strike="noStrike" kern="1200" cap="none" spc="0" normalizeH="0" baseline="0" noProof="0">
                <a:ln>
                  <a:noFill/>
                </a:ln>
                <a:solidFill>
                  <a:srgbClr val="FFFFFF"/>
                </a:solidFill>
                <a:effectLst/>
                <a:uLnTx/>
                <a:uFillTx/>
                <a:latin typeface="Calibri"/>
                <a:ea typeface="+mn-ea"/>
                <a:cs typeface="+mn-cs"/>
              </a:rPr>
              <a:t>10</a:t>
            </a:r>
            <a:r>
              <a:rPr kumimoji="0" sz="950" b="1" i="0" u="none" strike="noStrike" kern="1200" cap="none" spc="0" normalizeH="0" baseline="0" noProof="0">
                <a:ln>
                  <a:noFill/>
                </a:ln>
                <a:solidFill>
                  <a:srgbClr val="FFFFFF"/>
                </a:solidFill>
                <a:effectLst/>
                <a:uLnTx/>
                <a:uFillTx/>
                <a:latin typeface="Calibri"/>
                <a:ea typeface="+mn-ea"/>
                <a:cs typeface="+mn-cs"/>
              </a:rPr>
              <a:t>  Implement &amp; Operate</a:t>
            </a:r>
          </a:p>
        </p:txBody>
      </p:sp>
      <p:sp>
        <p:nvSpPr>
          <p:cNvPr id="23" name="TextBox 22">
            <a:extLst>
              <a:ext uri="{FF2B5EF4-FFF2-40B4-BE49-F238E27FC236}">
                <a16:creationId xmlns:a16="http://schemas.microsoft.com/office/drawing/2014/main" id="{BC21C6A1-1C34-B765-6822-556041089EE6}"/>
              </a:ext>
            </a:extLst>
          </p:cNvPr>
          <p:cNvSpPr txBox="1"/>
          <p:nvPr/>
        </p:nvSpPr>
        <p:spPr>
          <a:xfrm>
            <a:off x="10013041" y="2021465"/>
            <a:ext cx="411480" cy="201168"/>
          </a:xfrm>
          <a:prstGeom prst="rect">
            <a:avLst/>
          </a:prstGeom>
          <a:noFill/>
        </p:spPr>
        <p:txBody>
          <a:bodyPr wrap="square" lIns="0" tIns="27432" rIns="0" bIns="27432"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1F3864"/>
                </a:solidFill>
                <a:effectLst/>
                <a:uLnTx/>
                <a:uFillTx/>
                <a:latin typeface="Calibri"/>
                <a:ea typeface="+mn-ea"/>
                <a:cs typeface="+mn-cs"/>
              </a:rPr>
              <a:t>Go</a:t>
            </a:r>
          </a:p>
        </p:txBody>
      </p:sp>
      <p:sp>
        <p:nvSpPr>
          <p:cNvPr id="24" name="Rounded Rectangle 23">
            <a:extLst>
              <a:ext uri="{FF2B5EF4-FFF2-40B4-BE49-F238E27FC236}">
                <a16:creationId xmlns:a16="http://schemas.microsoft.com/office/drawing/2014/main" id="{7F1B7F5E-473E-FD71-F534-750D4C997E99}"/>
              </a:ext>
            </a:extLst>
          </p:cNvPr>
          <p:cNvSpPr/>
          <p:nvPr/>
        </p:nvSpPr>
        <p:spPr>
          <a:xfrm>
            <a:off x="6943830" y="1836630"/>
            <a:ext cx="868680" cy="731520"/>
          </a:xfrm>
          <a:prstGeom prst="roundRect">
            <a:avLst>
              <a:gd name="adj" fmla="val 12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50" b="1" i="0" u="none" strike="noStrike" kern="1200" cap="none" spc="0" normalizeH="0" baseline="0" noProof="0">
                <a:ln>
                  <a:noFill/>
                </a:ln>
                <a:solidFill>
                  <a:srgbClr val="FFFFFF"/>
                </a:solidFill>
                <a:effectLst/>
                <a:uLnTx/>
                <a:uFillTx/>
                <a:latin typeface="Calibri"/>
                <a:ea typeface="+mn-ea"/>
                <a:cs typeface="+mn-cs"/>
              </a:rPr>
              <a:t>7</a:t>
            </a:r>
            <a:r>
              <a:rPr kumimoji="0" sz="950" b="1" i="0" u="none" strike="noStrike" kern="1200" cap="none" spc="0" normalizeH="0" baseline="0" noProof="0">
                <a:ln>
                  <a:noFill/>
                </a:ln>
                <a:solidFill>
                  <a:srgbClr val="FFFFFF"/>
                </a:solidFill>
                <a:effectLst/>
                <a:uLnTx/>
                <a:uFillTx/>
                <a:latin typeface="Calibri"/>
                <a:ea typeface="+mn-ea"/>
                <a:cs typeface="+mn-cs"/>
              </a:rPr>
              <a:t>  Value Modelling</a:t>
            </a:r>
            <a:r>
              <a:rPr kumimoji="0" lang="en-IN" sz="950" b="1" i="0" u="none" strike="noStrike" kern="1200" cap="none" spc="0" normalizeH="0" baseline="0" noProof="0">
                <a:ln>
                  <a:noFill/>
                </a:ln>
                <a:solidFill>
                  <a:srgbClr val="FFFFFF"/>
                </a:solidFill>
                <a:effectLst/>
                <a:uLnTx/>
                <a:uFillTx/>
                <a:latin typeface="Calibri"/>
                <a:ea typeface="+mn-ea"/>
                <a:cs typeface="+mn-cs"/>
              </a:rPr>
              <a:t> &amp; Signoff</a:t>
            </a:r>
            <a:endParaRPr kumimoji="0" sz="950" b="1" i="0" u="none" strike="noStrike" kern="1200" cap="none" spc="0" normalizeH="0" baseline="0" noProof="0">
              <a:ln>
                <a:noFill/>
              </a:ln>
              <a:solidFill>
                <a:srgbClr val="FFFFFF"/>
              </a:solidFill>
              <a:effectLst/>
              <a:uLnTx/>
              <a:uFillTx/>
              <a:latin typeface="Calibri"/>
              <a:ea typeface="+mn-ea"/>
              <a:cs typeface="+mn-cs"/>
            </a:endParaRPr>
          </a:p>
        </p:txBody>
      </p:sp>
      <p:sp>
        <p:nvSpPr>
          <p:cNvPr id="26" name="Rounded Rectangle 26">
            <a:extLst>
              <a:ext uri="{FF2B5EF4-FFF2-40B4-BE49-F238E27FC236}">
                <a16:creationId xmlns:a16="http://schemas.microsoft.com/office/drawing/2014/main" id="{9AE697B4-8E26-5703-17AA-91B03CDC7BEC}"/>
              </a:ext>
            </a:extLst>
          </p:cNvPr>
          <p:cNvSpPr/>
          <p:nvPr/>
        </p:nvSpPr>
        <p:spPr>
          <a:xfrm>
            <a:off x="9195460" y="1836630"/>
            <a:ext cx="914400" cy="73152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50" b="1" i="0" u="none" strike="noStrike" kern="1200" cap="none" spc="0" normalizeH="0" baseline="0" noProof="0">
                <a:ln>
                  <a:noFill/>
                </a:ln>
                <a:solidFill>
                  <a:srgbClr val="FFFFFF"/>
                </a:solidFill>
                <a:effectLst/>
                <a:uLnTx/>
                <a:uFillTx/>
                <a:latin typeface="Calibri"/>
                <a:ea typeface="+mn-ea"/>
                <a:cs typeface="+mn-cs"/>
              </a:rPr>
              <a:t>9</a:t>
            </a:r>
            <a:r>
              <a:rPr kumimoji="0" sz="950" b="1" i="0" u="none" strike="noStrike" kern="1200" cap="none" spc="0" normalizeH="0" baseline="0" noProof="0">
                <a:ln>
                  <a:noFill/>
                </a:ln>
                <a:solidFill>
                  <a:srgbClr val="FFFFFF"/>
                </a:solidFill>
                <a:effectLst/>
                <a:uLnTx/>
                <a:uFillTx/>
                <a:latin typeface="Calibri"/>
                <a:ea typeface="+mn-ea"/>
                <a:cs typeface="+mn-cs"/>
              </a:rPr>
              <a:t>  Authorize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E8F1FA"/>
                </a:solidFill>
                <a:effectLst/>
                <a:uLnTx/>
                <a:uFillTx/>
                <a:latin typeface="Calibri"/>
                <a:ea typeface="+mn-ea"/>
                <a:cs typeface="+mn-cs"/>
              </a:rPr>
              <a:t>Go or No-Go</a:t>
            </a:r>
          </a:p>
        </p:txBody>
      </p:sp>
      <p:sp>
        <p:nvSpPr>
          <p:cNvPr id="37" name="TextBox 36">
            <a:extLst>
              <a:ext uri="{FF2B5EF4-FFF2-40B4-BE49-F238E27FC236}">
                <a16:creationId xmlns:a16="http://schemas.microsoft.com/office/drawing/2014/main" id="{ACCB569B-691D-DF93-0ED8-6A4F50BC9EFB}"/>
              </a:ext>
            </a:extLst>
          </p:cNvPr>
          <p:cNvSpPr txBox="1"/>
          <p:nvPr/>
        </p:nvSpPr>
        <p:spPr>
          <a:xfrm>
            <a:off x="6162831" y="2610360"/>
            <a:ext cx="365760"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1F3864"/>
                </a:solidFill>
                <a:effectLst/>
                <a:uLnTx/>
                <a:uFillTx/>
                <a:latin typeface="Calibri"/>
                <a:ea typeface="+mn-ea"/>
                <a:cs typeface="+mn-cs"/>
              </a:rPr>
              <a:t>Yes</a:t>
            </a:r>
          </a:p>
        </p:txBody>
      </p:sp>
      <p:sp>
        <p:nvSpPr>
          <p:cNvPr id="38" name="Rounded Rectangle 35">
            <a:extLst>
              <a:ext uri="{FF2B5EF4-FFF2-40B4-BE49-F238E27FC236}">
                <a16:creationId xmlns:a16="http://schemas.microsoft.com/office/drawing/2014/main" id="{5EEB885D-8E72-20B3-D252-D8DEA7FC6372}"/>
              </a:ext>
            </a:extLst>
          </p:cNvPr>
          <p:cNvSpPr/>
          <p:nvPr/>
        </p:nvSpPr>
        <p:spPr>
          <a:xfrm>
            <a:off x="4858514" y="4059936"/>
            <a:ext cx="859702" cy="731520"/>
          </a:xfrm>
          <a:prstGeom prst="roundRect">
            <a:avLst>
              <a:gd name="adj" fmla="val 12000"/>
            </a:avLst>
          </a:prstGeom>
          <a:solidFill>
            <a:srgbClr val="CDEBF6"/>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1F3864"/>
                </a:solidFill>
                <a:effectLst/>
                <a:uLnTx/>
                <a:uFillTx/>
                <a:latin typeface="Calibri"/>
                <a:ea typeface="+mn-ea"/>
                <a:cs typeface="+mn-cs"/>
              </a:rPr>
              <a:t>5  Detailed Assessment</a:t>
            </a:r>
          </a:p>
        </p:txBody>
      </p:sp>
      <p:cxnSp>
        <p:nvCxnSpPr>
          <p:cNvPr id="39" name="Connector 36">
            <a:extLst>
              <a:ext uri="{FF2B5EF4-FFF2-40B4-BE49-F238E27FC236}">
                <a16:creationId xmlns:a16="http://schemas.microsoft.com/office/drawing/2014/main" id="{A7BE5EF3-06B2-B596-A1C4-76A55141B215}"/>
              </a:ext>
            </a:extLst>
          </p:cNvPr>
          <p:cNvCxnSpPr>
            <a:cxnSpLocks/>
            <a:stCxn id="38" idx="2"/>
            <a:endCxn id="44" idx="0"/>
          </p:cNvCxnSpPr>
          <p:nvPr/>
        </p:nvCxnSpPr>
        <p:spPr>
          <a:xfrm flipH="1">
            <a:off x="5284777" y="4791456"/>
            <a:ext cx="3588" cy="199725"/>
          </a:xfrm>
          <a:prstGeom prst="line">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41">
            <a:extLst>
              <a:ext uri="{FF2B5EF4-FFF2-40B4-BE49-F238E27FC236}">
                <a16:creationId xmlns:a16="http://schemas.microsoft.com/office/drawing/2014/main" id="{E73286B2-8A5D-7C61-E055-75D43B2D5A4D}"/>
              </a:ext>
            </a:extLst>
          </p:cNvPr>
          <p:cNvSpPr/>
          <p:nvPr/>
        </p:nvSpPr>
        <p:spPr>
          <a:xfrm>
            <a:off x="5810117" y="4059936"/>
            <a:ext cx="914400" cy="731520"/>
          </a:xfrm>
          <a:prstGeom prst="roundRect">
            <a:avLst>
              <a:gd name="adj" fmla="val 12000"/>
            </a:avLst>
          </a:prstGeom>
          <a:solidFill>
            <a:srgbClr val="CDEBF6"/>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50" b="1" i="0" u="none" strike="noStrike" kern="1200" cap="none" spc="0" normalizeH="0" baseline="0" noProof="0">
                <a:ln>
                  <a:noFill/>
                </a:ln>
                <a:solidFill>
                  <a:srgbClr val="1F3864"/>
                </a:solidFill>
                <a:effectLst/>
                <a:uLnTx/>
                <a:uFillTx/>
                <a:latin typeface="Calibri"/>
                <a:ea typeface="+mn-ea"/>
                <a:cs typeface="+mn-cs"/>
              </a:rPr>
              <a:t>6. Solution Design</a:t>
            </a:r>
            <a:endParaRPr kumimoji="0" sz="950" b="1" i="0" u="none" strike="noStrike" kern="1200" cap="none" spc="0" normalizeH="0" baseline="0" noProof="0">
              <a:ln>
                <a:noFill/>
              </a:ln>
              <a:solidFill>
                <a:srgbClr val="1F3864"/>
              </a:solidFill>
              <a:effectLst/>
              <a:uLnTx/>
              <a:uFillTx/>
              <a:latin typeface="Calibri"/>
              <a:ea typeface="+mn-ea"/>
              <a:cs typeface="+mn-cs"/>
            </a:endParaRPr>
          </a:p>
        </p:txBody>
      </p:sp>
      <p:sp>
        <p:nvSpPr>
          <p:cNvPr id="41" name="TextBox 40">
            <a:extLst>
              <a:ext uri="{FF2B5EF4-FFF2-40B4-BE49-F238E27FC236}">
                <a16:creationId xmlns:a16="http://schemas.microsoft.com/office/drawing/2014/main" id="{119E02B5-73A1-6B0F-0832-37422479DF76}"/>
              </a:ext>
            </a:extLst>
          </p:cNvPr>
          <p:cNvSpPr txBox="1"/>
          <p:nvPr/>
        </p:nvSpPr>
        <p:spPr>
          <a:xfrm>
            <a:off x="4710925" y="5201493"/>
            <a:ext cx="320040"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1F3864"/>
                </a:solidFill>
                <a:effectLst/>
                <a:uLnTx/>
                <a:uFillTx/>
                <a:latin typeface="Calibri"/>
                <a:ea typeface="+mn-ea"/>
                <a:cs typeface="+mn-cs"/>
              </a:rPr>
              <a:t>No</a:t>
            </a:r>
          </a:p>
        </p:txBody>
      </p:sp>
      <p:cxnSp>
        <p:nvCxnSpPr>
          <p:cNvPr id="43" name="Connector 36">
            <a:extLst>
              <a:ext uri="{FF2B5EF4-FFF2-40B4-BE49-F238E27FC236}">
                <a16:creationId xmlns:a16="http://schemas.microsoft.com/office/drawing/2014/main" id="{3A580EE6-CB9B-FE1F-47FD-15D7F49645F7}"/>
              </a:ext>
            </a:extLst>
          </p:cNvPr>
          <p:cNvCxnSpPr>
            <a:cxnSpLocks/>
            <a:stCxn id="24" idx="3"/>
            <a:endCxn id="84" idx="1"/>
          </p:cNvCxnSpPr>
          <p:nvPr/>
        </p:nvCxnSpPr>
        <p:spPr>
          <a:xfrm>
            <a:off x="7812510" y="2202390"/>
            <a:ext cx="223612" cy="1596"/>
          </a:xfrm>
          <a:prstGeom prst="line">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Diamond 43">
            <a:extLst>
              <a:ext uri="{FF2B5EF4-FFF2-40B4-BE49-F238E27FC236}">
                <a16:creationId xmlns:a16="http://schemas.microsoft.com/office/drawing/2014/main" id="{BD27542D-BD1D-7615-9F1D-73895E9009A6}"/>
              </a:ext>
            </a:extLst>
          </p:cNvPr>
          <p:cNvSpPr/>
          <p:nvPr/>
        </p:nvSpPr>
        <p:spPr>
          <a:xfrm>
            <a:off x="4850437" y="4991181"/>
            <a:ext cx="868680" cy="822960"/>
          </a:xfrm>
          <a:prstGeom prst="diamond">
            <a:avLst/>
          </a:prstGeom>
          <a:solidFill>
            <a:srgbClr val="FFFFFF"/>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1F3864"/>
                </a:solidFill>
                <a:effectLst/>
                <a:uLnTx/>
                <a:uFillTx/>
                <a:latin typeface="Calibri"/>
                <a:ea typeface="+mn-ea"/>
                <a:cs typeface="+mn-cs"/>
              </a:rPr>
              <a:t>Feasible?</a:t>
            </a:r>
          </a:p>
        </p:txBody>
      </p:sp>
      <p:sp>
        <p:nvSpPr>
          <p:cNvPr id="66" name="TextBox 65">
            <a:extLst>
              <a:ext uri="{FF2B5EF4-FFF2-40B4-BE49-F238E27FC236}">
                <a16:creationId xmlns:a16="http://schemas.microsoft.com/office/drawing/2014/main" id="{1C7C5F90-B5D0-4D73-EAAA-3C3E0E450ECA}"/>
              </a:ext>
            </a:extLst>
          </p:cNvPr>
          <p:cNvSpPr txBox="1"/>
          <p:nvPr/>
        </p:nvSpPr>
        <p:spPr>
          <a:xfrm>
            <a:off x="5804851" y="5191707"/>
            <a:ext cx="365760"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1F3864"/>
                </a:solidFill>
                <a:effectLst/>
                <a:uLnTx/>
                <a:uFillTx/>
                <a:latin typeface="Calibri"/>
                <a:ea typeface="+mn-ea"/>
                <a:cs typeface="+mn-cs"/>
              </a:rPr>
              <a:t>Yes</a:t>
            </a:r>
          </a:p>
        </p:txBody>
      </p:sp>
      <p:cxnSp>
        <p:nvCxnSpPr>
          <p:cNvPr id="91" name="Connector: Elbow 90">
            <a:extLst>
              <a:ext uri="{FF2B5EF4-FFF2-40B4-BE49-F238E27FC236}">
                <a16:creationId xmlns:a16="http://schemas.microsoft.com/office/drawing/2014/main" id="{0FC5F031-BD55-AD03-8E95-8643C1C532D8}"/>
              </a:ext>
            </a:extLst>
          </p:cNvPr>
          <p:cNvCxnSpPr>
            <a:cxnSpLocks/>
            <a:stCxn id="92" idx="3"/>
            <a:endCxn id="26" idx="1"/>
          </p:cNvCxnSpPr>
          <p:nvPr/>
        </p:nvCxnSpPr>
        <p:spPr>
          <a:xfrm flipV="1">
            <a:off x="8066358" y="2202390"/>
            <a:ext cx="1129102" cy="3190485"/>
          </a:xfrm>
          <a:prstGeom prst="bentConnector3">
            <a:avLst>
              <a:gd name="adj1" fmla="val 87892"/>
            </a:avLst>
          </a:prstGeom>
          <a:ln w="15875">
            <a:solidFill>
              <a:srgbClr val="00B0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4" name="Rectangle 133">
            <a:extLst>
              <a:ext uri="{FF2B5EF4-FFF2-40B4-BE49-F238E27FC236}">
                <a16:creationId xmlns:a16="http://schemas.microsoft.com/office/drawing/2014/main" id="{8C86E20E-517F-2EEF-BE14-440EC3477BEF}"/>
              </a:ext>
            </a:extLst>
          </p:cNvPr>
          <p:cNvSpPr/>
          <p:nvPr/>
        </p:nvSpPr>
        <p:spPr>
          <a:xfrm>
            <a:off x="457200" y="3383280"/>
            <a:ext cx="960120" cy="2834640"/>
          </a:xfrm>
          <a:prstGeom prst="rect">
            <a:avLst/>
          </a:prstGeom>
          <a:solidFill>
            <a:srgbClr val="CDEBF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1F3864"/>
                </a:solidFill>
                <a:effectLst/>
                <a:uLnTx/>
                <a:uFillTx/>
                <a:latin typeface="Calibri"/>
                <a:ea typeface="+mn-ea"/>
                <a:cs typeface="+mn-cs"/>
              </a:rPr>
              <a:t>AI Center of Excellence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1F3864"/>
                </a:solidFill>
                <a:effectLst/>
                <a:uLnTx/>
                <a:uFillTx/>
                <a:latin typeface="Calibri"/>
                <a:ea typeface="+mn-ea"/>
                <a:cs typeface="+mn-cs"/>
              </a:rPr>
              <a:t>(AI COE)</a:t>
            </a:r>
          </a:p>
        </p:txBody>
      </p:sp>
      <p:sp>
        <p:nvSpPr>
          <p:cNvPr id="135" name="Rounded Rectangle 74">
            <a:extLst>
              <a:ext uri="{FF2B5EF4-FFF2-40B4-BE49-F238E27FC236}">
                <a16:creationId xmlns:a16="http://schemas.microsoft.com/office/drawing/2014/main" id="{2F021F67-0E1E-6CA8-04C3-07290EEE9045}"/>
              </a:ext>
            </a:extLst>
          </p:cNvPr>
          <p:cNvSpPr/>
          <p:nvPr/>
        </p:nvSpPr>
        <p:spPr>
          <a:xfrm>
            <a:off x="1809308" y="3908422"/>
            <a:ext cx="2103120" cy="868680"/>
          </a:xfrm>
          <a:prstGeom prst="roundRect">
            <a:avLst>
              <a:gd name="adj" fmla="val 12000"/>
            </a:avLst>
          </a:prstGeom>
          <a:solidFill>
            <a:srgbClr val="FFFFFF"/>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1F3864"/>
                </a:solidFill>
                <a:effectLst/>
                <a:uLnTx/>
                <a:uFillTx/>
                <a:latin typeface="Calibri"/>
                <a:ea typeface="+mn-ea"/>
                <a:cs typeface="+mn-cs"/>
              </a:rPr>
              <a:t>Workforce development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F3864"/>
                </a:solidFill>
                <a:effectLst/>
                <a:uLnTx/>
                <a:uFillTx/>
                <a:latin typeface="Calibri"/>
                <a:ea typeface="+mn-ea"/>
                <a:cs typeface="+mn-cs"/>
              </a:rPr>
              <a:t>Skills for the team building the use case</a:t>
            </a:r>
          </a:p>
        </p:txBody>
      </p:sp>
      <p:cxnSp>
        <p:nvCxnSpPr>
          <p:cNvPr id="137" name="Connector: Elbow 136">
            <a:extLst>
              <a:ext uri="{FF2B5EF4-FFF2-40B4-BE49-F238E27FC236}">
                <a16:creationId xmlns:a16="http://schemas.microsoft.com/office/drawing/2014/main" id="{B862EBDC-328C-B56F-495A-68D86653C47E}"/>
              </a:ext>
            </a:extLst>
          </p:cNvPr>
          <p:cNvCxnSpPr>
            <a:cxnSpLocks/>
            <a:stCxn id="26" idx="3"/>
            <a:endCxn id="21" idx="1"/>
          </p:cNvCxnSpPr>
          <p:nvPr/>
        </p:nvCxnSpPr>
        <p:spPr>
          <a:xfrm>
            <a:off x="10109860" y="2202390"/>
            <a:ext cx="343017" cy="2574712"/>
          </a:xfrm>
          <a:prstGeom prst="bentConnector3">
            <a:avLst>
              <a:gd name="adj1" fmla="val 50000"/>
            </a:avLst>
          </a:prstGeom>
          <a:ln w="15875">
            <a:solidFill>
              <a:srgbClr val="00B05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0" name="Connector: Elbow 139">
            <a:extLst>
              <a:ext uri="{FF2B5EF4-FFF2-40B4-BE49-F238E27FC236}">
                <a16:creationId xmlns:a16="http://schemas.microsoft.com/office/drawing/2014/main" id="{4F4024D7-F059-AE52-68EF-8CC941EC3D6F}"/>
              </a:ext>
            </a:extLst>
          </p:cNvPr>
          <p:cNvCxnSpPr>
            <a:cxnSpLocks/>
            <a:stCxn id="21" idx="3"/>
            <a:endCxn id="142" idx="3"/>
          </p:cNvCxnSpPr>
          <p:nvPr/>
        </p:nvCxnSpPr>
        <p:spPr>
          <a:xfrm flipH="1" flipV="1">
            <a:off x="11487911" y="2213810"/>
            <a:ext cx="80534" cy="2563292"/>
          </a:xfrm>
          <a:prstGeom prst="bentConnector3">
            <a:avLst>
              <a:gd name="adj1" fmla="val -283855"/>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2" name="Rounded Rectangle 26">
            <a:extLst>
              <a:ext uri="{FF2B5EF4-FFF2-40B4-BE49-F238E27FC236}">
                <a16:creationId xmlns:a16="http://schemas.microsoft.com/office/drawing/2014/main" id="{4BF427B7-855D-2617-AFB7-9AA81067A8C8}"/>
              </a:ext>
            </a:extLst>
          </p:cNvPr>
          <p:cNvSpPr/>
          <p:nvPr/>
        </p:nvSpPr>
        <p:spPr>
          <a:xfrm>
            <a:off x="10524570" y="1848050"/>
            <a:ext cx="963341" cy="731520"/>
          </a:xfrm>
          <a:prstGeom prst="roundRect">
            <a:avLst>
              <a:gd name="adj" fmla="val 12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50" b="1" i="0" u="none" strike="noStrike" kern="1200" cap="none" spc="0" normalizeH="0" baseline="0" noProof="0">
                <a:ln>
                  <a:noFill/>
                </a:ln>
                <a:solidFill>
                  <a:srgbClr val="FFFFFF"/>
                </a:solidFill>
                <a:effectLst/>
                <a:uLnTx/>
                <a:uFillTx/>
                <a:latin typeface="Calibri"/>
                <a:ea typeface="+mn-ea"/>
                <a:cs typeface="+mn-cs"/>
              </a:rPr>
              <a:t>11</a:t>
            </a:r>
            <a:r>
              <a:rPr kumimoji="0" sz="950" b="1" i="0" u="none" strike="noStrike" kern="1200" cap="none" spc="0" normalizeH="0" baseline="0" noProof="0">
                <a:ln>
                  <a:noFill/>
                </a:ln>
                <a:solidFill>
                  <a:srgbClr val="FFFFFF"/>
                </a:solidFill>
                <a:effectLst/>
                <a:uLnTx/>
                <a:uFillTx/>
                <a:latin typeface="Calibri"/>
                <a:ea typeface="+mn-ea"/>
                <a:cs typeface="+mn-cs"/>
              </a:rPr>
              <a:t>  </a:t>
            </a:r>
            <a:r>
              <a:rPr kumimoji="0" lang="en-IN" sz="950" b="1" i="0" u="none" strike="noStrike" kern="1200" cap="none" spc="0" normalizeH="0" baseline="0" noProof="0">
                <a:ln>
                  <a:noFill/>
                </a:ln>
                <a:solidFill>
                  <a:srgbClr val="FFFFFF"/>
                </a:solidFill>
                <a:effectLst/>
                <a:uLnTx/>
                <a:uFillTx/>
                <a:latin typeface="Calibri"/>
                <a:ea typeface="+mn-ea"/>
                <a:cs typeface="+mn-cs"/>
              </a:rPr>
              <a:t>Operational Governance</a:t>
            </a:r>
            <a:endParaRPr kumimoji="0" sz="950" b="1" i="0" u="none" strike="noStrike" kern="1200" cap="none" spc="0" normalizeH="0" baseline="0" noProof="0">
              <a:ln>
                <a:noFill/>
              </a:ln>
              <a:solidFill>
                <a:srgbClr val="FFFFFF"/>
              </a:solidFill>
              <a:effectLst/>
              <a:uLnTx/>
              <a:uFillTx/>
              <a:latin typeface="Calibri"/>
              <a:ea typeface="+mn-ea"/>
              <a:cs typeface="+mn-cs"/>
            </a:endParaRPr>
          </a:p>
        </p:txBody>
      </p:sp>
      <p:cxnSp>
        <p:nvCxnSpPr>
          <p:cNvPr id="32" name="Connector: Elbow 31">
            <a:extLst>
              <a:ext uri="{FF2B5EF4-FFF2-40B4-BE49-F238E27FC236}">
                <a16:creationId xmlns:a16="http://schemas.microsoft.com/office/drawing/2014/main" id="{480D2C71-545B-8080-0907-4E40D078A2F5}"/>
              </a:ext>
            </a:extLst>
          </p:cNvPr>
          <p:cNvCxnSpPr>
            <a:cxnSpLocks/>
            <a:stCxn id="7" idx="3"/>
            <a:endCxn id="15" idx="1"/>
          </p:cNvCxnSpPr>
          <p:nvPr/>
        </p:nvCxnSpPr>
        <p:spPr>
          <a:xfrm>
            <a:off x="5498056" y="2206025"/>
            <a:ext cx="176325" cy="12700"/>
          </a:xfrm>
          <a:prstGeom prst="bentConnector3">
            <a:avLst>
              <a:gd name="adj1" fmla="val 50000"/>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A375A238-B448-3997-3E54-DA5BA0949DF3}"/>
              </a:ext>
            </a:extLst>
          </p:cNvPr>
          <p:cNvCxnSpPr>
            <a:cxnSpLocks/>
            <a:stCxn id="15" idx="2"/>
            <a:endCxn id="38" idx="0"/>
          </p:cNvCxnSpPr>
          <p:nvPr/>
        </p:nvCxnSpPr>
        <p:spPr>
          <a:xfrm rot="5400000">
            <a:off x="5011618" y="2917112"/>
            <a:ext cx="1419571" cy="866076"/>
          </a:xfrm>
          <a:prstGeom prst="bentConnector3">
            <a:avLst>
              <a:gd name="adj1" fmla="val 50000"/>
            </a:avLst>
          </a:prstGeom>
          <a:ln w="15875">
            <a:solidFill>
              <a:srgbClr val="00B05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Elbow 49">
            <a:extLst>
              <a:ext uri="{FF2B5EF4-FFF2-40B4-BE49-F238E27FC236}">
                <a16:creationId xmlns:a16="http://schemas.microsoft.com/office/drawing/2014/main" id="{C1A5583D-5B66-F32E-E3B7-90F1231B25E8}"/>
              </a:ext>
            </a:extLst>
          </p:cNvPr>
          <p:cNvCxnSpPr>
            <a:cxnSpLocks/>
            <a:stCxn id="15" idx="3"/>
            <a:endCxn id="40" idx="0"/>
          </p:cNvCxnSpPr>
          <p:nvPr/>
        </p:nvCxnSpPr>
        <p:spPr>
          <a:xfrm flipH="1">
            <a:off x="6267317" y="2206025"/>
            <a:ext cx="367184" cy="1853911"/>
          </a:xfrm>
          <a:prstGeom prst="bentConnector4">
            <a:avLst>
              <a:gd name="adj1" fmla="val -62258"/>
              <a:gd name="adj2" fmla="val 61714"/>
            </a:avLst>
          </a:prstGeom>
          <a:ln w="15875">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64" name="Connector: Elbow 63">
            <a:extLst>
              <a:ext uri="{FF2B5EF4-FFF2-40B4-BE49-F238E27FC236}">
                <a16:creationId xmlns:a16="http://schemas.microsoft.com/office/drawing/2014/main" id="{CDD1D219-996A-F6C0-E002-A8C3562683B3}"/>
              </a:ext>
            </a:extLst>
          </p:cNvPr>
          <p:cNvCxnSpPr>
            <a:cxnSpLocks/>
            <a:stCxn id="44" idx="3"/>
            <a:endCxn id="40" idx="2"/>
          </p:cNvCxnSpPr>
          <p:nvPr/>
        </p:nvCxnSpPr>
        <p:spPr>
          <a:xfrm flipV="1">
            <a:off x="5719117" y="4791456"/>
            <a:ext cx="548200" cy="611205"/>
          </a:xfrm>
          <a:prstGeom prst="bentConnector2">
            <a:avLst/>
          </a:prstGeom>
          <a:ln w="15875">
            <a:solidFill>
              <a:srgbClr val="00B0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2" name="TextBox 81">
            <a:extLst>
              <a:ext uri="{FF2B5EF4-FFF2-40B4-BE49-F238E27FC236}">
                <a16:creationId xmlns:a16="http://schemas.microsoft.com/office/drawing/2014/main" id="{0A95CD21-207E-EC22-7219-A5E29CC426DD}"/>
              </a:ext>
            </a:extLst>
          </p:cNvPr>
          <p:cNvSpPr txBox="1"/>
          <p:nvPr/>
        </p:nvSpPr>
        <p:spPr>
          <a:xfrm>
            <a:off x="8169578" y="5209129"/>
            <a:ext cx="365760"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1F3864"/>
                </a:solidFill>
                <a:effectLst/>
                <a:uLnTx/>
                <a:uFillTx/>
                <a:latin typeface="Calibri"/>
                <a:ea typeface="+mn-ea"/>
                <a:cs typeface="+mn-cs"/>
              </a:rPr>
              <a:t>Yes</a:t>
            </a:r>
          </a:p>
        </p:txBody>
      </p:sp>
      <p:sp>
        <p:nvSpPr>
          <p:cNvPr id="84" name="Diamond 83">
            <a:extLst>
              <a:ext uri="{FF2B5EF4-FFF2-40B4-BE49-F238E27FC236}">
                <a16:creationId xmlns:a16="http://schemas.microsoft.com/office/drawing/2014/main" id="{95D70F47-5571-8B7F-B5A8-098AA1C73D50}"/>
              </a:ext>
            </a:extLst>
          </p:cNvPr>
          <p:cNvSpPr/>
          <p:nvPr/>
        </p:nvSpPr>
        <p:spPr>
          <a:xfrm>
            <a:off x="8036122" y="1746786"/>
            <a:ext cx="960120" cy="914400"/>
          </a:xfrm>
          <a:prstGeom prst="diamond">
            <a:avLst/>
          </a:prstGeom>
          <a:solidFill>
            <a:srgbClr val="FFFFFF"/>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1F3864"/>
                </a:solidFill>
                <a:effectLst/>
                <a:uLnTx/>
                <a:uFillTx/>
                <a:latin typeface="Calibri"/>
                <a:ea typeface="+mn-ea"/>
                <a:cs typeface="+mn-cs"/>
              </a:rPr>
              <a:t>Proven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1F3864"/>
                </a:solidFill>
                <a:effectLst/>
                <a:uLnTx/>
                <a:uFillTx/>
                <a:latin typeface="Calibri"/>
                <a:ea typeface="+mn-ea"/>
                <a:cs typeface="+mn-cs"/>
              </a:rPr>
              <a:t>already?</a:t>
            </a:r>
          </a:p>
        </p:txBody>
      </p:sp>
      <p:cxnSp>
        <p:nvCxnSpPr>
          <p:cNvPr id="87" name="Connector 33">
            <a:extLst>
              <a:ext uri="{FF2B5EF4-FFF2-40B4-BE49-F238E27FC236}">
                <a16:creationId xmlns:a16="http://schemas.microsoft.com/office/drawing/2014/main" id="{B8E30A2F-4C42-C8EF-A8DF-3694FAF7A254}"/>
              </a:ext>
            </a:extLst>
          </p:cNvPr>
          <p:cNvCxnSpPr>
            <a:cxnSpLocks/>
            <a:stCxn id="84" idx="3"/>
            <a:endCxn id="26" idx="1"/>
          </p:cNvCxnSpPr>
          <p:nvPr/>
        </p:nvCxnSpPr>
        <p:spPr>
          <a:xfrm flipV="1">
            <a:off x="8996242" y="2202390"/>
            <a:ext cx="199218" cy="1596"/>
          </a:xfrm>
          <a:prstGeom prst="line">
            <a:avLst/>
          </a:prstGeom>
          <a:ln w="15875">
            <a:solidFill>
              <a:srgbClr val="00B05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8" name="Connector: Elbow 87">
            <a:extLst>
              <a:ext uri="{FF2B5EF4-FFF2-40B4-BE49-F238E27FC236}">
                <a16:creationId xmlns:a16="http://schemas.microsoft.com/office/drawing/2014/main" id="{B01B51D1-3205-5BC9-20FC-F7B0479B6AA6}"/>
              </a:ext>
            </a:extLst>
          </p:cNvPr>
          <p:cNvCxnSpPr>
            <a:cxnSpLocks/>
            <a:stCxn id="40" idx="3"/>
            <a:endCxn id="24" idx="2"/>
          </p:cNvCxnSpPr>
          <p:nvPr/>
        </p:nvCxnSpPr>
        <p:spPr>
          <a:xfrm flipV="1">
            <a:off x="6724517" y="2568150"/>
            <a:ext cx="653653" cy="1857546"/>
          </a:xfrm>
          <a:prstGeom prst="bentConnector2">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Rounded Rectangle 60">
            <a:extLst>
              <a:ext uri="{FF2B5EF4-FFF2-40B4-BE49-F238E27FC236}">
                <a16:creationId xmlns:a16="http://schemas.microsoft.com/office/drawing/2014/main" id="{5830C0D2-A0A4-77B8-2F57-496992400517}"/>
              </a:ext>
            </a:extLst>
          </p:cNvPr>
          <p:cNvSpPr/>
          <p:nvPr/>
        </p:nvSpPr>
        <p:spPr>
          <a:xfrm>
            <a:off x="8118133" y="4059936"/>
            <a:ext cx="822960" cy="740662"/>
          </a:xfrm>
          <a:prstGeom prst="roundRect">
            <a:avLst>
              <a:gd name="adj" fmla="val 12000"/>
            </a:avLst>
          </a:prstGeom>
          <a:solidFill>
            <a:srgbClr val="CDEBF6"/>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50" b="1" i="0" u="none" strike="noStrike" kern="1200" cap="none" spc="0" normalizeH="0" baseline="0" noProof="0">
                <a:ln>
                  <a:noFill/>
                </a:ln>
                <a:solidFill>
                  <a:srgbClr val="1F3864"/>
                </a:solidFill>
                <a:effectLst/>
                <a:uLnTx/>
                <a:uFillTx/>
                <a:latin typeface="Calibri"/>
                <a:ea typeface="+mn-ea"/>
                <a:cs typeface="+mn-cs"/>
              </a:rPr>
              <a:t>8</a:t>
            </a:r>
            <a:r>
              <a:rPr kumimoji="0" sz="950" b="1" i="0" u="none" strike="noStrike" kern="1200" cap="none" spc="0" normalizeH="0" baseline="0" noProof="0">
                <a:ln>
                  <a:noFill/>
                </a:ln>
                <a:solidFill>
                  <a:srgbClr val="1F3864"/>
                </a:solidFill>
                <a:effectLst/>
                <a:uLnTx/>
                <a:uFillTx/>
                <a:latin typeface="Calibri"/>
                <a:ea typeface="+mn-ea"/>
                <a:cs typeface="+mn-cs"/>
              </a:rPr>
              <a:t> Proof of Value</a:t>
            </a:r>
          </a:p>
        </p:txBody>
      </p:sp>
      <p:sp>
        <p:nvSpPr>
          <p:cNvPr id="90" name="TextBox 89">
            <a:extLst>
              <a:ext uri="{FF2B5EF4-FFF2-40B4-BE49-F238E27FC236}">
                <a16:creationId xmlns:a16="http://schemas.microsoft.com/office/drawing/2014/main" id="{D1D1640E-B132-034D-BC7E-9B3FB5299F97}"/>
              </a:ext>
            </a:extLst>
          </p:cNvPr>
          <p:cNvSpPr txBox="1"/>
          <p:nvPr/>
        </p:nvSpPr>
        <p:spPr>
          <a:xfrm>
            <a:off x="8564295" y="2640365"/>
            <a:ext cx="320040"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1F3864"/>
                </a:solidFill>
                <a:effectLst/>
                <a:uLnTx/>
                <a:uFillTx/>
                <a:latin typeface="Calibri"/>
                <a:ea typeface="+mn-ea"/>
                <a:cs typeface="+mn-cs"/>
              </a:rPr>
              <a:t>No</a:t>
            </a:r>
          </a:p>
        </p:txBody>
      </p:sp>
      <p:sp>
        <p:nvSpPr>
          <p:cNvPr id="92" name="Diamond 91">
            <a:extLst>
              <a:ext uri="{FF2B5EF4-FFF2-40B4-BE49-F238E27FC236}">
                <a16:creationId xmlns:a16="http://schemas.microsoft.com/office/drawing/2014/main" id="{7991F9E5-7A83-BAB8-CBED-88A6730E3882}"/>
              </a:ext>
            </a:extLst>
          </p:cNvPr>
          <p:cNvSpPr/>
          <p:nvPr/>
        </p:nvSpPr>
        <p:spPr>
          <a:xfrm>
            <a:off x="7047665" y="4935675"/>
            <a:ext cx="1018693" cy="914400"/>
          </a:xfrm>
          <a:prstGeom prst="diamond">
            <a:avLst/>
          </a:prstGeom>
          <a:solidFill>
            <a:srgbClr val="FFFFFF"/>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50" b="1" i="0" u="none" strike="noStrike" kern="1200" cap="none" spc="0" normalizeH="0" baseline="0" noProof="0">
                <a:ln>
                  <a:noFill/>
                </a:ln>
                <a:solidFill>
                  <a:srgbClr val="1F3864"/>
                </a:solidFill>
                <a:effectLst/>
                <a:uLnTx/>
                <a:uFillTx/>
                <a:latin typeface="Calibri"/>
                <a:ea typeface="+mn-ea"/>
                <a:cs typeface="+mn-cs"/>
              </a:rPr>
              <a:t>Successful</a:t>
            </a:r>
            <a:r>
              <a:rPr kumimoji="0" sz="850" b="1" i="0" u="none" strike="noStrike" kern="1200" cap="none" spc="0" normalizeH="0" baseline="0" noProof="0">
                <a:ln>
                  <a:noFill/>
                </a:ln>
                <a:solidFill>
                  <a:srgbClr val="1F3864"/>
                </a:solidFill>
                <a:effectLst/>
                <a:uLnTx/>
                <a:uFillTx/>
                <a:latin typeface="Calibri"/>
                <a:ea typeface="+mn-ea"/>
                <a:cs typeface="+mn-cs"/>
              </a:rPr>
              <a:t>?</a:t>
            </a:r>
          </a:p>
        </p:txBody>
      </p:sp>
      <p:sp>
        <p:nvSpPr>
          <p:cNvPr id="93" name="TextBox 92">
            <a:extLst>
              <a:ext uri="{FF2B5EF4-FFF2-40B4-BE49-F238E27FC236}">
                <a16:creationId xmlns:a16="http://schemas.microsoft.com/office/drawing/2014/main" id="{0000BF32-E9F3-1F1C-6348-8FC66C7FE929}"/>
              </a:ext>
            </a:extLst>
          </p:cNvPr>
          <p:cNvSpPr txBox="1"/>
          <p:nvPr/>
        </p:nvSpPr>
        <p:spPr>
          <a:xfrm>
            <a:off x="7351052" y="5781439"/>
            <a:ext cx="320040"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595959"/>
                </a:solidFill>
                <a:effectLst/>
                <a:uLnTx/>
                <a:uFillTx/>
                <a:latin typeface="Calibri"/>
                <a:ea typeface="+mn-ea"/>
                <a:cs typeface="+mn-cs"/>
              </a:rPr>
              <a:t>No</a:t>
            </a:r>
          </a:p>
        </p:txBody>
      </p:sp>
      <p:sp>
        <p:nvSpPr>
          <p:cNvPr id="94" name="TextBox 93">
            <a:extLst>
              <a:ext uri="{FF2B5EF4-FFF2-40B4-BE49-F238E27FC236}">
                <a16:creationId xmlns:a16="http://schemas.microsoft.com/office/drawing/2014/main" id="{1461418A-9E10-CA0D-B420-2A0CDA2AE5C7}"/>
              </a:ext>
            </a:extLst>
          </p:cNvPr>
          <p:cNvSpPr txBox="1"/>
          <p:nvPr/>
        </p:nvSpPr>
        <p:spPr>
          <a:xfrm>
            <a:off x="8994675" y="1999487"/>
            <a:ext cx="292608"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1F3864"/>
                </a:solidFill>
                <a:effectLst/>
                <a:uLnTx/>
                <a:uFillTx/>
                <a:latin typeface="Calibri"/>
                <a:ea typeface="+mn-ea"/>
                <a:cs typeface="+mn-cs"/>
              </a:rPr>
              <a:t>Yes</a:t>
            </a:r>
          </a:p>
        </p:txBody>
      </p:sp>
      <p:cxnSp>
        <p:nvCxnSpPr>
          <p:cNvPr id="96" name="Connector 33">
            <a:extLst>
              <a:ext uri="{FF2B5EF4-FFF2-40B4-BE49-F238E27FC236}">
                <a16:creationId xmlns:a16="http://schemas.microsoft.com/office/drawing/2014/main" id="{23DB611F-F6DC-D545-B022-6FDF5024808C}"/>
              </a:ext>
            </a:extLst>
          </p:cNvPr>
          <p:cNvCxnSpPr>
            <a:cxnSpLocks/>
            <a:stCxn id="84" idx="2"/>
            <a:endCxn id="89" idx="0"/>
          </p:cNvCxnSpPr>
          <p:nvPr/>
        </p:nvCxnSpPr>
        <p:spPr>
          <a:xfrm>
            <a:off x="8516182" y="2661186"/>
            <a:ext cx="13431" cy="1398750"/>
          </a:xfrm>
          <a:prstGeom prst="line">
            <a:avLst/>
          </a:prstGeom>
          <a:ln w="15875">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17" name="Connector: Elbow 116">
            <a:extLst>
              <a:ext uri="{FF2B5EF4-FFF2-40B4-BE49-F238E27FC236}">
                <a16:creationId xmlns:a16="http://schemas.microsoft.com/office/drawing/2014/main" id="{665E9100-86D1-2961-2A69-A3A95464882B}"/>
              </a:ext>
            </a:extLst>
          </p:cNvPr>
          <p:cNvCxnSpPr>
            <a:cxnSpLocks/>
            <a:stCxn id="89" idx="1"/>
            <a:endCxn id="92" idx="0"/>
          </p:cNvCxnSpPr>
          <p:nvPr/>
        </p:nvCxnSpPr>
        <p:spPr>
          <a:xfrm rot="10800000" flipV="1">
            <a:off x="7557013" y="4430267"/>
            <a:ext cx="561121" cy="505408"/>
          </a:xfrm>
          <a:prstGeom prst="bentConnector2">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5" name="Connector: Elbow 144">
            <a:extLst>
              <a:ext uri="{FF2B5EF4-FFF2-40B4-BE49-F238E27FC236}">
                <a16:creationId xmlns:a16="http://schemas.microsoft.com/office/drawing/2014/main" id="{60E1AE02-2FCB-2489-9E79-F1E9284219E6}"/>
              </a:ext>
            </a:extLst>
          </p:cNvPr>
          <p:cNvCxnSpPr>
            <a:cxnSpLocks/>
            <a:stCxn id="92" idx="2"/>
            <a:endCxn id="11" idx="1"/>
          </p:cNvCxnSpPr>
          <p:nvPr/>
        </p:nvCxnSpPr>
        <p:spPr>
          <a:xfrm rot="5400000" flipH="1">
            <a:off x="4604240" y="2897304"/>
            <a:ext cx="2846523" cy="3059020"/>
          </a:xfrm>
          <a:prstGeom prst="bentConnector4">
            <a:avLst>
              <a:gd name="adj1" fmla="val -4200"/>
              <a:gd name="adj2" fmla="val 107473"/>
            </a:avLst>
          </a:prstGeom>
          <a:ln w="15875">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49" name="Connector: Elbow 148">
            <a:extLst>
              <a:ext uri="{FF2B5EF4-FFF2-40B4-BE49-F238E27FC236}">
                <a16:creationId xmlns:a16="http://schemas.microsoft.com/office/drawing/2014/main" id="{C3DFD233-2EB1-C2A9-374C-8EABB17D8C76}"/>
              </a:ext>
            </a:extLst>
          </p:cNvPr>
          <p:cNvCxnSpPr>
            <a:cxnSpLocks/>
            <a:stCxn id="44" idx="1"/>
            <a:endCxn id="11" idx="1"/>
          </p:cNvCxnSpPr>
          <p:nvPr/>
        </p:nvCxnSpPr>
        <p:spPr>
          <a:xfrm rot="10800000">
            <a:off x="4497993" y="3003553"/>
            <a:ext cx="352445" cy="2399109"/>
          </a:xfrm>
          <a:prstGeom prst="bentConnector3">
            <a:avLst>
              <a:gd name="adj1" fmla="val 164861"/>
            </a:avLst>
          </a:prstGeom>
          <a:ln w="15875">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57" name="Connector: Elbow 156">
            <a:extLst>
              <a:ext uri="{FF2B5EF4-FFF2-40B4-BE49-F238E27FC236}">
                <a16:creationId xmlns:a16="http://schemas.microsoft.com/office/drawing/2014/main" id="{C4F76021-AC9F-C503-2FD0-44317F563C91}"/>
              </a:ext>
            </a:extLst>
          </p:cNvPr>
          <p:cNvCxnSpPr>
            <a:cxnSpLocks/>
            <a:stCxn id="11" idx="1"/>
            <a:endCxn id="4" idx="2"/>
          </p:cNvCxnSpPr>
          <p:nvPr/>
        </p:nvCxnSpPr>
        <p:spPr>
          <a:xfrm rot="10800000">
            <a:off x="1918180" y="2571786"/>
            <a:ext cx="2579812" cy="431767"/>
          </a:xfrm>
          <a:prstGeom prst="bentConnector2">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161" name="TextBox 160">
            <a:extLst>
              <a:ext uri="{FF2B5EF4-FFF2-40B4-BE49-F238E27FC236}">
                <a16:creationId xmlns:a16="http://schemas.microsoft.com/office/drawing/2014/main" id="{C39C2F3C-E6D6-D145-BB4A-2B009909DF40}"/>
              </a:ext>
            </a:extLst>
          </p:cNvPr>
          <p:cNvSpPr txBox="1"/>
          <p:nvPr/>
        </p:nvSpPr>
        <p:spPr>
          <a:xfrm>
            <a:off x="2936045" y="2817560"/>
            <a:ext cx="1463040" cy="170816"/>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595959"/>
                </a:solidFill>
                <a:effectLst/>
                <a:uLnTx/>
                <a:uFillTx/>
                <a:latin typeface="Calibri"/>
                <a:ea typeface="+mn-ea"/>
                <a:cs typeface="+mn-cs"/>
              </a:rPr>
              <a:t>No</a:t>
            </a:r>
            <a:r>
              <a:rPr kumimoji="0" lang="en-IN" sz="750" b="1" i="0" u="none" strike="noStrike" kern="1200" cap="none" spc="0" normalizeH="0" baseline="0" noProof="0" err="1">
                <a:ln>
                  <a:noFill/>
                </a:ln>
                <a:solidFill>
                  <a:srgbClr val="595959"/>
                </a:solidFill>
                <a:effectLst/>
                <a:uLnTx/>
                <a:uFillTx/>
                <a:latin typeface="Calibri"/>
                <a:ea typeface="+mn-ea"/>
                <a:cs typeface="+mn-cs"/>
              </a:rPr>
              <a:t>tify</a:t>
            </a:r>
            <a:r>
              <a:rPr kumimoji="0" lang="en-IN" sz="750" b="1" i="0" u="none" strike="noStrike" kern="1200" cap="none" spc="0" normalizeH="0" baseline="0" noProof="0">
                <a:ln>
                  <a:noFill/>
                </a:ln>
                <a:solidFill>
                  <a:srgbClr val="595959"/>
                </a:solidFill>
                <a:effectLst/>
                <a:uLnTx/>
                <a:uFillTx/>
                <a:latin typeface="Calibri"/>
                <a:ea typeface="+mn-ea"/>
                <a:cs typeface="+mn-cs"/>
              </a:rPr>
              <a:t> Decline</a:t>
            </a:r>
            <a:endParaRPr kumimoji="0" sz="750" b="1" i="0" u="none" strike="noStrike" kern="1200" cap="none" spc="0" normalizeH="0" baseline="0" noProof="0">
              <a:ln>
                <a:noFill/>
              </a:ln>
              <a:solidFill>
                <a:srgbClr val="595959"/>
              </a:solidFill>
              <a:effectLst/>
              <a:uLnTx/>
              <a:uFillTx/>
              <a:latin typeface="Calibri"/>
              <a:ea typeface="+mn-ea"/>
              <a:cs typeface="+mn-cs"/>
            </a:endParaRPr>
          </a:p>
        </p:txBody>
      </p:sp>
    </p:spTree>
    <p:extLst>
      <p:ext uri="{BB962C8B-B14F-4D97-AF65-F5344CB8AC3E}">
        <p14:creationId xmlns:p14="http://schemas.microsoft.com/office/powerpoint/2010/main" val="29488917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fade">
                                      <p:cBhvr>
                                        <p:cTn id="41" dur="500"/>
                                        <p:tgtEl>
                                          <p:spTgt spid="5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500"/>
                                        <p:tgtEl>
                                          <p:spTgt spid="4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88"/>
                                        </p:tgtEl>
                                        <p:attrNameLst>
                                          <p:attrName>style.visibility</p:attrName>
                                        </p:attrNameLst>
                                      </p:cBhvr>
                                      <p:to>
                                        <p:strVal val="visible"/>
                                      </p:to>
                                    </p:set>
                                    <p:animEffect transition="in" filter="fade">
                                      <p:cBhvr>
                                        <p:cTn id="49" dur="500"/>
                                        <p:tgtEl>
                                          <p:spTgt spid="8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500"/>
                                        <p:tgtEl>
                                          <p:spTgt spid="24"/>
                                        </p:tgtEl>
                                      </p:cBhvr>
                                    </p:animEffect>
                                  </p:childTnLst>
                                </p:cTn>
                              </p:par>
                              <p:par>
                                <p:cTn id="53" presetID="10" presetClass="entr" presetSubtype="0" fill="hold" nodeType="withEffect">
                                  <p:stCondLst>
                                    <p:cond delay="0"/>
                                  </p:stCondLst>
                                  <p:childTnLst>
                                    <p:set>
                                      <p:cBhvr>
                                        <p:cTn id="54" dur="1" fill="hold">
                                          <p:stCondLst>
                                            <p:cond delay="0"/>
                                          </p:stCondLst>
                                        </p:cTn>
                                        <p:tgtEl>
                                          <p:spTgt spid="43"/>
                                        </p:tgtEl>
                                        <p:attrNameLst>
                                          <p:attrName>style.visibility</p:attrName>
                                        </p:attrNameLst>
                                      </p:cBhvr>
                                      <p:to>
                                        <p:strVal val="visible"/>
                                      </p:to>
                                    </p:set>
                                    <p:animEffect transition="in" filter="fade">
                                      <p:cBhvr>
                                        <p:cTn id="55" dur="500"/>
                                        <p:tgtEl>
                                          <p:spTgt spid="4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84"/>
                                        </p:tgtEl>
                                        <p:attrNameLst>
                                          <p:attrName>style.visibility</p:attrName>
                                        </p:attrNameLst>
                                      </p:cBhvr>
                                      <p:to>
                                        <p:strVal val="visible"/>
                                      </p:to>
                                    </p:set>
                                    <p:animEffect transition="in" filter="fade">
                                      <p:cBhvr>
                                        <p:cTn id="58" dur="500"/>
                                        <p:tgtEl>
                                          <p:spTgt spid="8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94"/>
                                        </p:tgtEl>
                                        <p:attrNameLst>
                                          <p:attrName>style.visibility</p:attrName>
                                        </p:attrNameLst>
                                      </p:cBhvr>
                                      <p:to>
                                        <p:strVal val="visible"/>
                                      </p:to>
                                    </p:set>
                                    <p:animEffect transition="in" filter="fade">
                                      <p:cBhvr>
                                        <p:cTn id="63" dur="500"/>
                                        <p:tgtEl>
                                          <p:spTgt spid="94"/>
                                        </p:tgtEl>
                                      </p:cBhvr>
                                    </p:animEffect>
                                  </p:childTnLst>
                                </p:cTn>
                              </p:par>
                              <p:par>
                                <p:cTn id="64" presetID="10" presetClass="entr" presetSubtype="0" fill="hold" nodeType="withEffect">
                                  <p:stCondLst>
                                    <p:cond delay="0"/>
                                  </p:stCondLst>
                                  <p:childTnLst>
                                    <p:set>
                                      <p:cBhvr>
                                        <p:cTn id="65" dur="1" fill="hold">
                                          <p:stCondLst>
                                            <p:cond delay="0"/>
                                          </p:stCondLst>
                                        </p:cTn>
                                        <p:tgtEl>
                                          <p:spTgt spid="87"/>
                                        </p:tgtEl>
                                        <p:attrNameLst>
                                          <p:attrName>style.visibility</p:attrName>
                                        </p:attrNameLst>
                                      </p:cBhvr>
                                      <p:to>
                                        <p:strVal val="visible"/>
                                      </p:to>
                                    </p:set>
                                    <p:animEffect transition="in" filter="fade">
                                      <p:cBhvr>
                                        <p:cTn id="66" dur="500"/>
                                        <p:tgtEl>
                                          <p:spTgt spid="87"/>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nodeType="withEffect">
                                  <p:stCondLst>
                                    <p:cond delay="0"/>
                                  </p:stCondLst>
                                  <p:childTnLst>
                                    <p:set>
                                      <p:cBhvr>
                                        <p:cTn id="74" dur="1" fill="hold">
                                          <p:stCondLst>
                                            <p:cond delay="0"/>
                                          </p:stCondLst>
                                        </p:cTn>
                                        <p:tgtEl>
                                          <p:spTgt spid="137"/>
                                        </p:tgtEl>
                                        <p:attrNameLst>
                                          <p:attrName>style.visibility</p:attrName>
                                        </p:attrNameLst>
                                      </p:cBhvr>
                                      <p:to>
                                        <p:strVal val="visible"/>
                                      </p:to>
                                    </p:set>
                                    <p:animEffect transition="in" filter="fade">
                                      <p:cBhvr>
                                        <p:cTn id="75" dur="500"/>
                                        <p:tgtEl>
                                          <p:spTgt spid="13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00"/>
                                        <p:tgtEl>
                                          <p:spTgt spid="2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500"/>
                                        <p:tgtEl>
                                          <p:spTgt spid="3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500"/>
                                        <p:tgtEl>
                                          <p:spTgt spid="35"/>
                                        </p:tgtEl>
                                      </p:cBhvr>
                                    </p:animEffect>
                                  </p:childTnLst>
                                </p:cTn>
                              </p:par>
                              <p:par>
                                <p:cTn id="85" presetID="10" presetClass="entr" presetSubtype="0" fill="hold" nodeType="withEffect">
                                  <p:stCondLst>
                                    <p:cond delay="0"/>
                                  </p:stCondLst>
                                  <p:childTnLst>
                                    <p:set>
                                      <p:cBhvr>
                                        <p:cTn id="86" dur="1" fill="hold">
                                          <p:stCondLst>
                                            <p:cond delay="0"/>
                                          </p:stCondLst>
                                        </p:cTn>
                                        <p:tgtEl>
                                          <p:spTgt spid="140"/>
                                        </p:tgtEl>
                                        <p:attrNameLst>
                                          <p:attrName>style.visibility</p:attrName>
                                        </p:attrNameLst>
                                      </p:cBhvr>
                                      <p:to>
                                        <p:strVal val="visible"/>
                                      </p:to>
                                    </p:set>
                                    <p:animEffect transition="in" filter="fade">
                                      <p:cBhvr>
                                        <p:cTn id="87" dur="500"/>
                                        <p:tgtEl>
                                          <p:spTgt spid="14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42"/>
                                        </p:tgtEl>
                                        <p:attrNameLst>
                                          <p:attrName>style.visibility</p:attrName>
                                        </p:attrNameLst>
                                      </p:cBhvr>
                                      <p:to>
                                        <p:strVal val="visible"/>
                                      </p:to>
                                    </p:set>
                                    <p:animEffect transition="in" filter="fade">
                                      <p:cBhvr>
                                        <p:cTn id="90" dur="500"/>
                                        <p:tgtEl>
                                          <p:spTgt spid="142"/>
                                        </p:tgtEl>
                                      </p:cBhvr>
                                    </p:animEffect>
                                  </p:childTnLst>
                                </p:cTn>
                              </p:par>
                            </p:childTnLst>
                          </p:cTn>
                        </p:par>
                        <p:par>
                          <p:cTn id="91" fill="hold">
                            <p:stCondLst>
                              <p:cond delay="500"/>
                            </p:stCondLst>
                            <p:childTnLst>
                              <p:par>
                                <p:cTn id="92" presetID="10" presetClass="entr" presetSubtype="0" fill="hold" grpId="0" nodeType="afterEffect">
                                  <p:stCondLst>
                                    <p:cond delay="0"/>
                                  </p:stCondLst>
                                  <p:childTnLst>
                                    <p:set>
                                      <p:cBhvr>
                                        <p:cTn id="93" dur="1" fill="hold">
                                          <p:stCondLst>
                                            <p:cond delay="0"/>
                                          </p:stCondLst>
                                        </p:cTn>
                                        <p:tgtEl>
                                          <p:spTgt spid="119"/>
                                        </p:tgtEl>
                                        <p:attrNameLst>
                                          <p:attrName>style.visibility</p:attrName>
                                        </p:attrNameLst>
                                      </p:cBhvr>
                                      <p:to>
                                        <p:strVal val="visible"/>
                                      </p:to>
                                    </p:set>
                                    <p:animEffect transition="in" filter="fade">
                                      <p:cBhvr>
                                        <p:cTn id="94" dur="500"/>
                                        <p:tgtEl>
                                          <p:spTgt spid="11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54"/>
                                        </p:tgtEl>
                                        <p:attrNameLst>
                                          <p:attrName>style.visibility</p:attrName>
                                        </p:attrNameLst>
                                      </p:cBhvr>
                                      <p:to>
                                        <p:strVal val="visible"/>
                                      </p:to>
                                    </p:set>
                                    <p:animEffect transition="in" filter="fade">
                                      <p:cBhvr>
                                        <p:cTn id="97" dur="500"/>
                                        <p:tgtEl>
                                          <p:spTgt spid="154"/>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2"/>
                                        </p:tgtEl>
                                        <p:attrNameLst>
                                          <p:attrName>style.visibility</p:attrName>
                                        </p:attrNameLst>
                                      </p:cBhvr>
                                      <p:to>
                                        <p:strVal val="visible"/>
                                      </p:to>
                                    </p:set>
                                    <p:animEffect transition="in" filter="fade">
                                      <p:cBhvr>
                                        <p:cTn id="102" dur="500"/>
                                        <p:tgtEl>
                                          <p:spTgt spid="12"/>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11"/>
                                        </p:tgtEl>
                                        <p:attrNameLst>
                                          <p:attrName>style.visibility</p:attrName>
                                        </p:attrNameLst>
                                      </p:cBhvr>
                                      <p:to>
                                        <p:strVal val="visible"/>
                                      </p:to>
                                    </p:set>
                                    <p:animEffect transition="in" filter="fade">
                                      <p:cBhvr>
                                        <p:cTn id="105" dur="500"/>
                                        <p:tgtEl>
                                          <p:spTgt spid="11"/>
                                        </p:tgtEl>
                                      </p:cBhvr>
                                    </p:animEffect>
                                  </p:childTnLst>
                                </p:cTn>
                              </p:par>
                              <p:par>
                                <p:cTn id="106" presetID="10" presetClass="entr" presetSubtype="0" fill="hold" nodeType="withEffect">
                                  <p:stCondLst>
                                    <p:cond delay="0"/>
                                  </p:stCondLst>
                                  <p:childTnLst>
                                    <p:set>
                                      <p:cBhvr>
                                        <p:cTn id="107" dur="1" fill="hold">
                                          <p:stCondLst>
                                            <p:cond delay="0"/>
                                          </p:stCondLst>
                                        </p:cTn>
                                        <p:tgtEl>
                                          <p:spTgt spid="157"/>
                                        </p:tgtEl>
                                        <p:attrNameLst>
                                          <p:attrName>style.visibility</p:attrName>
                                        </p:attrNameLst>
                                      </p:cBhvr>
                                      <p:to>
                                        <p:strVal val="visible"/>
                                      </p:to>
                                    </p:set>
                                    <p:animEffect transition="in" filter="fade">
                                      <p:cBhvr>
                                        <p:cTn id="108" dur="500"/>
                                        <p:tgtEl>
                                          <p:spTgt spid="157"/>
                                        </p:tgtEl>
                                      </p:cBhvr>
                                    </p:animEffect>
                                  </p:childTnLst>
                                </p:cTn>
                              </p:par>
                            </p:childTnLst>
                          </p:cTn>
                        </p:par>
                        <p:par>
                          <p:cTn id="109" fill="hold">
                            <p:stCondLst>
                              <p:cond delay="500"/>
                            </p:stCondLst>
                            <p:childTnLst>
                              <p:par>
                                <p:cTn id="110" presetID="10" presetClass="entr" presetSubtype="0" fill="hold" grpId="0" nodeType="afterEffect">
                                  <p:stCondLst>
                                    <p:cond delay="0"/>
                                  </p:stCondLst>
                                  <p:childTnLst>
                                    <p:set>
                                      <p:cBhvr>
                                        <p:cTn id="111" dur="1" fill="hold">
                                          <p:stCondLst>
                                            <p:cond delay="0"/>
                                          </p:stCondLst>
                                        </p:cTn>
                                        <p:tgtEl>
                                          <p:spTgt spid="161"/>
                                        </p:tgtEl>
                                        <p:attrNameLst>
                                          <p:attrName>style.visibility</p:attrName>
                                        </p:attrNameLst>
                                      </p:cBhvr>
                                      <p:to>
                                        <p:strVal val="visible"/>
                                      </p:to>
                                    </p:set>
                                    <p:animEffect transition="in" filter="fade">
                                      <p:cBhvr>
                                        <p:cTn id="112" dur="500"/>
                                        <p:tgtEl>
                                          <p:spTgt spid="161"/>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134"/>
                                        </p:tgtEl>
                                        <p:attrNameLst>
                                          <p:attrName>style.visibility</p:attrName>
                                        </p:attrNameLst>
                                      </p:cBhvr>
                                      <p:to>
                                        <p:strVal val="visible"/>
                                      </p:to>
                                    </p:set>
                                    <p:animEffect transition="in" filter="fade">
                                      <p:cBhvr>
                                        <p:cTn id="117" dur="500"/>
                                        <p:tgtEl>
                                          <p:spTgt spid="134"/>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56"/>
                                        </p:tgtEl>
                                        <p:attrNameLst>
                                          <p:attrName>style.visibility</p:attrName>
                                        </p:attrNameLst>
                                      </p:cBhvr>
                                      <p:to>
                                        <p:strVal val="visible"/>
                                      </p:to>
                                    </p:set>
                                    <p:animEffect transition="in" filter="fade">
                                      <p:cBhvr>
                                        <p:cTn id="120" dur="500"/>
                                        <p:tgtEl>
                                          <p:spTgt spid="156"/>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37"/>
                                        </p:tgtEl>
                                        <p:attrNameLst>
                                          <p:attrName>style.visibility</p:attrName>
                                        </p:attrNameLst>
                                      </p:cBhvr>
                                      <p:to>
                                        <p:strVal val="visible"/>
                                      </p:to>
                                    </p:set>
                                    <p:animEffect transition="in" filter="fade">
                                      <p:cBhvr>
                                        <p:cTn id="125" dur="500"/>
                                        <p:tgtEl>
                                          <p:spTgt spid="37"/>
                                        </p:tgtEl>
                                      </p:cBhvr>
                                    </p:animEffect>
                                  </p:childTnLst>
                                </p:cTn>
                              </p:par>
                              <p:par>
                                <p:cTn id="126" presetID="10" presetClass="entr" presetSubtype="0" fill="hold" nodeType="withEffect">
                                  <p:stCondLst>
                                    <p:cond delay="0"/>
                                  </p:stCondLst>
                                  <p:childTnLst>
                                    <p:set>
                                      <p:cBhvr>
                                        <p:cTn id="127" dur="1" fill="hold">
                                          <p:stCondLst>
                                            <p:cond delay="0"/>
                                          </p:stCondLst>
                                        </p:cTn>
                                        <p:tgtEl>
                                          <p:spTgt spid="45"/>
                                        </p:tgtEl>
                                        <p:attrNameLst>
                                          <p:attrName>style.visibility</p:attrName>
                                        </p:attrNameLst>
                                      </p:cBhvr>
                                      <p:to>
                                        <p:strVal val="visible"/>
                                      </p:to>
                                    </p:set>
                                    <p:animEffect transition="in" filter="fade">
                                      <p:cBhvr>
                                        <p:cTn id="128" dur="500"/>
                                        <p:tgtEl>
                                          <p:spTgt spid="45"/>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38"/>
                                        </p:tgtEl>
                                        <p:attrNameLst>
                                          <p:attrName>style.visibility</p:attrName>
                                        </p:attrNameLst>
                                      </p:cBhvr>
                                      <p:to>
                                        <p:strVal val="visible"/>
                                      </p:to>
                                    </p:set>
                                    <p:animEffect transition="in" filter="fade">
                                      <p:cBhvr>
                                        <p:cTn id="131" dur="500"/>
                                        <p:tgtEl>
                                          <p:spTgt spid="38"/>
                                        </p:tgtEl>
                                      </p:cBhvr>
                                    </p:animEffect>
                                  </p:childTnLst>
                                </p:cTn>
                              </p:par>
                              <p:par>
                                <p:cTn id="132" presetID="10" presetClass="entr" presetSubtype="0" fill="hold" nodeType="withEffect">
                                  <p:stCondLst>
                                    <p:cond delay="0"/>
                                  </p:stCondLst>
                                  <p:childTnLst>
                                    <p:set>
                                      <p:cBhvr>
                                        <p:cTn id="133" dur="1" fill="hold">
                                          <p:stCondLst>
                                            <p:cond delay="0"/>
                                          </p:stCondLst>
                                        </p:cTn>
                                        <p:tgtEl>
                                          <p:spTgt spid="39"/>
                                        </p:tgtEl>
                                        <p:attrNameLst>
                                          <p:attrName>style.visibility</p:attrName>
                                        </p:attrNameLst>
                                      </p:cBhvr>
                                      <p:to>
                                        <p:strVal val="visible"/>
                                      </p:to>
                                    </p:set>
                                    <p:animEffect transition="in" filter="fade">
                                      <p:cBhvr>
                                        <p:cTn id="134" dur="500"/>
                                        <p:tgtEl>
                                          <p:spTgt spid="39"/>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4"/>
                                        </p:tgtEl>
                                        <p:attrNameLst>
                                          <p:attrName>style.visibility</p:attrName>
                                        </p:attrNameLst>
                                      </p:cBhvr>
                                      <p:to>
                                        <p:strVal val="visible"/>
                                      </p:to>
                                    </p:set>
                                    <p:animEffect transition="in" filter="fade">
                                      <p:cBhvr>
                                        <p:cTn id="137" dur="500"/>
                                        <p:tgtEl>
                                          <p:spTgt spid="44"/>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41"/>
                                        </p:tgtEl>
                                        <p:attrNameLst>
                                          <p:attrName>style.visibility</p:attrName>
                                        </p:attrNameLst>
                                      </p:cBhvr>
                                      <p:to>
                                        <p:strVal val="visible"/>
                                      </p:to>
                                    </p:set>
                                    <p:animEffect transition="in" filter="fade">
                                      <p:cBhvr>
                                        <p:cTn id="142" dur="500"/>
                                        <p:tgtEl>
                                          <p:spTgt spid="41"/>
                                        </p:tgtEl>
                                      </p:cBhvr>
                                    </p:animEffect>
                                  </p:childTnLst>
                                </p:cTn>
                              </p:par>
                              <p:par>
                                <p:cTn id="143" presetID="10" presetClass="entr" presetSubtype="0" fill="hold" nodeType="withEffect">
                                  <p:stCondLst>
                                    <p:cond delay="0"/>
                                  </p:stCondLst>
                                  <p:childTnLst>
                                    <p:set>
                                      <p:cBhvr>
                                        <p:cTn id="144" dur="1" fill="hold">
                                          <p:stCondLst>
                                            <p:cond delay="0"/>
                                          </p:stCondLst>
                                        </p:cTn>
                                        <p:tgtEl>
                                          <p:spTgt spid="149"/>
                                        </p:tgtEl>
                                        <p:attrNameLst>
                                          <p:attrName>style.visibility</p:attrName>
                                        </p:attrNameLst>
                                      </p:cBhvr>
                                      <p:to>
                                        <p:strVal val="visible"/>
                                      </p:to>
                                    </p:set>
                                    <p:animEffect transition="in" filter="fade">
                                      <p:cBhvr>
                                        <p:cTn id="145" dur="500"/>
                                        <p:tgtEl>
                                          <p:spTgt spid="149"/>
                                        </p:tgtEl>
                                      </p:cBhvr>
                                    </p:animEffect>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grpId="0" nodeType="clickEffect">
                                  <p:stCondLst>
                                    <p:cond delay="0"/>
                                  </p:stCondLst>
                                  <p:childTnLst>
                                    <p:set>
                                      <p:cBhvr>
                                        <p:cTn id="149" dur="1" fill="hold">
                                          <p:stCondLst>
                                            <p:cond delay="0"/>
                                          </p:stCondLst>
                                        </p:cTn>
                                        <p:tgtEl>
                                          <p:spTgt spid="66"/>
                                        </p:tgtEl>
                                        <p:attrNameLst>
                                          <p:attrName>style.visibility</p:attrName>
                                        </p:attrNameLst>
                                      </p:cBhvr>
                                      <p:to>
                                        <p:strVal val="visible"/>
                                      </p:to>
                                    </p:set>
                                    <p:animEffect transition="in" filter="fade">
                                      <p:cBhvr>
                                        <p:cTn id="150" dur="500"/>
                                        <p:tgtEl>
                                          <p:spTgt spid="66"/>
                                        </p:tgtEl>
                                      </p:cBhvr>
                                    </p:animEffect>
                                  </p:childTnLst>
                                </p:cTn>
                              </p:par>
                              <p:par>
                                <p:cTn id="151" presetID="10" presetClass="entr" presetSubtype="0" fill="hold" nodeType="withEffect">
                                  <p:stCondLst>
                                    <p:cond delay="0"/>
                                  </p:stCondLst>
                                  <p:childTnLst>
                                    <p:set>
                                      <p:cBhvr>
                                        <p:cTn id="152" dur="1" fill="hold">
                                          <p:stCondLst>
                                            <p:cond delay="0"/>
                                          </p:stCondLst>
                                        </p:cTn>
                                        <p:tgtEl>
                                          <p:spTgt spid="64"/>
                                        </p:tgtEl>
                                        <p:attrNameLst>
                                          <p:attrName>style.visibility</p:attrName>
                                        </p:attrNameLst>
                                      </p:cBhvr>
                                      <p:to>
                                        <p:strVal val="visible"/>
                                      </p:to>
                                    </p:set>
                                    <p:animEffect transition="in" filter="fade">
                                      <p:cBhvr>
                                        <p:cTn id="153" dur="500"/>
                                        <p:tgtEl>
                                          <p:spTgt spid="64"/>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grpId="0" nodeType="clickEffect">
                                  <p:stCondLst>
                                    <p:cond delay="0"/>
                                  </p:stCondLst>
                                  <p:childTnLst>
                                    <p:set>
                                      <p:cBhvr>
                                        <p:cTn id="157" dur="1" fill="hold">
                                          <p:stCondLst>
                                            <p:cond delay="0"/>
                                          </p:stCondLst>
                                        </p:cTn>
                                        <p:tgtEl>
                                          <p:spTgt spid="90"/>
                                        </p:tgtEl>
                                        <p:attrNameLst>
                                          <p:attrName>style.visibility</p:attrName>
                                        </p:attrNameLst>
                                      </p:cBhvr>
                                      <p:to>
                                        <p:strVal val="visible"/>
                                      </p:to>
                                    </p:set>
                                    <p:animEffect transition="in" filter="fade">
                                      <p:cBhvr>
                                        <p:cTn id="158" dur="500"/>
                                        <p:tgtEl>
                                          <p:spTgt spid="90"/>
                                        </p:tgtEl>
                                      </p:cBhvr>
                                    </p:animEffect>
                                  </p:childTnLst>
                                </p:cTn>
                              </p:par>
                              <p:par>
                                <p:cTn id="159" presetID="10" presetClass="entr" presetSubtype="0" fill="hold" nodeType="withEffect">
                                  <p:stCondLst>
                                    <p:cond delay="0"/>
                                  </p:stCondLst>
                                  <p:childTnLst>
                                    <p:set>
                                      <p:cBhvr>
                                        <p:cTn id="160" dur="1" fill="hold">
                                          <p:stCondLst>
                                            <p:cond delay="0"/>
                                          </p:stCondLst>
                                        </p:cTn>
                                        <p:tgtEl>
                                          <p:spTgt spid="96"/>
                                        </p:tgtEl>
                                        <p:attrNameLst>
                                          <p:attrName>style.visibility</p:attrName>
                                        </p:attrNameLst>
                                      </p:cBhvr>
                                      <p:to>
                                        <p:strVal val="visible"/>
                                      </p:to>
                                    </p:set>
                                    <p:animEffect transition="in" filter="fade">
                                      <p:cBhvr>
                                        <p:cTn id="161" dur="500"/>
                                        <p:tgtEl>
                                          <p:spTgt spid="96"/>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89"/>
                                        </p:tgtEl>
                                        <p:attrNameLst>
                                          <p:attrName>style.visibility</p:attrName>
                                        </p:attrNameLst>
                                      </p:cBhvr>
                                      <p:to>
                                        <p:strVal val="visible"/>
                                      </p:to>
                                    </p:set>
                                    <p:animEffect transition="in" filter="fade">
                                      <p:cBhvr>
                                        <p:cTn id="164" dur="500"/>
                                        <p:tgtEl>
                                          <p:spTgt spid="89"/>
                                        </p:tgtEl>
                                      </p:cBhvr>
                                    </p:animEffect>
                                  </p:childTnLst>
                                </p:cTn>
                              </p:par>
                              <p:par>
                                <p:cTn id="165" presetID="10" presetClass="entr" presetSubtype="0" fill="hold" nodeType="withEffect">
                                  <p:stCondLst>
                                    <p:cond delay="0"/>
                                  </p:stCondLst>
                                  <p:childTnLst>
                                    <p:set>
                                      <p:cBhvr>
                                        <p:cTn id="166" dur="1" fill="hold">
                                          <p:stCondLst>
                                            <p:cond delay="0"/>
                                          </p:stCondLst>
                                        </p:cTn>
                                        <p:tgtEl>
                                          <p:spTgt spid="117"/>
                                        </p:tgtEl>
                                        <p:attrNameLst>
                                          <p:attrName>style.visibility</p:attrName>
                                        </p:attrNameLst>
                                      </p:cBhvr>
                                      <p:to>
                                        <p:strVal val="visible"/>
                                      </p:to>
                                    </p:set>
                                    <p:animEffect transition="in" filter="fade">
                                      <p:cBhvr>
                                        <p:cTn id="167" dur="500"/>
                                        <p:tgtEl>
                                          <p:spTgt spid="117"/>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92"/>
                                        </p:tgtEl>
                                        <p:attrNameLst>
                                          <p:attrName>style.visibility</p:attrName>
                                        </p:attrNameLst>
                                      </p:cBhvr>
                                      <p:to>
                                        <p:strVal val="visible"/>
                                      </p:to>
                                    </p:set>
                                    <p:animEffect transition="in" filter="fade">
                                      <p:cBhvr>
                                        <p:cTn id="170" dur="500"/>
                                        <p:tgtEl>
                                          <p:spTgt spid="92"/>
                                        </p:tgtEl>
                                      </p:cBhvr>
                                    </p:animEffect>
                                  </p:childTnLst>
                                </p:cTn>
                              </p:par>
                            </p:childTnLst>
                          </p:cTn>
                        </p:par>
                      </p:childTnLst>
                    </p:cTn>
                  </p:par>
                  <p:par>
                    <p:cTn id="171" fill="hold">
                      <p:stCondLst>
                        <p:cond delay="indefinite"/>
                      </p:stCondLst>
                      <p:childTnLst>
                        <p:par>
                          <p:cTn id="172"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93"/>
                                        </p:tgtEl>
                                        <p:attrNameLst>
                                          <p:attrName>style.visibility</p:attrName>
                                        </p:attrNameLst>
                                      </p:cBhvr>
                                      <p:to>
                                        <p:strVal val="visible"/>
                                      </p:to>
                                    </p:set>
                                    <p:animEffect transition="in" filter="fade">
                                      <p:cBhvr>
                                        <p:cTn id="175" dur="500"/>
                                        <p:tgtEl>
                                          <p:spTgt spid="93"/>
                                        </p:tgtEl>
                                      </p:cBhvr>
                                    </p:animEffect>
                                  </p:childTnLst>
                                </p:cTn>
                              </p:par>
                              <p:par>
                                <p:cTn id="176" presetID="10" presetClass="entr" presetSubtype="0" fill="hold" nodeType="withEffect">
                                  <p:stCondLst>
                                    <p:cond delay="0"/>
                                  </p:stCondLst>
                                  <p:childTnLst>
                                    <p:set>
                                      <p:cBhvr>
                                        <p:cTn id="177" dur="1" fill="hold">
                                          <p:stCondLst>
                                            <p:cond delay="0"/>
                                          </p:stCondLst>
                                        </p:cTn>
                                        <p:tgtEl>
                                          <p:spTgt spid="145"/>
                                        </p:tgtEl>
                                        <p:attrNameLst>
                                          <p:attrName>style.visibility</p:attrName>
                                        </p:attrNameLst>
                                      </p:cBhvr>
                                      <p:to>
                                        <p:strVal val="visible"/>
                                      </p:to>
                                    </p:set>
                                    <p:animEffect transition="in" filter="fade">
                                      <p:cBhvr>
                                        <p:cTn id="178" dur="500"/>
                                        <p:tgtEl>
                                          <p:spTgt spid="145"/>
                                        </p:tgtEl>
                                      </p:cBhvr>
                                    </p:animEffect>
                                  </p:childTnLst>
                                </p:cTn>
                              </p:par>
                            </p:childTnLst>
                          </p:cTn>
                        </p:par>
                      </p:childTnLst>
                    </p:cTn>
                  </p:par>
                  <p:par>
                    <p:cTn id="179" fill="hold">
                      <p:stCondLst>
                        <p:cond delay="indefinite"/>
                      </p:stCondLst>
                      <p:childTnLst>
                        <p:par>
                          <p:cTn id="180" fill="hold">
                            <p:stCondLst>
                              <p:cond delay="0"/>
                            </p:stCondLst>
                            <p:childTnLst>
                              <p:par>
                                <p:cTn id="181" presetID="10" presetClass="entr" presetSubtype="0" fill="hold" grpId="0" nodeType="clickEffect">
                                  <p:stCondLst>
                                    <p:cond delay="0"/>
                                  </p:stCondLst>
                                  <p:childTnLst>
                                    <p:set>
                                      <p:cBhvr>
                                        <p:cTn id="182" dur="1" fill="hold">
                                          <p:stCondLst>
                                            <p:cond delay="0"/>
                                          </p:stCondLst>
                                        </p:cTn>
                                        <p:tgtEl>
                                          <p:spTgt spid="82"/>
                                        </p:tgtEl>
                                        <p:attrNameLst>
                                          <p:attrName>style.visibility</p:attrName>
                                        </p:attrNameLst>
                                      </p:cBhvr>
                                      <p:to>
                                        <p:strVal val="visible"/>
                                      </p:to>
                                    </p:set>
                                    <p:animEffect transition="in" filter="fade">
                                      <p:cBhvr>
                                        <p:cTn id="183" dur="500"/>
                                        <p:tgtEl>
                                          <p:spTgt spid="82"/>
                                        </p:tgtEl>
                                      </p:cBhvr>
                                    </p:animEffect>
                                  </p:childTnLst>
                                </p:cTn>
                              </p:par>
                              <p:par>
                                <p:cTn id="184" presetID="10" presetClass="entr" presetSubtype="0" fill="hold" nodeType="withEffect">
                                  <p:stCondLst>
                                    <p:cond delay="0"/>
                                  </p:stCondLst>
                                  <p:childTnLst>
                                    <p:set>
                                      <p:cBhvr>
                                        <p:cTn id="185" dur="1" fill="hold">
                                          <p:stCondLst>
                                            <p:cond delay="0"/>
                                          </p:stCondLst>
                                        </p:cTn>
                                        <p:tgtEl>
                                          <p:spTgt spid="91"/>
                                        </p:tgtEl>
                                        <p:attrNameLst>
                                          <p:attrName>style.visibility</p:attrName>
                                        </p:attrNameLst>
                                      </p:cBhvr>
                                      <p:to>
                                        <p:strVal val="visible"/>
                                      </p:to>
                                    </p:set>
                                    <p:animEffect transition="in" filter="fade">
                                      <p:cBhvr>
                                        <p:cTn id="186" dur="500"/>
                                        <p:tgtEl>
                                          <p:spTgt spid="91"/>
                                        </p:tgtEl>
                                      </p:cBhvr>
                                    </p:animEffect>
                                  </p:childTnLst>
                                </p:cTn>
                              </p:par>
                            </p:childTnLst>
                          </p:cTn>
                        </p:par>
                      </p:childTnLst>
                    </p:cTn>
                  </p:par>
                  <p:par>
                    <p:cTn id="187" fill="hold">
                      <p:stCondLst>
                        <p:cond delay="indefinite"/>
                      </p:stCondLst>
                      <p:childTnLst>
                        <p:par>
                          <p:cTn id="188" fill="hold">
                            <p:stCondLst>
                              <p:cond delay="0"/>
                            </p:stCondLst>
                            <p:childTnLst>
                              <p:par>
                                <p:cTn id="189" presetID="10" presetClass="entr" presetSubtype="0" fill="hold" grpId="0" nodeType="clickEffect">
                                  <p:stCondLst>
                                    <p:cond delay="0"/>
                                  </p:stCondLst>
                                  <p:childTnLst>
                                    <p:set>
                                      <p:cBhvr>
                                        <p:cTn id="190" dur="1" fill="hold">
                                          <p:stCondLst>
                                            <p:cond delay="0"/>
                                          </p:stCondLst>
                                        </p:cTn>
                                        <p:tgtEl>
                                          <p:spTgt spid="135"/>
                                        </p:tgtEl>
                                        <p:attrNameLst>
                                          <p:attrName>style.visibility</p:attrName>
                                        </p:attrNameLst>
                                      </p:cBhvr>
                                      <p:to>
                                        <p:strVal val="visible"/>
                                      </p:to>
                                    </p:set>
                                    <p:animEffect transition="in" filter="fade">
                                      <p:cBhvr>
                                        <p:cTn id="191"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156" grpId="0" animBg="1"/>
      <p:bldP spid="154" grpId="0" animBg="1"/>
      <p:bldP spid="119" grpId="0" animBg="1"/>
      <p:bldP spid="35" grpId="0"/>
      <p:bldP spid="4" grpId="0" animBg="1"/>
      <p:bldP spid="5" grpId="0" animBg="1"/>
      <p:bldP spid="6" grpId="0" animBg="1"/>
      <p:bldP spid="7" grpId="0" animBg="1"/>
      <p:bldP spid="11" grpId="0" animBg="1"/>
      <p:bldP spid="15" grpId="0" animBg="1"/>
      <p:bldP spid="18" grpId="0"/>
      <p:bldP spid="21" grpId="0" animBg="1"/>
      <p:bldP spid="23" grpId="0"/>
      <p:bldP spid="24" grpId="0" animBg="1"/>
      <p:bldP spid="26" grpId="0" animBg="1"/>
      <p:bldP spid="37" grpId="0"/>
      <p:bldP spid="38" grpId="0" animBg="1"/>
      <p:bldP spid="40" grpId="0" animBg="1"/>
      <p:bldP spid="41" grpId="0"/>
      <p:bldP spid="44" grpId="0" animBg="1"/>
      <p:bldP spid="66" grpId="0"/>
      <p:bldP spid="134" grpId="0" animBg="1"/>
      <p:bldP spid="135" grpId="0" animBg="1"/>
      <p:bldP spid="142" grpId="0" animBg="1"/>
      <p:bldP spid="82" grpId="0"/>
      <p:bldP spid="84" grpId="0" animBg="1"/>
      <p:bldP spid="89" grpId="0" animBg="1"/>
      <p:bldP spid="90" grpId="0"/>
      <p:bldP spid="92" grpId="0" animBg="1"/>
      <p:bldP spid="93" grpId="0"/>
      <p:bldP spid="94" grpId="0"/>
      <p:bldP spid="16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COE and workforce development</a:t>
            </a:r>
          </a:p>
        </p:txBody>
      </p:sp>
      <p:sp>
        <p:nvSpPr>
          <p:cNvPr id="3" name="TextBox 2"/>
          <p:cNvSpPr txBox="1"/>
          <p:nvPr/>
        </p:nvSpPr>
        <p:spPr>
          <a:xfrm>
            <a:off x="11475720" y="6519672"/>
            <a:ext cx="411480" cy="228600"/>
          </a:xfrm>
          <a:prstGeom prst="rect">
            <a:avLst/>
          </a:prstGeom>
          <a:noFill/>
        </p:spPr>
        <p:txBody>
          <a:bodyPr wrap="square" lIns="0" tIns="27432" rIns="0" bIns="27432" anchor="t">
            <a:spAutoFit/>
          </a:bodyPr>
          <a:lstStyle/>
          <a:p>
            <a:pPr algn="r"/>
            <a:r>
              <a:rPr sz="1000" b="0">
                <a:solidFill>
                  <a:srgbClr val="595959"/>
                </a:solidFill>
                <a:latin typeface="Calibri"/>
              </a:rPr>
              <a:t>5</a:t>
            </a:r>
          </a:p>
        </p:txBody>
      </p:sp>
      <p:sp>
        <p:nvSpPr>
          <p:cNvPr id="4" name="TextBox 3"/>
          <p:cNvSpPr txBox="1"/>
          <p:nvPr/>
        </p:nvSpPr>
        <p:spPr>
          <a:xfrm>
            <a:off x="457200" y="1325880"/>
            <a:ext cx="7589520" cy="274320"/>
          </a:xfrm>
          <a:prstGeom prst="rect">
            <a:avLst/>
          </a:prstGeom>
          <a:noFill/>
        </p:spPr>
        <p:txBody>
          <a:bodyPr wrap="square" lIns="0" tIns="27432" rIns="0" bIns="27432" anchor="t">
            <a:spAutoFit/>
          </a:bodyPr>
          <a:lstStyle/>
          <a:p>
            <a:pPr algn="l"/>
            <a:r>
              <a:rPr sz="1400" b="1">
                <a:solidFill>
                  <a:srgbClr val="1F3864"/>
                </a:solidFill>
                <a:latin typeface="Calibri"/>
              </a:rPr>
              <a:t>AI COE</a:t>
            </a:r>
          </a:p>
        </p:txBody>
      </p:sp>
      <p:sp>
        <p:nvSpPr>
          <p:cNvPr id="5" name="TextBox 4"/>
          <p:cNvSpPr txBox="1"/>
          <p:nvPr/>
        </p:nvSpPr>
        <p:spPr>
          <a:xfrm>
            <a:off x="457200" y="1737360"/>
            <a:ext cx="1737360" cy="201168"/>
          </a:xfrm>
          <a:prstGeom prst="rect">
            <a:avLst/>
          </a:prstGeom>
          <a:noFill/>
        </p:spPr>
        <p:txBody>
          <a:bodyPr wrap="square" lIns="0" tIns="27432" rIns="0" bIns="27432" anchor="ctr">
            <a:spAutoFit/>
          </a:bodyPr>
          <a:lstStyle/>
          <a:p>
            <a:pPr algn="l"/>
            <a:r>
              <a:rPr sz="1000" b="1">
                <a:solidFill>
                  <a:srgbClr val="0077C8"/>
                </a:solidFill>
                <a:latin typeface="Calibri"/>
              </a:rPr>
              <a:t>Inputs</a:t>
            </a:r>
          </a:p>
        </p:txBody>
      </p:sp>
      <p:sp>
        <p:nvSpPr>
          <p:cNvPr id="6" name="TextBox 5"/>
          <p:cNvSpPr txBox="1"/>
          <p:nvPr/>
        </p:nvSpPr>
        <p:spPr>
          <a:xfrm>
            <a:off x="6355080" y="1737360"/>
            <a:ext cx="1737360" cy="201168"/>
          </a:xfrm>
          <a:prstGeom prst="rect">
            <a:avLst/>
          </a:prstGeom>
          <a:noFill/>
        </p:spPr>
        <p:txBody>
          <a:bodyPr wrap="square" lIns="0" tIns="27432" rIns="0" bIns="27432" anchor="ctr">
            <a:spAutoFit/>
          </a:bodyPr>
          <a:lstStyle/>
          <a:p>
            <a:pPr algn="l"/>
            <a:r>
              <a:rPr sz="1000" b="1">
                <a:solidFill>
                  <a:srgbClr val="0077C8"/>
                </a:solidFill>
                <a:latin typeface="Calibri"/>
              </a:rPr>
              <a:t>Outputs</a:t>
            </a:r>
          </a:p>
        </p:txBody>
      </p:sp>
      <p:sp>
        <p:nvSpPr>
          <p:cNvPr id="7" name="Rounded Rectangle 6"/>
          <p:cNvSpPr/>
          <p:nvPr/>
        </p:nvSpPr>
        <p:spPr>
          <a:xfrm>
            <a:off x="457200" y="2103120"/>
            <a:ext cx="1737360" cy="640080"/>
          </a:xfrm>
          <a:prstGeom prst="roundRect">
            <a:avLst>
              <a:gd name="adj" fmla="val 12000"/>
            </a:avLst>
          </a:prstGeom>
          <a:solidFill>
            <a:srgbClr val="FFFFFF"/>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50" b="1">
                <a:solidFill>
                  <a:srgbClr val="1F3864"/>
                </a:solidFill>
                <a:latin typeface="Calibri"/>
              </a:rPr>
              <a:t>Use case details</a:t>
            </a:r>
          </a:p>
        </p:txBody>
      </p:sp>
      <p:cxnSp>
        <p:nvCxnSpPr>
          <p:cNvPr id="8" name="Connector 7"/>
          <p:cNvCxnSpPr/>
          <p:nvPr/>
        </p:nvCxnSpPr>
        <p:spPr>
          <a:xfrm>
            <a:off x="2194560" y="2423160"/>
            <a:ext cx="411480" cy="0"/>
          </a:xfrm>
          <a:prstGeom prst="line">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57200" y="3063240"/>
            <a:ext cx="1737360" cy="640080"/>
          </a:xfrm>
          <a:prstGeom prst="roundRect">
            <a:avLst>
              <a:gd name="adj" fmla="val 12000"/>
            </a:avLst>
          </a:prstGeom>
          <a:solidFill>
            <a:srgbClr val="FFFFFF"/>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50" b="1">
                <a:solidFill>
                  <a:srgbClr val="1F3864"/>
                </a:solidFill>
                <a:latin typeface="Calibri"/>
              </a:rPr>
              <a:t>Evaluation criteria</a:t>
            </a:r>
          </a:p>
        </p:txBody>
      </p:sp>
      <p:cxnSp>
        <p:nvCxnSpPr>
          <p:cNvPr id="10" name="Connector 9"/>
          <p:cNvCxnSpPr/>
          <p:nvPr/>
        </p:nvCxnSpPr>
        <p:spPr>
          <a:xfrm>
            <a:off x="2194560" y="3383280"/>
            <a:ext cx="411480" cy="0"/>
          </a:xfrm>
          <a:prstGeom prst="line">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57200" y="4023360"/>
            <a:ext cx="1737360" cy="640080"/>
          </a:xfrm>
          <a:prstGeom prst="roundRect">
            <a:avLst>
              <a:gd name="adj" fmla="val 12000"/>
            </a:avLst>
          </a:prstGeom>
          <a:solidFill>
            <a:srgbClr val="FFFFFF"/>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50" b="1">
                <a:solidFill>
                  <a:srgbClr val="1F3864"/>
                </a:solidFill>
                <a:latin typeface="Calibri"/>
              </a:rPr>
              <a:t>Enterprise Architecture requirements</a:t>
            </a:r>
          </a:p>
        </p:txBody>
      </p:sp>
      <p:cxnSp>
        <p:nvCxnSpPr>
          <p:cNvPr id="12" name="Connector 11"/>
          <p:cNvCxnSpPr/>
          <p:nvPr/>
        </p:nvCxnSpPr>
        <p:spPr>
          <a:xfrm>
            <a:off x="2194560" y="4343400"/>
            <a:ext cx="411480" cy="0"/>
          </a:xfrm>
          <a:prstGeom prst="line">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7200" y="4983480"/>
            <a:ext cx="1737360" cy="640080"/>
          </a:xfrm>
          <a:prstGeom prst="roundRect">
            <a:avLst>
              <a:gd name="adj" fmla="val 12000"/>
            </a:avLst>
          </a:prstGeom>
          <a:solidFill>
            <a:srgbClr val="FFFFFF"/>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50" b="1">
                <a:solidFill>
                  <a:srgbClr val="1F3864"/>
                </a:solidFill>
                <a:latin typeface="Calibri"/>
              </a:rPr>
              <a:t>Security requirements</a:t>
            </a:r>
          </a:p>
        </p:txBody>
      </p:sp>
      <p:cxnSp>
        <p:nvCxnSpPr>
          <p:cNvPr id="14" name="Connector 13"/>
          <p:cNvCxnSpPr/>
          <p:nvPr/>
        </p:nvCxnSpPr>
        <p:spPr>
          <a:xfrm>
            <a:off x="2194560" y="5303520"/>
            <a:ext cx="411480" cy="0"/>
          </a:xfrm>
          <a:prstGeom prst="line">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355080" y="2103120"/>
            <a:ext cx="1737360" cy="640080"/>
          </a:xfrm>
          <a:prstGeom prst="roundRect">
            <a:avLst>
              <a:gd name="adj" fmla="val 12000"/>
            </a:avLst>
          </a:prstGeom>
          <a:solidFill>
            <a:srgbClr val="FFFFFF"/>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50" b="1">
                <a:solidFill>
                  <a:srgbClr val="1F3864"/>
                </a:solidFill>
                <a:latin typeface="Calibri"/>
              </a:rPr>
              <a:t>Evaluation results</a:t>
            </a:r>
          </a:p>
        </p:txBody>
      </p:sp>
      <p:cxnSp>
        <p:nvCxnSpPr>
          <p:cNvPr id="16" name="Connector 15"/>
          <p:cNvCxnSpPr/>
          <p:nvPr/>
        </p:nvCxnSpPr>
        <p:spPr>
          <a:xfrm>
            <a:off x="5943600" y="2423160"/>
            <a:ext cx="411480" cy="0"/>
          </a:xfrm>
          <a:prstGeom prst="line">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355080" y="3063240"/>
            <a:ext cx="1737360" cy="640080"/>
          </a:xfrm>
          <a:prstGeom prst="roundRect">
            <a:avLst>
              <a:gd name="adj" fmla="val 12000"/>
            </a:avLst>
          </a:prstGeom>
          <a:solidFill>
            <a:srgbClr val="FFFFFF"/>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50" b="1">
                <a:solidFill>
                  <a:srgbClr val="1F3864"/>
                </a:solidFill>
                <a:latin typeface="Calibri"/>
              </a:rPr>
              <a:t>Identified constraints</a:t>
            </a:r>
          </a:p>
        </p:txBody>
      </p:sp>
      <p:cxnSp>
        <p:nvCxnSpPr>
          <p:cNvPr id="18" name="Connector 17"/>
          <p:cNvCxnSpPr/>
          <p:nvPr/>
        </p:nvCxnSpPr>
        <p:spPr>
          <a:xfrm>
            <a:off x="5943600" y="3383280"/>
            <a:ext cx="411480" cy="0"/>
          </a:xfrm>
          <a:prstGeom prst="line">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55080" y="4023360"/>
            <a:ext cx="1737360" cy="640080"/>
          </a:xfrm>
          <a:prstGeom prst="roundRect">
            <a:avLst>
              <a:gd name="adj" fmla="val 12000"/>
            </a:avLst>
          </a:prstGeom>
          <a:solidFill>
            <a:srgbClr val="FFFFFF"/>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50" b="1">
                <a:solidFill>
                  <a:srgbClr val="1F3864"/>
                </a:solidFill>
                <a:latin typeface="Calibri"/>
              </a:rPr>
              <a:t>Lessons learned</a:t>
            </a:r>
          </a:p>
        </p:txBody>
      </p:sp>
      <p:cxnSp>
        <p:nvCxnSpPr>
          <p:cNvPr id="20" name="Connector 19"/>
          <p:cNvCxnSpPr/>
          <p:nvPr/>
        </p:nvCxnSpPr>
        <p:spPr>
          <a:xfrm>
            <a:off x="5943600" y="4343400"/>
            <a:ext cx="411480" cy="0"/>
          </a:xfrm>
          <a:prstGeom prst="line">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355080" y="4983480"/>
            <a:ext cx="1737360" cy="640080"/>
          </a:xfrm>
          <a:prstGeom prst="roundRect">
            <a:avLst>
              <a:gd name="adj" fmla="val 12000"/>
            </a:avLst>
          </a:prstGeom>
          <a:solidFill>
            <a:srgbClr val="FFFFFF"/>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50" b="1">
                <a:solidFill>
                  <a:srgbClr val="1F3864"/>
                </a:solidFill>
                <a:latin typeface="Calibri"/>
              </a:rPr>
              <a:t>Training needs</a:t>
            </a:r>
          </a:p>
        </p:txBody>
      </p:sp>
      <p:cxnSp>
        <p:nvCxnSpPr>
          <p:cNvPr id="22" name="Connector 21"/>
          <p:cNvCxnSpPr/>
          <p:nvPr/>
        </p:nvCxnSpPr>
        <p:spPr>
          <a:xfrm>
            <a:off x="5943600" y="5303520"/>
            <a:ext cx="411480" cy="0"/>
          </a:xfrm>
          <a:prstGeom prst="line">
            <a:avLst/>
          </a:prstGeom>
          <a:ln w="15875">
            <a:solidFill>
              <a:srgbClr val="1F38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606040" y="2011680"/>
            <a:ext cx="3337560" cy="3749040"/>
          </a:xfrm>
          <a:prstGeom prst="roundRect">
            <a:avLst>
              <a:gd name="adj" fmla="val 5000"/>
            </a:avLst>
          </a:prstGeom>
          <a:solidFill>
            <a:srgbClr val="EAF5FB"/>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606040" y="2103120"/>
            <a:ext cx="3337560" cy="274320"/>
          </a:xfrm>
          <a:prstGeom prst="rect">
            <a:avLst/>
          </a:prstGeom>
          <a:noFill/>
        </p:spPr>
        <p:txBody>
          <a:bodyPr wrap="square" lIns="0" tIns="27432" rIns="0" bIns="27432" anchor="t">
            <a:spAutoFit/>
          </a:bodyPr>
          <a:lstStyle/>
          <a:p>
            <a:pPr algn="ctr"/>
            <a:r>
              <a:rPr sz="1000" b="1">
                <a:solidFill>
                  <a:srgbClr val="1F3864"/>
                </a:solidFill>
                <a:latin typeface="Calibri"/>
              </a:rPr>
              <a:t>Virtual cross-functional team</a:t>
            </a:r>
          </a:p>
        </p:txBody>
      </p:sp>
      <p:sp>
        <p:nvSpPr>
          <p:cNvPr id="25" name="Rounded Rectangle 24"/>
          <p:cNvSpPr/>
          <p:nvPr/>
        </p:nvSpPr>
        <p:spPr>
          <a:xfrm>
            <a:off x="2761488" y="2468880"/>
            <a:ext cx="1463040" cy="1463040"/>
          </a:xfrm>
          <a:prstGeom prst="roundRect">
            <a:avLst>
              <a:gd name="adj" fmla="val 12000"/>
            </a:avLst>
          </a:prstGeom>
          <a:solidFill>
            <a:srgbClr val="CDEBF6"/>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a:solidFill>
                  <a:srgbClr val="1F3864"/>
                </a:solidFill>
                <a:latin typeface="Calibri"/>
              </a:rPr>
              <a:t>Detailed assessment</a:t>
            </a:r>
          </a:p>
        </p:txBody>
      </p:sp>
      <p:sp>
        <p:nvSpPr>
          <p:cNvPr id="26" name="Rounded Rectangle 25"/>
          <p:cNvSpPr/>
          <p:nvPr/>
        </p:nvSpPr>
        <p:spPr>
          <a:xfrm>
            <a:off x="4379976" y="2468880"/>
            <a:ext cx="1463040" cy="1463040"/>
          </a:xfrm>
          <a:prstGeom prst="roundRect">
            <a:avLst>
              <a:gd name="adj" fmla="val 12000"/>
            </a:avLst>
          </a:prstGeom>
          <a:solidFill>
            <a:srgbClr val="CDEBF6"/>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a:solidFill>
                  <a:srgbClr val="1F3864"/>
                </a:solidFill>
                <a:latin typeface="Calibri"/>
              </a:rPr>
              <a:t>Proof of value</a:t>
            </a:r>
          </a:p>
        </p:txBody>
      </p:sp>
      <p:sp>
        <p:nvSpPr>
          <p:cNvPr id="27" name="Rounded Rectangle 26"/>
          <p:cNvSpPr/>
          <p:nvPr/>
        </p:nvSpPr>
        <p:spPr>
          <a:xfrm>
            <a:off x="2761488" y="4069080"/>
            <a:ext cx="1463040" cy="1463040"/>
          </a:xfrm>
          <a:prstGeom prst="roundRect">
            <a:avLst>
              <a:gd name="adj" fmla="val 12000"/>
            </a:avLst>
          </a:prstGeom>
          <a:solidFill>
            <a:srgbClr val="CDEBF6"/>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a:solidFill>
                  <a:srgbClr val="1F3864"/>
                </a:solidFill>
                <a:latin typeface="Calibri"/>
              </a:rPr>
              <a:t>Best practices and lessons learned</a:t>
            </a:r>
          </a:p>
        </p:txBody>
      </p:sp>
      <p:sp>
        <p:nvSpPr>
          <p:cNvPr id="28" name="Rounded Rectangle 27"/>
          <p:cNvSpPr/>
          <p:nvPr/>
        </p:nvSpPr>
        <p:spPr>
          <a:xfrm>
            <a:off x="4379976" y="4069080"/>
            <a:ext cx="1463040" cy="1463040"/>
          </a:xfrm>
          <a:prstGeom prst="roundRect">
            <a:avLst>
              <a:gd name="adj" fmla="val 12000"/>
            </a:avLst>
          </a:prstGeom>
          <a:solidFill>
            <a:srgbClr val="CDEBF6"/>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50" b="1">
                <a:solidFill>
                  <a:srgbClr val="1F3864"/>
                </a:solidFill>
                <a:latin typeface="Calibri"/>
              </a:rPr>
              <a:t>Learning environment</a:t>
            </a:r>
          </a:p>
        </p:txBody>
      </p:sp>
      <p:sp>
        <p:nvSpPr>
          <p:cNvPr id="29" name="Rounded Rectangle 28"/>
          <p:cNvSpPr/>
          <p:nvPr/>
        </p:nvSpPr>
        <p:spPr>
          <a:xfrm>
            <a:off x="8503920" y="1325880"/>
            <a:ext cx="3227832" cy="4434840"/>
          </a:xfrm>
          <a:prstGeom prst="roundRect">
            <a:avLst>
              <a:gd name="adj" fmla="val 4000"/>
            </a:avLst>
          </a:prstGeom>
          <a:solidFill>
            <a:srgbClr val="F4F8FC"/>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0" y="1417320"/>
            <a:ext cx="2926080" cy="320040"/>
          </a:xfrm>
          <a:prstGeom prst="rect">
            <a:avLst/>
          </a:prstGeom>
          <a:noFill/>
        </p:spPr>
        <p:txBody>
          <a:bodyPr wrap="square" lIns="0" tIns="27432" rIns="0" bIns="27432" anchor="t">
            <a:spAutoFit/>
          </a:bodyPr>
          <a:lstStyle/>
          <a:p>
            <a:pPr algn="l"/>
            <a:r>
              <a:rPr sz="1400" b="1">
                <a:solidFill>
                  <a:srgbClr val="1F3864"/>
                </a:solidFill>
                <a:latin typeface="Calibri"/>
              </a:rPr>
              <a:t>Workforce development</a:t>
            </a:r>
          </a:p>
        </p:txBody>
      </p:sp>
      <p:sp>
        <p:nvSpPr>
          <p:cNvPr id="31" name="Rounded Rectangle 30"/>
          <p:cNvSpPr/>
          <p:nvPr/>
        </p:nvSpPr>
        <p:spPr>
          <a:xfrm>
            <a:off x="8686800" y="2011680"/>
            <a:ext cx="2862072" cy="731520"/>
          </a:xfrm>
          <a:prstGeom prst="roundRect">
            <a:avLst>
              <a:gd name="adj" fmla="val 12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Role requirements</a:t>
            </a:r>
          </a:p>
        </p:txBody>
      </p:sp>
      <p:sp>
        <p:nvSpPr>
          <p:cNvPr id="32" name="Rounded Rectangle 31"/>
          <p:cNvSpPr/>
          <p:nvPr/>
        </p:nvSpPr>
        <p:spPr>
          <a:xfrm>
            <a:off x="8686800" y="2926080"/>
            <a:ext cx="2862072" cy="731520"/>
          </a:xfrm>
          <a:prstGeom prst="roundRect">
            <a:avLst>
              <a:gd name="adj" fmla="val 12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Curriculum</a:t>
            </a:r>
          </a:p>
        </p:txBody>
      </p:sp>
      <p:sp>
        <p:nvSpPr>
          <p:cNvPr id="33" name="Rounded Rectangle 32"/>
          <p:cNvSpPr/>
          <p:nvPr/>
        </p:nvSpPr>
        <p:spPr>
          <a:xfrm>
            <a:off x="8686800" y="3840480"/>
            <a:ext cx="2862072" cy="731520"/>
          </a:xfrm>
          <a:prstGeom prst="roundRect">
            <a:avLst>
              <a:gd name="adj" fmla="val 12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Competencies</a:t>
            </a:r>
          </a:p>
        </p:txBody>
      </p:sp>
      <p:sp>
        <p:nvSpPr>
          <p:cNvPr id="34" name="Rounded Rectangle 33"/>
          <p:cNvSpPr/>
          <p:nvPr/>
        </p:nvSpPr>
        <p:spPr>
          <a:xfrm>
            <a:off x="8686800" y="4754880"/>
            <a:ext cx="2862072" cy="731520"/>
          </a:xfrm>
          <a:prstGeom prst="roundRect">
            <a:avLst>
              <a:gd name="adj" fmla="val 12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Learning platform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templates and roles map to the process</a:t>
            </a:r>
          </a:p>
        </p:txBody>
      </p:sp>
      <p:sp>
        <p:nvSpPr>
          <p:cNvPr id="3" name="TextBox 2"/>
          <p:cNvSpPr txBox="1"/>
          <p:nvPr/>
        </p:nvSpPr>
        <p:spPr>
          <a:xfrm>
            <a:off x="11475720" y="6519672"/>
            <a:ext cx="411480" cy="228600"/>
          </a:xfrm>
          <a:prstGeom prst="rect">
            <a:avLst/>
          </a:prstGeom>
          <a:noFill/>
        </p:spPr>
        <p:txBody>
          <a:bodyPr wrap="square" lIns="0" tIns="27432" rIns="0" bIns="27432"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595959"/>
                </a:solidFill>
                <a:effectLst/>
                <a:uLnTx/>
                <a:uFillTx/>
                <a:latin typeface="Calibri"/>
                <a:ea typeface="+mn-ea"/>
                <a:cs typeface="+mn-cs"/>
              </a:rPr>
              <a:t>3</a:t>
            </a:r>
          </a:p>
        </p:txBody>
      </p:sp>
      <p:graphicFrame>
        <p:nvGraphicFramePr>
          <p:cNvPr id="4" name="Table 3"/>
          <p:cNvGraphicFramePr>
            <a:graphicFrameLocks noGrp="1"/>
          </p:cNvGraphicFramePr>
          <p:nvPr>
            <p:extLst>
              <p:ext uri="{D42A27DB-BD31-4B8C-83A1-F6EECF244321}">
                <p14:modId xmlns:p14="http://schemas.microsoft.com/office/powerpoint/2010/main" val="3135131150"/>
              </p:ext>
            </p:extLst>
          </p:nvPr>
        </p:nvGraphicFramePr>
        <p:xfrm>
          <a:off x="457200" y="1298448"/>
          <a:ext cx="8661864" cy="4530852"/>
        </p:xfrm>
        <a:graphic>
          <a:graphicData uri="http://schemas.openxmlformats.org/drawingml/2006/table">
            <a:tbl>
              <a:tblPr firstRow="1" bandRow="1">
                <a:tableStyleId>{5C22544A-7EE6-4342-B048-85BDC9FD1C3A}</a:tableStyleId>
              </a:tblPr>
              <a:tblGrid>
                <a:gridCol w="2326105">
                  <a:extLst>
                    <a:ext uri="{9D8B030D-6E8A-4147-A177-3AD203B41FA5}">
                      <a16:colId xmlns:a16="http://schemas.microsoft.com/office/drawing/2014/main" val="20000"/>
                    </a:ext>
                  </a:extLst>
                </a:gridCol>
                <a:gridCol w="1747134">
                  <a:extLst>
                    <a:ext uri="{9D8B030D-6E8A-4147-A177-3AD203B41FA5}">
                      <a16:colId xmlns:a16="http://schemas.microsoft.com/office/drawing/2014/main" val="20001"/>
                    </a:ext>
                  </a:extLst>
                </a:gridCol>
                <a:gridCol w="299258">
                  <a:extLst>
                    <a:ext uri="{9D8B030D-6E8A-4147-A177-3AD203B41FA5}">
                      <a16:colId xmlns:a16="http://schemas.microsoft.com/office/drawing/2014/main" val="20002"/>
                    </a:ext>
                  </a:extLst>
                </a:gridCol>
                <a:gridCol w="299258">
                  <a:extLst>
                    <a:ext uri="{9D8B030D-6E8A-4147-A177-3AD203B41FA5}">
                      <a16:colId xmlns:a16="http://schemas.microsoft.com/office/drawing/2014/main" val="20003"/>
                    </a:ext>
                  </a:extLst>
                </a:gridCol>
                <a:gridCol w="299258">
                  <a:extLst>
                    <a:ext uri="{9D8B030D-6E8A-4147-A177-3AD203B41FA5}">
                      <a16:colId xmlns:a16="http://schemas.microsoft.com/office/drawing/2014/main" val="20004"/>
                    </a:ext>
                  </a:extLst>
                </a:gridCol>
                <a:gridCol w="299258">
                  <a:extLst>
                    <a:ext uri="{9D8B030D-6E8A-4147-A177-3AD203B41FA5}">
                      <a16:colId xmlns:a16="http://schemas.microsoft.com/office/drawing/2014/main" val="20005"/>
                    </a:ext>
                  </a:extLst>
                </a:gridCol>
                <a:gridCol w="299258">
                  <a:extLst>
                    <a:ext uri="{9D8B030D-6E8A-4147-A177-3AD203B41FA5}">
                      <a16:colId xmlns:a16="http://schemas.microsoft.com/office/drawing/2014/main" val="20006"/>
                    </a:ext>
                  </a:extLst>
                </a:gridCol>
                <a:gridCol w="299258">
                  <a:extLst>
                    <a:ext uri="{9D8B030D-6E8A-4147-A177-3AD203B41FA5}">
                      <a16:colId xmlns:a16="http://schemas.microsoft.com/office/drawing/2014/main" val="20007"/>
                    </a:ext>
                  </a:extLst>
                </a:gridCol>
                <a:gridCol w="299258">
                  <a:extLst>
                    <a:ext uri="{9D8B030D-6E8A-4147-A177-3AD203B41FA5}">
                      <a16:colId xmlns:a16="http://schemas.microsoft.com/office/drawing/2014/main" val="384839730"/>
                    </a:ext>
                  </a:extLst>
                </a:gridCol>
                <a:gridCol w="299258">
                  <a:extLst>
                    <a:ext uri="{9D8B030D-6E8A-4147-A177-3AD203B41FA5}">
                      <a16:colId xmlns:a16="http://schemas.microsoft.com/office/drawing/2014/main" val="20008"/>
                    </a:ext>
                  </a:extLst>
                </a:gridCol>
                <a:gridCol w="299258">
                  <a:extLst>
                    <a:ext uri="{9D8B030D-6E8A-4147-A177-3AD203B41FA5}">
                      <a16:colId xmlns:a16="http://schemas.microsoft.com/office/drawing/2014/main" val="20009"/>
                    </a:ext>
                  </a:extLst>
                </a:gridCol>
                <a:gridCol w="299258">
                  <a:extLst>
                    <a:ext uri="{9D8B030D-6E8A-4147-A177-3AD203B41FA5}">
                      <a16:colId xmlns:a16="http://schemas.microsoft.com/office/drawing/2014/main" val="20010"/>
                    </a:ext>
                  </a:extLst>
                </a:gridCol>
                <a:gridCol w="299258">
                  <a:extLst>
                    <a:ext uri="{9D8B030D-6E8A-4147-A177-3AD203B41FA5}">
                      <a16:colId xmlns:a16="http://schemas.microsoft.com/office/drawing/2014/main" val="20011"/>
                    </a:ext>
                  </a:extLst>
                </a:gridCol>
                <a:gridCol w="299258">
                  <a:extLst>
                    <a:ext uri="{9D8B030D-6E8A-4147-A177-3AD203B41FA5}">
                      <a16:colId xmlns:a16="http://schemas.microsoft.com/office/drawing/2014/main" val="2918953648"/>
                    </a:ext>
                  </a:extLst>
                </a:gridCol>
                <a:gridCol w="997529">
                  <a:extLst>
                    <a:ext uri="{9D8B030D-6E8A-4147-A177-3AD203B41FA5}">
                      <a16:colId xmlns:a16="http://schemas.microsoft.com/office/drawing/2014/main" val="20012"/>
                    </a:ext>
                  </a:extLst>
                </a:gridCol>
              </a:tblGrid>
              <a:tr h="224028">
                <a:tc>
                  <a:txBody>
                    <a:bodyPr/>
                    <a:lstStyle/>
                    <a:p>
                      <a:pPr algn="ctr">
                        <a:defRPr sz="850"/>
                      </a:pPr>
                      <a:r>
                        <a:rPr sz="850" b="1">
                          <a:solidFill>
                            <a:srgbClr val="FFFFFF"/>
                          </a:solidFill>
                          <a:latin typeface="Calibri"/>
                        </a:rPr>
                        <a:t>Template</a:t>
                      </a:r>
                      <a:endParaRPr sz="850"/>
                    </a:p>
                  </a:txBody>
                  <a:tcPr marL="54864" marR="54864" marT="22860" marB="22860" anchor="ctr">
                    <a:solidFill>
                      <a:srgbClr val="4472C4"/>
                    </a:solidFill>
                  </a:tcPr>
                </a:tc>
                <a:tc>
                  <a:txBody>
                    <a:bodyPr/>
                    <a:lstStyle/>
                    <a:p>
                      <a:pPr algn="ctr">
                        <a:defRPr sz="850"/>
                      </a:pPr>
                      <a:r>
                        <a:rPr sz="850" b="1">
                          <a:solidFill>
                            <a:srgbClr val="FFFFFF"/>
                          </a:solidFill>
                          <a:latin typeface="Calibri"/>
                        </a:rPr>
                        <a:t>Roles</a:t>
                      </a:r>
                      <a:endParaRPr sz="850"/>
                    </a:p>
                  </a:txBody>
                  <a:tcPr marL="54864" marR="54864" marT="22860" marB="22860" anchor="ctr">
                    <a:solidFill>
                      <a:srgbClr val="4472C4"/>
                    </a:solidFill>
                  </a:tcPr>
                </a:tc>
                <a:tc>
                  <a:txBody>
                    <a:bodyPr/>
                    <a:lstStyle/>
                    <a:p>
                      <a:pPr algn="ctr">
                        <a:defRPr sz="850"/>
                      </a:pPr>
                      <a:r>
                        <a:rPr sz="850" b="1">
                          <a:solidFill>
                            <a:srgbClr val="FFFFFF"/>
                          </a:solidFill>
                          <a:latin typeface="Calibri"/>
                        </a:rPr>
                        <a:t>0</a:t>
                      </a:r>
                      <a:endParaRPr sz="850"/>
                    </a:p>
                  </a:txBody>
                  <a:tcPr marL="54864" marR="54864" marT="22860" marB="22860" anchor="ctr">
                    <a:solidFill>
                      <a:srgbClr val="4472C4"/>
                    </a:solidFill>
                  </a:tcPr>
                </a:tc>
                <a:tc>
                  <a:txBody>
                    <a:bodyPr/>
                    <a:lstStyle/>
                    <a:p>
                      <a:pPr algn="ctr">
                        <a:defRPr sz="850"/>
                      </a:pPr>
                      <a:r>
                        <a:rPr sz="850" b="1">
                          <a:solidFill>
                            <a:srgbClr val="FFFFFF"/>
                          </a:solidFill>
                          <a:latin typeface="Calibri"/>
                        </a:rPr>
                        <a:t>1</a:t>
                      </a:r>
                      <a:endParaRPr sz="850"/>
                    </a:p>
                  </a:txBody>
                  <a:tcPr marL="54864" marR="54864" marT="22860" marB="22860" anchor="ctr">
                    <a:solidFill>
                      <a:srgbClr val="4472C4"/>
                    </a:solidFill>
                  </a:tcPr>
                </a:tc>
                <a:tc>
                  <a:txBody>
                    <a:bodyPr/>
                    <a:lstStyle/>
                    <a:p>
                      <a:pPr algn="ctr">
                        <a:defRPr sz="850"/>
                      </a:pPr>
                      <a:r>
                        <a:rPr sz="850" b="1">
                          <a:solidFill>
                            <a:srgbClr val="FFFFFF"/>
                          </a:solidFill>
                          <a:latin typeface="Calibri"/>
                        </a:rPr>
                        <a:t>2</a:t>
                      </a:r>
                      <a:endParaRPr sz="850"/>
                    </a:p>
                  </a:txBody>
                  <a:tcPr marL="54864" marR="54864" marT="22860" marB="22860" anchor="ctr">
                    <a:solidFill>
                      <a:srgbClr val="4472C4"/>
                    </a:solidFill>
                  </a:tcPr>
                </a:tc>
                <a:tc>
                  <a:txBody>
                    <a:bodyPr/>
                    <a:lstStyle/>
                    <a:p>
                      <a:pPr algn="ctr">
                        <a:defRPr sz="850"/>
                      </a:pPr>
                      <a:r>
                        <a:rPr sz="850" b="1">
                          <a:solidFill>
                            <a:srgbClr val="FFFFFF"/>
                          </a:solidFill>
                          <a:latin typeface="Calibri"/>
                        </a:rPr>
                        <a:t>3</a:t>
                      </a:r>
                      <a:endParaRPr sz="850"/>
                    </a:p>
                  </a:txBody>
                  <a:tcPr marL="54864" marR="54864" marT="22860" marB="22860" anchor="ctr">
                    <a:solidFill>
                      <a:srgbClr val="4472C4"/>
                    </a:solidFill>
                  </a:tcPr>
                </a:tc>
                <a:tc>
                  <a:txBody>
                    <a:bodyPr/>
                    <a:lstStyle/>
                    <a:p>
                      <a:pPr algn="ctr">
                        <a:defRPr sz="850"/>
                      </a:pPr>
                      <a:r>
                        <a:rPr sz="850" b="1">
                          <a:solidFill>
                            <a:srgbClr val="FFFFFF"/>
                          </a:solidFill>
                          <a:latin typeface="Calibri"/>
                        </a:rPr>
                        <a:t>4</a:t>
                      </a:r>
                      <a:endParaRPr sz="850"/>
                    </a:p>
                  </a:txBody>
                  <a:tcPr marL="54864" marR="54864" marT="22860" marB="22860" anchor="ctr">
                    <a:solidFill>
                      <a:srgbClr val="4472C4"/>
                    </a:solidFill>
                  </a:tcPr>
                </a:tc>
                <a:tc>
                  <a:txBody>
                    <a:bodyPr/>
                    <a:lstStyle/>
                    <a:p>
                      <a:pPr algn="ctr">
                        <a:defRPr sz="850"/>
                      </a:pPr>
                      <a:r>
                        <a:rPr sz="850" b="1">
                          <a:solidFill>
                            <a:srgbClr val="FFFFFF"/>
                          </a:solidFill>
                          <a:latin typeface="Calibri"/>
                        </a:rPr>
                        <a:t>5</a:t>
                      </a:r>
                      <a:endParaRPr sz="850"/>
                    </a:p>
                  </a:txBody>
                  <a:tcPr marL="54864" marR="54864" marT="22860" marB="22860" anchor="ctr">
                    <a:solidFill>
                      <a:srgbClr val="4472C4"/>
                    </a:solidFill>
                  </a:tcPr>
                </a:tc>
                <a:tc>
                  <a:txBody>
                    <a:bodyPr/>
                    <a:lstStyle/>
                    <a:p>
                      <a:pPr algn="ctr">
                        <a:defRPr sz="850"/>
                      </a:pPr>
                      <a:r>
                        <a:rPr lang="en-IN" sz="850"/>
                        <a:t>6</a:t>
                      </a:r>
                      <a:endParaRPr sz="850"/>
                    </a:p>
                  </a:txBody>
                  <a:tcPr marL="54864" marR="54864" marT="22860" marB="22860" anchor="ctr">
                    <a:solidFill>
                      <a:srgbClr val="4472C4"/>
                    </a:solidFill>
                  </a:tcPr>
                </a:tc>
                <a:tc>
                  <a:txBody>
                    <a:bodyPr/>
                    <a:lstStyle/>
                    <a:p>
                      <a:pPr algn="ctr">
                        <a:defRPr sz="850"/>
                      </a:pPr>
                      <a:r>
                        <a:rPr lang="en-IN" sz="850" b="1">
                          <a:solidFill>
                            <a:srgbClr val="FFFFFF"/>
                          </a:solidFill>
                          <a:latin typeface="Calibri"/>
                        </a:rPr>
                        <a:t>7</a:t>
                      </a:r>
                      <a:endParaRPr sz="850"/>
                    </a:p>
                  </a:txBody>
                  <a:tcPr marL="54864" marR="54864" marT="22860" marB="22860" anchor="ctr">
                    <a:solidFill>
                      <a:srgbClr val="4472C4"/>
                    </a:solidFill>
                  </a:tcPr>
                </a:tc>
                <a:tc>
                  <a:txBody>
                    <a:bodyPr/>
                    <a:lstStyle/>
                    <a:p>
                      <a:pPr algn="ctr">
                        <a:defRPr sz="850"/>
                      </a:pPr>
                      <a:r>
                        <a:rPr lang="en-IN" sz="850" b="1">
                          <a:solidFill>
                            <a:srgbClr val="FFFFFF"/>
                          </a:solidFill>
                          <a:latin typeface="Calibri"/>
                        </a:rPr>
                        <a:t>8</a:t>
                      </a:r>
                      <a:endParaRPr sz="850"/>
                    </a:p>
                  </a:txBody>
                  <a:tcPr marL="54864" marR="54864" marT="22860" marB="22860" anchor="ctr">
                    <a:solidFill>
                      <a:srgbClr val="4472C4"/>
                    </a:solidFill>
                  </a:tcPr>
                </a:tc>
                <a:tc>
                  <a:txBody>
                    <a:bodyPr/>
                    <a:lstStyle/>
                    <a:p>
                      <a:pPr algn="ctr">
                        <a:defRPr sz="850"/>
                      </a:pPr>
                      <a:r>
                        <a:rPr lang="en-IN" sz="850" b="1">
                          <a:solidFill>
                            <a:srgbClr val="FFFFFF"/>
                          </a:solidFill>
                          <a:latin typeface="Calibri"/>
                        </a:rPr>
                        <a:t>9</a:t>
                      </a:r>
                      <a:endParaRPr sz="850"/>
                    </a:p>
                  </a:txBody>
                  <a:tcPr marL="54864" marR="54864" marT="22860" marB="22860" anchor="ctr">
                    <a:solidFill>
                      <a:srgbClr val="4472C4"/>
                    </a:solidFill>
                  </a:tcPr>
                </a:tc>
                <a:tc>
                  <a:txBody>
                    <a:bodyPr/>
                    <a:lstStyle/>
                    <a:p>
                      <a:pPr algn="ctr">
                        <a:defRPr sz="850"/>
                      </a:pPr>
                      <a:r>
                        <a:rPr lang="en-IN" sz="850" b="1">
                          <a:solidFill>
                            <a:srgbClr val="FFFFFF"/>
                          </a:solidFill>
                          <a:latin typeface="Calibri"/>
                        </a:rPr>
                        <a:t>10</a:t>
                      </a:r>
                      <a:endParaRPr sz="850"/>
                    </a:p>
                  </a:txBody>
                  <a:tcPr marL="54864" marR="54864" marT="22860" marB="22860" anchor="ctr">
                    <a:solidFill>
                      <a:srgbClr val="4472C4"/>
                    </a:solidFill>
                  </a:tcPr>
                </a:tc>
                <a:tc>
                  <a:txBody>
                    <a:bodyPr/>
                    <a:lstStyle/>
                    <a:p>
                      <a:pPr algn="ctr">
                        <a:defRPr sz="850"/>
                      </a:pPr>
                      <a:r>
                        <a:rPr lang="en-IN" sz="850"/>
                        <a:t>11</a:t>
                      </a:r>
                      <a:endParaRPr sz="850"/>
                    </a:p>
                  </a:txBody>
                  <a:tcPr marL="54864" marR="54864" marT="22860" marB="22860" anchor="ctr">
                    <a:solidFill>
                      <a:srgbClr val="4472C4"/>
                    </a:solidFill>
                  </a:tcPr>
                </a:tc>
                <a:tc>
                  <a:txBody>
                    <a:bodyPr/>
                    <a:lstStyle/>
                    <a:p>
                      <a:pPr algn="ctr">
                        <a:defRPr sz="850"/>
                      </a:pPr>
                      <a:r>
                        <a:rPr sz="850" b="1">
                          <a:solidFill>
                            <a:srgbClr val="FFFFFF"/>
                          </a:solidFill>
                          <a:latin typeface="Calibri"/>
                        </a:rPr>
                        <a:t>Reference</a:t>
                      </a:r>
                      <a:endParaRPr sz="850"/>
                    </a:p>
                  </a:txBody>
                  <a:tcPr marL="54864" marR="54864" marT="22860" marB="22860" anchor="ctr">
                    <a:solidFill>
                      <a:srgbClr val="4472C4"/>
                    </a:solidFill>
                  </a:tcPr>
                </a:tc>
                <a:extLst>
                  <a:ext uri="{0D108BD9-81ED-4DB2-BD59-A6C34878D82A}">
                    <a16:rowId xmlns:a16="http://schemas.microsoft.com/office/drawing/2014/main" val="10000"/>
                  </a:ext>
                </a:extLst>
              </a:tr>
              <a:tr h="224028">
                <a:tc>
                  <a:txBody>
                    <a:bodyPr/>
                    <a:lstStyle/>
                    <a:p>
                      <a:pPr algn="l">
                        <a:defRPr sz="800"/>
                      </a:pPr>
                      <a:r>
                        <a:rPr sz="800" b="1">
                          <a:solidFill>
                            <a:srgbClr val="1F3864"/>
                          </a:solidFill>
                          <a:latin typeface="Calibri"/>
                        </a:rPr>
                        <a:t>Committee Charter, Roles and Responsibilities</a:t>
                      </a:r>
                      <a:endParaRPr sz="800"/>
                    </a:p>
                  </a:txBody>
                  <a:tcPr marL="54864" marR="54864" marT="22860" marB="22860" anchor="ctr">
                    <a:solidFill>
                      <a:srgbClr val="FFFFFF"/>
                    </a:solidFill>
                  </a:tcPr>
                </a:tc>
                <a:tc>
                  <a:txBody>
                    <a:bodyPr/>
                    <a:lstStyle/>
                    <a:p>
                      <a:pPr algn="l">
                        <a:defRPr sz="800"/>
                      </a:pPr>
                      <a:r>
                        <a:rPr sz="750" b="0">
                          <a:solidFill>
                            <a:srgbClr val="222222"/>
                          </a:solidFill>
                          <a:latin typeface="Calibri"/>
                        </a:rPr>
                        <a:t>AI Governance Committee</a:t>
                      </a: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l">
                        <a:defRPr sz="800"/>
                      </a:pPr>
                      <a:r>
                        <a:rPr sz="750" b="0">
                          <a:solidFill>
                            <a:srgbClr val="595959"/>
                          </a:solidFill>
                          <a:latin typeface="Calibri"/>
                        </a:rPr>
                        <a:t>GOV_S1_02</a:t>
                      </a:r>
                      <a:r>
                        <a:rPr lang="en-IN" sz="750" b="0">
                          <a:solidFill>
                            <a:srgbClr val="595959"/>
                          </a:solidFill>
                          <a:latin typeface="Calibri"/>
                        </a:rPr>
                        <a:t>, SSP_S1_03</a:t>
                      </a:r>
                      <a:endParaRPr sz="800"/>
                    </a:p>
                  </a:txBody>
                  <a:tcPr marL="54864" marR="54864" marT="22860" marB="22860" anchor="ctr">
                    <a:solidFill>
                      <a:srgbClr val="FFFFFF"/>
                    </a:solidFill>
                  </a:tcPr>
                </a:tc>
                <a:extLst>
                  <a:ext uri="{0D108BD9-81ED-4DB2-BD59-A6C34878D82A}">
                    <a16:rowId xmlns:a16="http://schemas.microsoft.com/office/drawing/2014/main" val="10001"/>
                  </a:ext>
                </a:extLst>
              </a:tr>
              <a:tr h="224028">
                <a:tc>
                  <a:txBody>
                    <a:bodyPr/>
                    <a:lstStyle/>
                    <a:p>
                      <a:pPr algn="l">
                        <a:defRPr sz="800"/>
                      </a:pPr>
                      <a:r>
                        <a:rPr sz="800" b="1">
                          <a:solidFill>
                            <a:srgbClr val="1F3864"/>
                          </a:solidFill>
                          <a:latin typeface="Calibri"/>
                        </a:rPr>
                        <a:t>Policies and RACI</a:t>
                      </a:r>
                      <a:endParaRPr sz="800"/>
                    </a:p>
                  </a:txBody>
                  <a:tcPr marL="54864" marR="54864" marT="22860" marB="22860" anchor="ctr">
                    <a:solidFill>
                      <a:srgbClr val="D9E2F3"/>
                    </a:solidFill>
                  </a:tcPr>
                </a:tc>
                <a:tc>
                  <a:txBody>
                    <a:bodyPr/>
                    <a:lstStyle/>
                    <a:p>
                      <a:pPr algn="l">
                        <a:defRPr sz="800"/>
                      </a:pPr>
                      <a:r>
                        <a:rPr sz="750" b="0">
                          <a:solidFill>
                            <a:srgbClr val="222222"/>
                          </a:solidFill>
                          <a:latin typeface="Calibri"/>
                        </a:rPr>
                        <a:t>AI Governance SME</a:t>
                      </a: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sz="800"/>
                      </a:pPr>
                      <a:r>
                        <a:rPr lang="en-IN" sz="800" b="0">
                          <a:solidFill>
                            <a:srgbClr val="1F3864"/>
                          </a:solidFill>
                          <a:latin typeface="+mn-lt"/>
                        </a:rPr>
                        <a:t>●</a:t>
                      </a:r>
                      <a:endParaRPr lang="en-IN" sz="600"/>
                    </a:p>
                  </a:txBody>
                  <a:tcPr marL="54864" marR="54864" marT="22860" marB="22860" anchor="ctr">
                    <a:solidFill>
                      <a:srgbClr val="FFE699"/>
                    </a:solidFill>
                  </a:tcPr>
                </a:tc>
                <a:tc>
                  <a:txBody>
                    <a:bodyPr/>
                    <a:lstStyle/>
                    <a:p>
                      <a:pPr algn="l">
                        <a:defRPr sz="800"/>
                      </a:pPr>
                      <a:r>
                        <a:rPr sz="750" b="0">
                          <a:solidFill>
                            <a:srgbClr val="595959"/>
                          </a:solidFill>
                          <a:latin typeface="Calibri"/>
                        </a:rPr>
                        <a:t>W1, W4</a:t>
                      </a:r>
                      <a:endParaRPr sz="800"/>
                    </a:p>
                  </a:txBody>
                  <a:tcPr marL="54864" marR="54864" marT="22860" marB="22860" anchor="ctr">
                    <a:solidFill>
                      <a:srgbClr val="D9E2F3"/>
                    </a:solidFill>
                  </a:tcPr>
                </a:tc>
                <a:extLst>
                  <a:ext uri="{0D108BD9-81ED-4DB2-BD59-A6C34878D82A}">
                    <a16:rowId xmlns:a16="http://schemas.microsoft.com/office/drawing/2014/main" val="10002"/>
                  </a:ext>
                </a:extLst>
              </a:tr>
              <a:tr h="224028">
                <a:tc>
                  <a:txBody>
                    <a:bodyPr/>
                    <a:lstStyle/>
                    <a:p>
                      <a:pPr algn="l">
                        <a:defRPr sz="800"/>
                      </a:pPr>
                      <a:r>
                        <a:rPr sz="800" b="1">
                          <a:solidFill>
                            <a:srgbClr val="1F3864"/>
                          </a:solidFill>
                          <a:latin typeface="Calibri"/>
                        </a:rPr>
                        <a:t>Business Process Discovery</a:t>
                      </a:r>
                      <a:endParaRPr sz="800"/>
                    </a:p>
                  </a:txBody>
                  <a:tcPr marL="54864" marR="54864" marT="22860" marB="22860" anchor="ctr">
                    <a:solidFill>
                      <a:srgbClr val="FFFFFF"/>
                    </a:solidFill>
                  </a:tcPr>
                </a:tc>
                <a:tc>
                  <a:txBody>
                    <a:bodyPr/>
                    <a:lstStyle/>
                    <a:p>
                      <a:pPr algn="l">
                        <a:defRPr sz="800"/>
                      </a:pPr>
                      <a:r>
                        <a:rPr sz="750" b="0">
                          <a:solidFill>
                            <a:srgbClr val="222222"/>
                          </a:solidFill>
                          <a:latin typeface="Calibri"/>
                        </a:rPr>
                        <a:t>Business user, Process Owner</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l">
                        <a:defRPr sz="800"/>
                      </a:pPr>
                      <a:r>
                        <a:rPr sz="750" b="0">
                          <a:solidFill>
                            <a:srgbClr val="595959"/>
                          </a:solidFill>
                          <a:latin typeface="Calibri"/>
                        </a:rPr>
                        <a:t>GOV_S2_05</a:t>
                      </a:r>
                      <a:endParaRPr sz="800"/>
                    </a:p>
                  </a:txBody>
                  <a:tcPr marL="54864" marR="54864" marT="22860" marB="22860" anchor="ctr">
                    <a:solidFill>
                      <a:srgbClr val="FFFFFF"/>
                    </a:solidFill>
                  </a:tcPr>
                </a:tc>
                <a:extLst>
                  <a:ext uri="{0D108BD9-81ED-4DB2-BD59-A6C34878D82A}">
                    <a16:rowId xmlns:a16="http://schemas.microsoft.com/office/drawing/2014/main" val="10003"/>
                  </a:ext>
                </a:extLst>
              </a:tr>
              <a:tr h="224028">
                <a:tc>
                  <a:txBody>
                    <a:bodyPr/>
                    <a:lstStyle/>
                    <a:p>
                      <a:pPr algn="l">
                        <a:defRPr sz="800"/>
                      </a:pPr>
                      <a:r>
                        <a:rPr sz="800" b="1">
                          <a:solidFill>
                            <a:srgbClr val="1F3864"/>
                          </a:solidFill>
                          <a:latin typeface="Calibri"/>
                        </a:rPr>
                        <a:t>AI Intake Register</a:t>
                      </a:r>
                      <a:endParaRPr sz="800"/>
                    </a:p>
                  </a:txBody>
                  <a:tcPr marL="54864" marR="54864" marT="22860" marB="22860" anchor="ctr">
                    <a:solidFill>
                      <a:srgbClr val="D9E2F3"/>
                    </a:solidFill>
                  </a:tcPr>
                </a:tc>
                <a:tc>
                  <a:txBody>
                    <a:bodyPr/>
                    <a:lstStyle/>
                    <a:p>
                      <a:pPr algn="l">
                        <a:defRPr sz="800"/>
                      </a:pPr>
                      <a:r>
                        <a:rPr sz="750" b="0">
                          <a:solidFill>
                            <a:srgbClr val="222222"/>
                          </a:solidFill>
                          <a:latin typeface="Calibri"/>
                        </a:rPr>
                        <a:t>AI Governance SME</a:t>
                      </a: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l">
                        <a:defRPr sz="800"/>
                      </a:pPr>
                      <a:r>
                        <a:rPr sz="750" b="0">
                          <a:solidFill>
                            <a:srgbClr val="595959"/>
                          </a:solidFill>
                          <a:latin typeface="Calibri"/>
                        </a:rPr>
                        <a:t>GOV_S1_04</a:t>
                      </a:r>
                      <a:endParaRPr sz="800"/>
                    </a:p>
                  </a:txBody>
                  <a:tcPr marL="54864" marR="54864" marT="22860" marB="22860" anchor="ctr">
                    <a:solidFill>
                      <a:srgbClr val="D9E2F3"/>
                    </a:solidFill>
                  </a:tcPr>
                </a:tc>
                <a:extLst>
                  <a:ext uri="{0D108BD9-81ED-4DB2-BD59-A6C34878D82A}">
                    <a16:rowId xmlns:a16="http://schemas.microsoft.com/office/drawing/2014/main" val="10004"/>
                  </a:ext>
                </a:extLst>
              </a:tr>
              <a:tr h="224028">
                <a:tc>
                  <a:txBody>
                    <a:bodyPr/>
                    <a:lstStyle/>
                    <a:p>
                      <a:pPr algn="l">
                        <a:defRPr sz="800"/>
                      </a:pPr>
                      <a:r>
                        <a:rPr sz="800" b="1">
                          <a:solidFill>
                            <a:srgbClr val="1F3864"/>
                          </a:solidFill>
                          <a:latin typeface="Calibri"/>
                        </a:rPr>
                        <a:t>AI Intake Form</a:t>
                      </a:r>
                      <a:endParaRPr sz="800"/>
                    </a:p>
                  </a:txBody>
                  <a:tcPr marL="54864" marR="54864" marT="22860" marB="22860" anchor="ctr">
                    <a:solidFill>
                      <a:srgbClr val="FFFFFF"/>
                    </a:solidFill>
                  </a:tcPr>
                </a:tc>
                <a:tc>
                  <a:txBody>
                    <a:bodyPr/>
                    <a:lstStyle/>
                    <a:p>
                      <a:pPr algn="l">
                        <a:defRPr sz="800"/>
                      </a:pPr>
                      <a:r>
                        <a:rPr sz="750" b="0">
                          <a:solidFill>
                            <a:srgbClr val="222222"/>
                          </a:solidFill>
                          <a:latin typeface="Calibri"/>
                        </a:rPr>
                        <a:t>AI Governance SME, with SME input</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l">
                        <a:defRPr sz="800"/>
                      </a:pPr>
                      <a:r>
                        <a:rPr sz="750" b="0">
                          <a:solidFill>
                            <a:srgbClr val="595959"/>
                          </a:solidFill>
                          <a:latin typeface="Calibri"/>
                        </a:rPr>
                        <a:t>GOV_S1_03</a:t>
                      </a:r>
                      <a:endParaRPr sz="800"/>
                    </a:p>
                  </a:txBody>
                  <a:tcPr marL="54864" marR="54864" marT="22860" marB="22860" anchor="ctr">
                    <a:solidFill>
                      <a:srgbClr val="FFFFFF"/>
                    </a:solidFill>
                  </a:tcPr>
                </a:tc>
                <a:extLst>
                  <a:ext uri="{0D108BD9-81ED-4DB2-BD59-A6C34878D82A}">
                    <a16:rowId xmlns:a16="http://schemas.microsoft.com/office/drawing/2014/main" val="10005"/>
                  </a:ext>
                </a:extLst>
              </a:tr>
              <a:tr h="224028">
                <a:tc>
                  <a:txBody>
                    <a:bodyPr/>
                    <a:lstStyle/>
                    <a:p>
                      <a:pPr algn="l">
                        <a:defRPr sz="800"/>
                      </a:pPr>
                      <a:r>
                        <a:rPr sz="800" b="1">
                          <a:solidFill>
                            <a:srgbClr val="1F3864"/>
                          </a:solidFill>
                          <a:latin typeface="Calibri"/>
                        </a:rPr>
                        <a:t>Opportunity Assessment</a:t>
                      </a:r>
                      <a:endParaRPr sz="800"/>
                    </a:p>
                  </a:txBody>
                  <a:tcPr marL="54864" marR="54864" marT="22860" marB="22860" anchor="ctr">
                    <a:solidFill>
                      <a:srgbClr val="D9E2F3"/>
                    </a:solidFill>
                  </a:tcPr>
                </a:tc>
                <a:tc>
                  <a:txBody>
                    <a:bodyPr/>
                    <a:lstStyle/>
                    <a:p>
                      <a:pPr algn="l">
                        <a:defRPr sz="800"/>
                      </a:pPr>
                      <a:r>
                        <a:rPr sz="750" b="0">
                          <a:solidFill>
                            <a:srgbClr val="222222"/>
                          </a:solidFill>
                          <a:latin typeface="Calibri"/>
                        </a:rPr>
                        <a:t>AI, Data and Financial SME</a:t>
                      </a: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l">
                        <a:defRPr sz="800"/>
                      </a:pPr>
                      <a:r>
                        <a:rPr sz="750" b="0">
                          <a:solidFill>
                            <a:srgbClr val="595959"/>
                          </a:solidFill>
                          <a:latin typeface="Calibri"/>
                        </a:rPr>
                        <a:t>GOV_S2_06</a:t>
                      </a:r>
                      <a:endParaRPr sz="800"/>
                    </a:p>
                  </a:txBody>
                  <a:tcPr marL="54864" marR="54864" marT="22860" marB="22860" anchor="ctr">
                    <a:solidFill>
                      <a:srgbClr val="D9E2F3"/>
                    </a:solidFill>
                  </a:tcPr>
                </a:tc>
                <a:extLst>
                  <a:ext uri="{0D108BD9-81ED-4DB2-BD59-A6C34878D82A}">
                    <a16:rowId xmlns:a16="http://schemas.microsoft.com/office/drawing/2014/main" val="10006"/>
                  </a:ext>
                </a:extLst>
              </a:tr>
              <a:tr h="224028">
                <a:tc>
                  <a:txBody>
                    <a:bodyPr/>
                    <a:lstStyle/>
                    <a:p>
                      <a:pPr algn="l">
                        <a:defRPr sz="800"/>
                      </a:pPr>
                      <a:r>
                        <a:rPr sz="800" b="1">
                          <a:solidFill>
                            <a:srgbClr val="1F3864"/>
                          </a:solidFill>
                          <a:latin typeface="Calibri"/>
                        </a:rPr>
                        <a:t>Risk Assessment</a:t>
                      </a:r>
                      <a:endParaRPr sz="800"/>
                    </a:p>
                  </a:txBody>
                  <a:tcPr marL="54864" marR="54864" marT="22860" marB="22860" anchor="ctr">
                    <a:solidFill>
                      <a:srgbClr val="FFFFFF"/>
                    </a:solidFill>
                  </a:tcPr>
                </a:tc>
                <a:tc>
                  <a:txBody>
                    <a:bodyPr/>
                    <a:lstStyle/>
                    <a:p>
                      <a:pPr algn="l">
                        <a:defRPr sz="800"/>
                      </a:pPr>
                      <a:r>
                        <a:rPr sz="750" b="0">
                          <a:solidFill>
                            <a:srgbClr val="222222"/>
                          </a:solidFill>
                          <a:latin typeface="Calibri"/>
                        </a:rPr>
                        <a:t>Compliance SME</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l">
                        <a:defRPr sz="800"/>
                      </a:pPr>
                      <a:r>
                        <a:rPr sz="750" b="0">
                          <a:solidFill>
                            <a:srgbClr val="595959"/>
                          </a:solidFill>
                          <a:latin typeface="Calibri"/>
                        </a:rPr>
                        <a:t>GOV_S2_07</a:t>
                      </a:r>
                      <a:endParaRPr sz="800"/>
                    </a:p>
                  </a:txBody>
                  <a:tcPr marL="54864" marR="54864" marT="22860" marB="22860" anchor="ctr">
                    <a:solidFill>
                      <a:srgbClr val="FFFFFF"/>
                    </a:solidFill>
                  </a:tcPr>
                </a:tc>
                <a:extLst>
                  <a:ext uri="{0D108BD9-81ED-4DB2-BD59-A6C34878D82A}">
                    <a16:rowId xmlns:a16="http://schemas.microsoft.com/office/drawing/2014/main" val="10007"/>
                  </a:ext>
                </a:extLst>
              </a:tr>
              <a:tr h="224028">
                <a:tc>
                  <a:txBody>
                    <a:bodyPr/>
                    <a:lstStyle/>
                    <a:p>
                      <a:pPr algn="l">
                        <a:defRPr sz="800"/>
                      </a:pPr>
                      <a:r>
                        <a:rPr sz="800" b="1">
                          <a:solidFill>
                            <a:srgbClr val="1F3864"/>
                          </a:solidFill>
                          <a:latin typeface="Calibri"/>
                        </a:rPr>
                        <a:t>Security and Privacy Assessment</a:t>
                      </a:r>
                      <a:endParaRPr sz="800"/>
                    </a:p>
                  </a:txBody>
                  <a:tcPr marL="54864" marR="54864" marT="22860" marB="22860" anchor="ctr">
                    <a:solidFill>
                      <a:srgbClr val="D9E2F3"/>
                    </a:solidFill>
                  </a:tcPr>
                </a:tc>
                <a:tc>
                  <a:txBody>
                    <a:bodyPr/>
                    <a:lstStyle/>
                    <a:p>
                      <a:pPr algn="l">
                        <a:defRPr sz="800"/>
                      </a:pPr>
                      <a:r>
                        <a:rPr sz="750" b="0">
                          <a:solidFill>
                            <a:srgbClr val="222222"/>
                          </a:solidFill>
                          <a:latin typeface="Calibri"/>
                        </a:rPr>
                        <a:t>AI, Data and Compliance SME</a:t>
                      </a: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l">
                        <a:defRPr sz="800"/>
                      </a:pPr>
                      <a:r>
                        <a:rPr sz="750" b="0">
                          <a:solidFill>
                            <a:srgbClr val="595959"/>
                          </a:solidFill>
                          <a:latin typeface="Calibri"/>
                        </a:rPr>
                        <a:t>SSP_S1_05</a:t>
                      </a:r>
                      <a:endParaRPr sz="800"/>
                    </a:p>
                  </a:txBody>
                  <a:tcPr marL="54864" marR="54864" marT="22860" marB="22860" anchor="ctr">
                    <a:solidFill>
                      <a:srgbClr val="D9E2F3"/>
                    </a:solidFill>
                  </a:tcPr>
                </a:tc>
                <a:extLst>
                  <a:ext uri="{0D108BD9-81ED-4DB2-BD59-A6C34878D82A}">
                    <a16:rowId xmlns:a16="http://schemas.microsoft.com/office/drawing/2014/main" val="10008"/>
                  </a:ext>
                </a:extLst>
              </a:tr>
              <a:tr h="224028">
                <a:tc>
                  <a:txBody>
                    <a:bodyPr/>
                    <a:lstStyle/>
                    <a:p>
                      <a:pPr algn="l">
                        <a:defRPr sz="800"/>
                      </a:pPr>
                      <a:r>
                        <a:rPr sz="800" b="1">
                          <a:solidFill>
                            <a:srgbClr val="1F3864"/>
                          </a:solidFill>
                          <a:latin typeface="Calibri"/>
                        </a:rPr>
                        <a:t>Portfolio Prioritization</a:t>
                      </a:r>
                      <a:endParaRPr sz="800"/>
                    </a:p>
                  </a:txBody>
                  <a:tcPr marL="54864" marR="54864" marT="22860" marB="22860" anchor="ctr">
                    <a:solidFill>
                      <a:srgbClr val="FFFFFF"/>
                    </a:solidFill>
                  </a:tcPr>
                </a:tc>
                <a:tc>
                  <a:txBody>
                    <a:bodyPr/>
                    <a:lstStyle/>
                    <a:p>
                      <a:pPr algn="l">
                        <a:defRPr sz="800"/>
                      </a:pPr>
                      <a:r>
                        <a:rPr sz="750" b="0">
                          <a:solidFill>
                            <a:srgbClr val="222222"/>
                          </a:solidFill>
                          <a:latin typeface="Calibri"/>
                        </a:rPr>
                        <a:t>AI Governance SME</a:t>
                      </a: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C6E0B4"/>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l">
                        <a:defRPr sz="800"/>
                      </a:pPr>
                      <a:r>
                        <a:rPr sz="750" b="0">
                          <a:solidFill>
                            <a:srgbClr val="595959"/>
                          </a:solidFill>
                          <a:latin typeface="Calibri"/>
                        </a:rPr>
                        <a:t>GOV_S2_08</a:t>
                      </a:r>
                      <a:endParaRPr sz="800"/>
                    </a:p>
                  </a:txBody>
                  <a:tcPr marL="54864" marR="54864" marT="22860" marB="22860" anchor="ctr">
                    <a:solidFill>
                      <a:srgbClr val="FFFFFF"/>
                    </a:solidFill>
                  </a:tcPr>
                </a:tc>
                <a:extLst>
                  <a:ext uri="{0D108BD9-81ED-4DB2-BD59-A6C34878D82A}">
                    <a16:rowId xmlns:a16="http://schemas.microsoft.com/office/drawing/2014/main" val="10009"/>
                  </a:ext>
                </a:extLst>
              </a:tr>
              <a:tr h="224028">
                <a:tc>
                  <a:txBody>
                    <a:bodyPr/>
                    <a:lstStyle/>
                    <a:p>
                      <a:pPr algn="l">
                        <a:defRPr sz="800"/>
                      </a:pPr>
                      <a:r>
                        <a:rPr sz="800" b="1">
                          <a:solidFill>
                            <a:srgbClr val="1F3864"/>
                          </a:solidFill>
                          <a:latin typeface="Calibri"/>
                        </a:rPr>
                        <a:t>NIST and Regulatory Mapping</a:t>
                      </a:r>
                      <a:endParaRPr sz="800"/>
                    </a:p>
                  </a:txBody>
                  <a:tcPr marL="54864" marR="54864" marT="22860" marB="22860" anchor="ctr">
                    <a:solidFill>
                      <a:srgbClr val="D9E2F3"/>
                    </a:solidFill>
                  </a:tcPr>
                </a:tc>
                <a:tc>
                  <a:txBody>
                    <a:bodyPr/>
                    <a:lstStyle/>
                    <a:p>
                      <a:pPr algn="l">
                        <a:defRPr sz="800"/>
                      </a:pPr>
                      <a:r>
                        <a:rPr sz="750" b="0">
                          <a:solidFill>
                            <a:srgbClr val="222222"/>
                          </a:solidFill>
                          <a:latin typeface="Calibri"/>
                        </a:rPr>
                        <a:t>Compliance SME</a:t>
                      </a: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l">
                        <a:defRPr sz="800"/>
                      </a:pPr>
                      <a:r>
                        <a:rPr sz="750" b="0">
                          <a:solidFill>
                            <a:srgbClr val="595959"/>
                          </a:solidFill>
                          <a:latin typeface="Calibri"/>
                        </a:rPr>
                        <a:t>SSP_S1_02</a:t>
                      </a:r>
                      <a:endParaRPr sz="800"/>
                    </a:p>
                  </a:txBody>
                  <a:tcPr marL="54864" marR="54864" marT="22860" marB="22860" anchor="ctr">
                    <a:solidFill>
                      <a:srgbClr val="D9E2F3"/>
                    </a:solidFill>
                  </a:tcPr>
                </a:tc>
                <a:extLst>
                  <a:ext uri="{0D108BD9-81ED-4DB2-BD59-A6C34878D82A}">
                    <a16:rowId xmlns:a16="http://schemas.microsoft.com/office/drawing/2014/main" val="10010"/>
                  </a:ext>
                </a:extLst>
              </a:tr>
              <a:tr h="224028">
                <a:tc>
                  <a:txBody>
                    <a:bodyPr/>
                    <a:lstStyle/>
                    <a:p>
                      <a:pPr algn="l">
                        <a:defRPr sz="800"/>
                      </a:pPr>
                      <a:r>
                        <a:rPr sz="800" b="1">
                          <a:solidFill>
                            <a:srgbClr val="1F3864"/>
                          </a:solidFill>
                          <a:latin typeface="Calibri"/>
                        </a:rPr>
                        <a:t>Vendor Risk</a:t>
                      </a:r>
                      <a:endParaRPr sz="800"/>
                    </a:p>
                  </a:txBody>
                  <a:tcPr marL="54864" marR="54864" marT="22860" marB="22860" anchor="ctr">
                    <a:solidFill>
                      <a:srgbClr val="FFFFFF"/>
                    </a:solidFill>
                  </a:tcPr>
                </a:tc>
                <a:tc>
                  <a:txBody>
                    <a:bodyPr/>
                    <a:lstStyle/>
                    <a:p>
                      <a:pPr algn="l">
                        <a:defRPr sz="800"/>
                      </a:pPr>
                      <a:r>
                        <a:rPr sz="750" b="0">
                          <a:solidFill>
                            <a:srgbClr val="222222"/>
                          </a:solidFill>
                          <a:latin typeface="Calibri"/>
                        </a:rPr>
                        <a:t>Compliance SME, IT SME</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l">
                        <a:defRPr sz="800"/>
                      </a:pPr>
                      <a:r>
                        <a:rPr sz="750" b="0">
                          <a:solidFill>
                            <a:srgbClr val="595959"/>
                          </a:solidFill>
                          <a:latin typeface="Calibri"/>
                        </a:rPr>
                        <a:t>SSP_S2_08</a:t>
                      </a:r>
                      <a:endParaRPr sz="800"/>
                    </a:p>
                  </a:txBody>
                  <a:tcPr marL="54864" marR="54864" marT="22860" marB="22860" anchor="ctr">
                    <a:solidFill>
                      <a:srgbClr val="FFFFFF"/>
                    </a:solidFill>
                  </a:tcPr>
                </a:tc>
                <a:extLst>
                  <a:ext uri="{0D108BD9-81ED-4DB2-BD59-A6C34878D82A}">
                    <a16:rowId xmlns:a16="http://schemas.microsoft.com/office/drawing/2014/main" val="10011"/>
                  </a:ext>
                </a:extLst>
              </a:tr>
              <a:tr h="224028">
                <a:tc>
                  <a:txBody>
                    <a:bodyPr/>
                    <a:lstStyle/>
                    <a:p>
                      <a:pPr algn="l">
                        <a:defRPr sz="800"/>
                      </a:pPr>
                      <a:r>
                        <a:rPr sz="800" b="1">
                          <a:solidFill>
                            <a:srgbClr val="1F3864"/>
                          </a:solidFill>
                          <a:latin typeface="Calibri"/>
                        </a:rPr>
                        <a:t>Privacy Impact Assessment Validation and Sign-off</a:t>
                      </a:r>
                      <a:endParaRPr sz="800"/>
                    </a:p>
                  </a:txBody>
                  <a:tcPr marL="54864" marR="54864" marT="22860" marB="22860" anchor="ctr">
                    <a:solidFill>
                      <a:srgbClr val="D9E2F3"/>
                    </a:solidFill>
                  </a:tcPr>
                </a:tc>
                <a:tc>
                  <a:txBody>
                    <a:bodyPr/>
                    <a:lstStyle/>
                    <a:p>
                      <a:pPr algn="l">
                        <a:defRPr sz="800"/>
                      </a:pPr>
                      <a:r>
                        <a:rPr sz="750" b="0">
                          <a:solidFill>
                            <a:srgbClr val="222222"/>
                          </a:solidFill>
                          <a:latin typeface="Calibri"/>
                        </a:rPr>
                        <a:t>Data SME, DPO</a:t>
                      </a: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l">
                        <a:defRPr sz="800"/>
                      </a:pPr>
                      <a:r>
                        <a:rPr sz="750" b="0">
                          <a:solidFill>
                            <a:srgbClr val="595959"/>
                          </a:solidFill>
                          <a:latin typeface="Calibri"/>
                        </a:rPr>
                        <a:t>SSP_S2_05, 06, 07, 09</a:t>
                      </a:r>
                      <a:endParaRPr sz="800"/>
                    </a:p>
                  </a:txBody>
                  <a:tcPr marL="54864" marR="54864" marT="22860" marB="22860" anchor="ctr">
                    <a:solidFill>
                      <a:srgbClr val="D9E2F3"/>
                    </a:solidFill>
                  </a:tcPr>
                </a:tc>
                <a:extLst>
                  <a:ext uri="{0D108BD9-81ED-4DB2-BD59-A6C34878D82A}">
                    <a16:rowId xmlns:a16="http://schemas.microsoft.com/office/drawing/2014/main" val="10012"/>
                  </a:ext>
                </a:extLst>
              </a:tr>
              <a:tr h="224028">
                <a:tc>
                  <a:txBody>
                    <a:bodyPr/>
                    <a:lstStyle/>
                    <a:p>
                      <a:pPr algn="l">
                        <a:defRPr sz="800"/>
                      </a:pPr>
                      <a:r>
                        <a:rPr sz="800" b="1">
                          <a:solidFill>
                            <a:srgbClr val="1F3864"/>
                          </a:solidFill>
                          <a:latin typeface="Calibri"/>
                        </a:rPr>
                        <a:t>Clinical and Bias Assessment*</a:t>
                      </a:r>
                      <a:endParaRPr sz="800"/>
                    </a:p>
                  </a:txBody>
                  <a:tcPr marL="54864" marR="54864" marT="22860" marB="22860" anchor="ctr">
                    <a:solidFill>
                      <a:srgbClr val="FFFFFF"/>
                    </a:solidFill>
                  </a:tcPr>
                </a:tc>
                <a:tc>
                  <a:txBody>
                    <a:bodyPr/>
                    <a:lstStyle/>
                    <a:p>
                      <a:pPr algn="l">
                        <a:defRPr sz="800"/>
                      </a:pPr>
                      <a:r>
                        <a:rPr sz="750" b="0">
                          <a:solidFill>
                            <a:srgbClr val="222222"/>
                          </a:solidFill>
                          <a:latin typeface="Calibri"/>
                        </a:rPr>
                        <a:t>Clinical SME</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l">
                        <a:defRPr sz="800"/>
                      </a:pPr>
                      <a:r>
                        <a:rPr sz="750" b="0">
                          <a:solidFill>
                            <a:srgbClr val="595959"/>
                          </a:solidFill>
                          <a:latin typeface="Calibri"/>
                        </a:rPr>
                        <a:t>T07, T08</a:t>
                      </a:r>
                      <a:endParaRPr sz="800"/>
                    </a:p>
                  </a:txBody>
                  <a:tcPr marL="54864" marR="54864" marT="22860" marB="22860" anchor="ctr">
                    <a:solidFill>
                      <a:srgbClr val="FFFFFF"/>
                    </a:solidFill>
                  </a:tcPr>
                </a:tc>
                <a:extLst>
                  <a:ext uri="{0D108BD9-81ED-4DB2-BD59-A6C34878D82A}">
                    <a16:rowId xmlns:a16="http://schemas.microsoft.com/office/drawing/2014/main" val="10013"/>
                  </a:ext>
                </a:extLst>
              </a:tr>
              <a:tr h="224028">
                <a:tc>
                  <a:txBody>
                    <a:bodyPr/>
                    <a:lstStyle/>
                    <a:p>
                      <a:pPr algn="l">
                        <a:defRPr sz="800"/>
                      </a:pPr>
                      <a:r>
                        <a:rPr lang="en-IN" sz="800" b="1">
                          <a:solidFill>
                            <a:srgbClr val="1F3864"/>
                          </a:solidFill>
                          <a:latin typeface="Calibri"/>
                        </a:rPr>
                        <a:t>Risk &amp; </a:t>
                      </a:r>
                      <a:r>
                        <a:rPr sz="800" b="1">
                          <a:solidFill>
                            <a:srgbClr val="1F3864"/>
                          </a:solidFill>
                          <a:latin typeface="Calibri"/>
                        </a:rPr>
                        <a:t>Control Register</a:t>
                      </a:r>
                      <a:endParaRPr sz="800"/>
                    </a:p>
                  </a:txBody>
                  <a:tcPr marL="54864" marR="54864" marT="22860" marB="22860" anchor="ctr">
                    <a:solidFill>
                      <a:srgbClr val="D9E2F3"/>
                    </a:solidFill>
                  </a:tcPr>
                </a:tc>
                <a:tc>
                  <a:txBody>
                    <a:bodyPr/>
                    <a:lstStyle/>
                    <a:p>
                      <a:pPr algn="l">
                        <a:defRPr sz="800"/>
                      </a:pPr>
                      <a:r>
                        <a:rPr sz="750" b="0">
                          <a:solidFill>
                            <a:srgbClr val="222222"/>
                          </a:solidFill>
                          <a:latin typeface="Calibri"/>
                        </a:rPr>
                        <a:t>Compliance SME, IT SME</a:t>
                      </a:r>
                      <a:r>
                        <a:rPr lang="en-IN" sz="750" b="0">
                          <a:solidFill>
                            <a:srgbClr val="222222"/>
                          </a:solidFill>
                          <a:latin typeface="Calibri"/>
                        </a:rPr>
                        <a:t>, AI Governance</a:t>
                      </a:r>
                      <a:endParaRPr sz="800"/>
                    </a:p>
                  </a:txBody>
                  <a:tcPr marL="54864" marR="54864" marT="22860" marB="22860" anchor="ctr">
                    <a:solidFill>
                      <a:srgbClr val="D9E2F3"/>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sz="800"/>
                      </a:pPr>
                      <a:r>
                        <a:rPr lang="en-IN" sz="800" b="0">
                          <a:solidFill>
                            <a:srgbClr val="1F3864"/>
                          </a:solidFill>
                          <a:latin typeface="+mn-lt"/>
                        </a:rPr>
                        <a:t>●</a:t>
                      </a:r>
                      <a:endParaRPr lang="en-IN" sz="6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l">
                        <a:defRPr sz="800"/>
                      </a:pPr>
                      <a:r>
                        <a:rPr lang="en-IN" sz="750" b="0" i="1">
                          <a:solidFill>
                            <a:srgbClr val="595959"/>
                          </a:solidFill>
                          <a:latin typeface="Calibri"/>
                        </a:rPr>
                        <a:t>SSP_S1_03</a:t>
                      </a:r>
                    </a:p>
                  </a:txBody>
                  <a:tcPr marL="54864" marR="54864" marT="22860" marB="22860" anchor="ctr">
                    <a:solidFill>
                      <a:srgbClr val="D9E2F3"/>
                    </a:solidFill>
                  </a:tcPr>
                </a:tc>
                <a:extLst>
                  <a:ext uri="{0D108BD9-81ED-4DB2-BD59-A6C34878D82A}">
                    <a16:rowId xmlns:a16="http://schemas.microsoft.com/office/drawing/2014/main" val="10014"/>
                  </a:ext>
                </a:extLst>
              </a:tr>
              <a:tr h="224028">
                <a:tc>
                  <a:txBody>
                    <a:bodyPr/>
                    <a:lstStyle/>
                    <a:p>
                      <a:pPr algn="l">
                        <a:defRPr sz="800"/>
                      </a:pPr>
                      <a:r>
                        <a:rPr sz="800" b="1">
                          <a:solidFill>
                            <a:srgbClr val="1F3864"/>
                          </a:solidFill>
                          <a:latin typeface="Calibri"/>
                        </a:rPr>
                        <a:t>Solution Design and Technical Controls</a:t>
                      </a:r>
                      <a:endParaRPr sz="800"/>
                    </a:p>
                  </a:txBody>
                  <a:tcPr marL="54864" marR="54864" marT="22860" marB="22860" anchor="ctr">
                    <a:solidFill>
                      <a:srgbClr val="FFFFFF"/>
                    </a:solidFill>
                  </a:tcPr>
                </a:tc>
                <a:tc>
                  <a:txBody>
                    <a:bodyPr/>
                    <a:lstStyle/>
                    <a:p>
                      <a:pPr algn="l">
                        <a:defRPr sz="800"/>
                      </a:pPr>
                      <a:r>
                        <a:rPr sz="750" b="0">
                          <a:solidFill>
                            <a:srgbClr val="222222"/>
                          </a:solidFill>
                          <a:latin typeface="Calibri"/>
                        </a:rPr>
                        <a:t>Compliance SME, IT SME</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sz="800"/>
                      </a:pPr>
                      <a:r>
                        <a:rPr lang="en-IN" sz="800" b="0">
                          <a:solidFill>
                            <a:srgbClr val="1F3864"/>
                          </a:solidFill>
                          <a:latin typeface="+mn-lt"/>
                        </a:rPr>
                        <a:t>●</a:t>
                      </a:r>
                      <a:endParaRPr lang="en-IN" sz="6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endParaRPr sz="800"/>
                    </a:p>
                  </a:txBody>
                  <a:tcPr marL="54864" marR="54864" marT="22860" marB="22860" anchor="ctr">
                    <a:noFill/>
                  </a:tcPr>
                </a:tc>
                <a:tc>
                  <a:txBody>
                    <a:bodyPr/>
                    <a:lstStyle/>
                    <a:p>
                      <a:pPr algn="l">
                        <a:defRPr sz="800"/>
                      </a:pPr>
                      <a:r>
                        <a:rPr sz="750" b="0">
                          <a:solidFill>
                            <a:srgbClr val="595959"/>
                          </a:solidFill>
                          <a:latin typeface="Calibri"/>
                        </a:rPr>
                        <a:t>W2, W3, W5</a:t>
                      </a:r>
                      <a:endParaRPr sz="800"/>
                    </a:p>
                  </a:txBody>
                  <a:tcPr marL="54864" marR="54864" marT="22860" marB="22860" anchor="ctr">
                    <a:solidFill>
                      <a:srgbClr val="FFFFFF"/>
                    </a:solidFill>
                  </a:tcPr>
                </a:tc>
                <a:extLst>
                  <a:ext uri="{0D108BD9-81ED-4DB2-BD59-A6C34878D82A}">
                    <a16:rowId xmlns:a16="http://schemas.microsoft.com/office/drawing/2014/main" val="10015"/>
                  </a:ext>
                </a:extLst>
              </a:tr>
              <a:tr h="224028">
                <a:tc>
                  <a:txBody>
                    <a:bodyPr/>
                    <a:lstStyle/>
                    <a:p>
                      <a:pPr algn="l">
                        <a:defRPr sz="800"/>
                      </a:pPr>
                      <a:r>
                        <a:rPr sz="800" b="1">
                          <a:solidFill>
                            <a:srgbClr val="1F3864"/>
                          </a:solidFill>
                          <a:latin typeface="Calibri"/>
                        </a:rPr>
                        <a:t>Value Realization Model</a:t>
                      </a:r>
                      <a:endParaRPr sz="800"/>
                    </a:p>
                  </a:txBody>
                  <a:tcPr marL="54864" marR="54864" marT="22860" marB="22860" anchor="ctr">
                    <a:solidFill>
                      <a:srgbClr val="D9E2F3"/>
                    </a:solidFill>
                  </a:tcPr>
                </a:tc>
                <a:tc>
                  <a:txBody>
                    <a:bodyPr/>
                    <a:lstStyle/>
                    <a:p>
                      <a:pPr algn="l">
                        <a:defRPr sz="800"/>
                      </a:pPr>
                      <a:r>
                        <a:rPr sz="750" b="0">
                          <a:solidFill>
                            <a:srgbClr val="222222"/>
                          </a:solidFill>
                          <a:latin typeface="Calibri"/>
                        </a:rPr>
                        <a:t>AI Governance SME, Benefit Owner</a:t>
                      </a: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endParaRPr sz="800"/>
                    </a:p>
                  </a:txBody>
                  <a:tcPr marL="54864" marR="54864" marT="22860" marB="22860" anchor="ctr">
                    <a:solidFill>
                      <a:srgbClr val="D9E2F3"/>
                    </a:solidFill>
                  </a:tcPr>
                </a:tc>
                <a:tc>
                  <a:txBody>
                    <a:bodyPr/>
                    <a:lstStyle/>
                    <a:p>
                      <a:pPr algn="l">
                        <a:defRPr sz="800"/>
                      </a:pPr>
                      <a:r>
                        <a:rPr sz="750" b="0">
                          <a:solidFill>
                            <a:srgbClr val="595959"/>
                          </a:solidFill>
                          <a:latin typeface="Calibri"/>
                        </a:rPr>
                        <a:t>GOV_S2_09</a:t>
                      </a:r>
                      <a:endParaRPr sz="800"/>
                    </a:p>
                  </a:txBody>
                  <a:tcPr marL="54864" marR="54864" marT="22860" marB="22860" anchor="ctr">
                    <a:solidFill>
                      <a:srgbClr val="D9E2F3"/>
                    </a:solidFill>
                  </a:tcPr>
                </a:tc>
                <a:extLst>
                  <a:ext uri="{0D108BD9-81ED-4DB2-BD59-A6C34878D82A}">
                    <a16:rowId xmlns:a16="http://schemas.microsoft.com/office/drawing/2014/main" val="10016"/>
                  </a:ext>
                </a:extLst>
              </a:tr>
              <a:tr h="224028">
                <a:tc>
                  <a:txBody>
                    <a:bodyPr/>
                    <a:lstStyle/>
                    <a:p>
                      <a:pPr algn="l">
                        <a:defRPr sz="800"/>
                      </a:pPr>
                      <a:r>
                        <a:rPr sz="800" b="1">
                          <a:solidFill>
                            <a:srgbClr val="1F3864"/>
                          </a:solidFill>
                          <a:latin typeface="Calibri"/>
                        </a:rPr>
                        <a:t>Value Realization Register</a:t>
                      </a:r>
                      <a:endParaRPr sz="800"/>
                    </a:p>
                  </a:txBody>
                  <a:tcPr marL="54864" marR="54864" marT="22860" marB="22860" anchor="ctr">
                    <a:solidFill>
                      <a:srgbClr val="FFFFFF"/>
                    </a:solidFill>
                  </a:tcPr>
                </a:tc>
                <a:tc>
                  <a:txBody>
                    <a:bodyPr/>
                    <a:lstStyle/>
                    <a:p>
                      <a:pPr algn="l">
                        <a:defRPr sz="800"/>
                      </a:pPr>
                      <a:r>
                        <a:rPr sz="750" b="0">
                          <a:solidFill>
                            <a:srgbClr val="222222"/>
                          </a:solidFill>
                          <a:latin typeface="Calibri"/>
                        </a:rPr>
                        <a:t>AI Governance SME</a:t>
                      </a: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sz="800"/>
                      </a:pPr>
                      <a:r>
                        <a:rPr lang="en-IN" sz="800" b="0">
                          <a:solidFill>
                            <a:srgbClr val="1F3864"/>
                          </a:solidFill>
                          <a:latin typeface="+mn-lt"/>
                        </a:rPr>
                        <a:t>●</a:t>
                      </a:r>
                      <a:endParaRPr lang="en-IN" sz="600"/>
                    </a:p>
                  </a:txBody>
                  <a:tcPr marL="54864" marR="54864" marT="22860" marB="22860" anchor="ctr">
                    <a:solidFill>
                      <a:srgbClr val="FFE699"/>
                    </a:solidFill>
                  </a:tcPr>
                </a:tc>
                <a:tc>
                  <a:txBody>
                    <a:bodyPr/>
                    <a:lstStyle/>
                    <a:p>
                      <a:pPr algn="l">
                        <a:defRPr sz="800"/>
                      </a:pPr>
                      <a:r>
                        <a:rPr sz="750" b="0">
                          <a:solidFill>
                            <a:srgbClr val="595959"/>
                          </a:solidFill>
                          <a:latin typeface="Calibri"/>
                        </a:rPr>
                        <a:t>GOV_S2_10</a:t>
                      </a:r>
                      <a:endParaRPr sz="800"/>
                    </a:p>
                  </a:txBody>
                  <a:tcPr marL="54864" marR="54864" marT="22860" marB="22860" anchor="ctr">
                    <a:solidFill>
                      <a:srgbClr val="FFFFFF"/>
                    </a:solidFill>
                  </a:tcPr>
                </a:tc>
                <a:extLst>
                  <a:ext uri="{0D108BD9-81ED-4DB2-BD59-A6C34878D82A}">
                    <a16:rowId xmlns:a16="http://schemas.microsoft.com/office/drawing/2014/main" val="10017"/>
                  </a:ext>
                </a:extLst>
              </a:tr>
              <a:tr h="224028">
                <a:tc>
                  <a:txBody>
                    <a:bodyPr/>
                    <a:lstStyle/>
                    <a:p>
                      <a:pPr algn="l">
                        <a:defRPr sz="800"/>
                      </a:pPr>
                      <a:r>
                        <a:rPr sz="800" b="1">
                          <a:solidFill>
                            <a:srgbClr val="1F3864"/>
                          </a:solidFill>
                          <a:latin typeface="Calibri"/>
                        </a:rPr>
                        <a:t>Benefit Owner Sign-off</a:t>
                      </a:r>
                      <a:endParaRPr sz="800"/>
                    </a:p>
                  </a:txBody>
                  <a:tcPr marL="54864" marR="54864" marT="22860" marB="22860" anchor="ctr">
                    <a:solidFill>
                      <a:srgbClr val="D9E2F3"/>
                    </a:solidFill>
                  </a:tcPr>
                </a:tc>
                <a:tc>
                  <a:txBody>
                    <a:bodyPr/>
                    <a:lstStyle/>
                    <a:p>
                      <a:pPr algn="l">
                        <a:defRPr sz="800"/>
                      </a:pPr>
                      <a:r>
                        <a:rPr sz="750" b="0">
                          <a:solidFill>
                            <a:srgbClr val="222222"/>
                          </a:solidFill>
                          <a:latin typeface="Calibri"/>
                        </a:rPr>
                        <a:t>Benefit Owner</a:t>
                      </a: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r>
                        <a:rPr sz="1000" b="0">
                          <a:solidFill>
                            <a:srgbClr val="1F3864"/>
                          </a:solidFill>
                          <a:latin typeface="Calibri"/>
                        </a:rPr>
                        <a:t>●</a:t>
                      </a:r>
                      <a:endParaRPr sz="800"/>
                    </a:p>
                  </a:txBody>
                  <a:tcPr marL="54864" marR="54864" marT="22860" marB="22860" anchor="ctr">
                    <a:solidFill>
                      <a:srgbClr val="FFE699"/>
                    </a:solidFill>
                  </a:tcPr>
                </a:tc>
                <a:tc>
                  <a:txBody>
                    <a:bodyPr/>
                    <a:lstStyle/>
                    <a:p>
                      <a:pPr algn="ctr">
                        <a:defRPr sz="800"/>
                      </a:pPr>
                      <a:endParaRPr sz="800"/>
                    </a:p>
                  </a:txBody>
                  <a:tcPr marL="54864" marR="54864" marT="22860" marB="22860" anchor="ctr">
                    <a:solidFill>
                      <a:srgbClr val="D9E2F3"/>
                    </a:solidFill>
                  </a:tcPr>
                </a:tc>
                <a:tc>
                  <a:txBody>
                    <a:bodyPr/>
                    <a:lstStyle/>
                    <a:p>
                      <a:pPr algn="ctr">
                        <a:defRPr sz="800"/>
                      </a:pPr>
                      <a:endParaRPr sz="800"/>
                    </a:p>
                  </a:txBody>
                  <a:tcPr marL="54864" marR="54864" marT="22860" marB="22860" anchor="ctr">
                    <a:solidFill>
                      <a:srgbClr val="D9E2F3"/>
                    </a:solidFill>
                  </a:tcPr>
                </a:tc>
                <a:tc>
                  <a:txBody>
                    <a:bodyPr/>
                    <a:lstStyle/>
                    <a:p>
                      <a:pPr algn="l">
                        <a:defRPr sz="800"/>
                      </a:pPr>
                      <a:r>
                        <a:rPr sz="750" b="0">
                          <a:solidFill>
                            <a:srgbClr val="595959"/>
                          </a:solidFill>
                          <a:latin typeface="Calibri"/>
                        </a:rPr>
                        <a:t>GOV_S2_11</a:t>
                      </a:r>
                      <a:endParaRPr sz="800"/>
                    </a:p>
                  </a:txBody>
                  <a:tcPr marL="54864" marR="54864" marT="22860" marB="22860" anchor="ctr">
                    <a:solidFill>
                      <a:srgbClr val="D9E2F3"/>
                    </a:solidFill>
                  </a:tcPr>
                </a:tc>
                <a:extLst>
                  <a:ext uri="{0D108BD9-81ED-4DB2-BD59-A6C34878D82A}">
                    <a16:rowId xmlns:a16="http://schemas.microsoft.com/office/drawing/2014/main" val="10018"/>
                  </a:ext>
                </a:extLst>
              </a:tr>
              <a:tr h="224028">
                <a:tc>
                  <a:txBody>
                    <a:bodyPr/>
                    <a:lstStyle/>
                    <a:p>
                      <a:pPr algn="l">
                        <a:defRPr sz="800"/>
                      </a:pPr>
                      <a:r>
                        <a:rPr sz="800" b="1">
                          <a:solidFill>
                            <a:srgbClr val="1F3864"/>
                          </a:solidFill>
                          <a:latin typeface="Calibri"/>
                        </a:rPr>
                        <a:t>Delivery and Operations</a:t>
                      </a:r>
                      <a:endParaRPr sz="800"/>
                    </a:p>
                  </a:txBody>
                  <a:tcPr marL="54864" marR="54864" marT="22860" marB="22860" anchor="ctr">
                    <a:solidFill>
                      <a:srgbClr val="FFFFFF"/>
                    </a:solidFill>
                  </a:tcPr>
                </a:tc>
                <a:tc>
                  <a:txBody>
                    <a:bodyPr/>
                    <a:lstStyle/>
                    <a:p>
                      <a:pPr algn="l">
                        <a:defRPr sz="800"/>
                      </a:pPr>
                      <a:r>
                        <a:rPr sz="750" b="0">
                          <a:solidFill>
                            <a:srgbClr val="222222"/>
                          </a:solidFill>
                          <a:latin typeface="Calibri"/>
                        </a:rPr>
                        <a:t>AI COE, IT SME</a:t>
                      </a: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algn="ctr">
                        <a:defRPr sz="800"/>
                      </a:pPr>
                      <a:endParaRPr sz="800"/>
                    </a:p>
                  </a:txBody>
                  <a:tcPr marL="54864" marR="54864" marT="22860" marB="22860" anchor="ctr">
                    <a:solidFill>
                      <a:srgbClr val="FFFFFF"/>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sz="800"/>
                      </a:pPr>
                      <a:r>
                        <a:rPr lang="en-IN" sz="800" b="0">
                          <a:solidFill>
                            <a:srgbClr val="1F3864"/>
                          </a:solidFill>
                          <a:latin typeface="+mn-lt"/>
                        </a:rPr>
                        <a:t>●</a:t>
                      </a:r>
                      <a:endParaRPr lang="en-IN" sz="600"/>
                    </a:p>
                  </a:txBody>
                  <a:tcPr marL="54864" marR="54864" marT="22860" marB="22860" anchor="ctr">
                    <a:solidFill>
                      <a:srgbClr val="FFE699"/>
                    </a:solidFill>
                  </a:tcPr>
                </a:tc>
                <a:tc>
                  <a:txBody>
                    <a:bodyPr/>
                    <a:lstStyle/>
                    <a:p>
                      <a:pPr algn="l">
                        <a:defRPr sz="800"/>
                      </a:pPr>
                      <a:r>
                        <a:rPr sz="750" b="0">
                          <a:solidFill>
                            <a:srgbClr val="595959"/>
                          </a:solidFill>
                          <a:latin typeface="Calibri"/>
                        </a:rPr>
                        <a:t>Sprint 4 templates</a:t>
                      </a:r>
                      <a:endParaRPr sz="800"/>
                    </a:p>
                  </a:txBody>
                  <a:tcPr marL="54864" marR="54864" marT="22860" marB="22860" anchor="ctr">
                    <a:solidFill>
                      <a:srgbClr val="FFFFFF"/>
                    </a:solidFill>
                  </a:tcPr>
                </a:tc>
                <a:extLst>
                  <a:ext uri="{0D108BD9-81ED-4DB2-BD59-A6C34878D82A}">
                    <a16:rowId xmlns:a16="http://schemas.microsoft.com/office/drawing/2014/main" val="10019"/>
                  </a:ext>
                </a:extLst>
              </a:tr>
            </a:tbl>
          </a:graphicData>
        </a:graphic>
      </p:graphicFrame>
      <p:sp>
        <p:nvSpPr>
          <p:cNvPr id="5" name="Rounded Rectangle 4"/>
          <p:cNvSpPr/>
          <p:nvPr/>
        </p:nvSpPr>
        <p:spPr>
          <a:xfrm>
            <a:off x="9509760" y="1298448"/>
            <a:ext cx="2221992" cy="4873752"/>
          </a:xfrm>
          <a:prstGeom prst="roundRect">
            <a:avLst>
              <a:gd name="adj" fmla="val 4000"/>
            </a:avLst>
          </a:prstGeom>
          <a:solidFill>
            <a:srgbClr val="F4F8FC"/>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p:cNvSpPr txBox="1"/>
          <p:nvPr/>
        </p:nvSpPr>
        <p:spPr>
          <a:xfrm>
            <a:off x="9646920" y="1371600"/>
            <a:ext cx="1947672" cy="256032"/>
          </a:xfrm>
          <a:prstGeom prst="rect">
            <a:avLst/>
          </a:prstGeom>
          <a:noFill/>
        </p:spPr>
        <p:txBody>
          <a:bodyPr wrap="square" lIns="0" tIns="27432" rIns="0" bIns="27432"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1F3864"/>
                </a:solidFill>
                <a:effectLst/>
                <a:uLnTx/>
                <a:uFillTx/>
                <a:latin typeface="Calibri"/>
                <a:ea typeface="+mn-ea"/>
                <a:cs typeface="+mn-cs"/>
              </a:rPr>
              <a:t>Process steps</a:t>
            </a:r>
          </a:p>
        </p:txBody>
      </p:sp>
      <p:sp>
        <p:nvSpPr>
          <p:cNvPr id="7" name="Rounded Rectangle 6"/>
          <p:cNvSpPr/>
          <p:nvPr/>
        </p:nvSpPr>
        <p:spPr>
          <a:xfrm>
            <a:off x="9646920" y="1682496"/>
            <a:ext cx="201168" cy="182880"/>
          </a:xfrm>
          <a:prstGeom prst="roundRect">
            <a:avLst>
              <a:gd name="adj" fmla="val 3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750" b="1">
                <a:solidFill>
                  <a:srgbClr val="FFFFFF"/>
                </a:solidFill>
                <a:latin typeface="Calibri"/>
              </a:rPr>
              <a:t>0</a:t>
            </a:r>
          </a:p>
        </p:txBody>
      </p:sp>
      <p:sp>
        <p:nvSpPr>
          <p:cNvPr id="8" name="TextBox 7"/>
          <p:cNvSpPr txBox="1"/>
          <p:nvPr/>
        </p:nvSpPr>
        <p:spPr>
          <a:xfrm>
            <a:off x="9921240" y="1664208"/>
            <a:ext cx="1719072"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222222"/>
                </a:solidFill>
                <a:effectLst/>
                <a:uLnTx/>
                <a:uFillTx/>
                <a:latin typeface="Calibri"/>
                <a:ea typeface="+mn-ea"/>
                <a:cs typeface="+mn-cs"/>
              </a:rPr>
              <a:t>Governance Function Setup</a:t>
            </a:r>
          </a:p>
        </p:txBody>
      </p:sp>
      <p:sp>
        <p:nvSpPr>
          <p:cNvPr id="9" name="Rounded Rectangle 8"/>
          <p:cNvSpPr/>
          <p:nvPr/>
        </p:nvSpPr>
        <p:spPr>
          <a:xfrm>
            <a:off x="9646920" y="1901952"/>
            <a:ext cx="201168" cy="182880"/>
          </a:xfrm>
          <a:prstGeom prst="roundRect">
            <a:avLst>
              <a:gd name="adj" fmla="val 30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FFFFFF"/>
                </a:solidFill>
                <a:effectLst/>
                <a:uLnTx/>
                <a:uFillTx/>
                <a:latin typeface="Calibri"/>
                <a:ea typeface="+mn-ea"/>
                <a:cs typeface="+mn-cs"/>
              </a:rPr>
              <a:t>1</a:t>
            </a:r>
          </a:p>
        </p:txBody>
      </p:sp>
      <p:sp>
        <p:nvSpPr>
          <p:cNvPr id="10" name="TextBox 9"/>
          <p:cNvSpPr txBox="1"/>
          <p:nvPr/>
        </p:nvSpPr>
        <p:spPr>
          <a:xfrm>
            <a:off x="9921240" y="1883664"/>
            <a:ext cx="1719072"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222222"/>
                </a:solidFill>
                <a:effectLst/>
                <a:uLnTx/>
                <a:uFillTx/>
                <a:latin typeface="Calibri"/>
                <a:ea typeface="+mn-ea"/>
                <a:cs typeface="+mn-cs"/>
              </a:rPr>
              <a:t>Identify &amp; Define</a:t>
            </a:r>
          </a:p>
        </p:txBody>
      </p:sp>
      <p:sp>
        <p:nvSpPr>
          <p:cNvPr id="11" name="Rounded Rectangle 10"/>
          <p:cNvSpPr/>
          <p:nvPr/>
        </p:nvSpPr>
        <p:spPr>
          <a:xfrm>
            <a:off x="9646920" y="2121408"/>
            <a:ext cx="201168" cy="182880"/>
          </a:xfrm>
          <a:prstGeom prst="roundRect">
            <a:avLst>
              <a:gd name="adj" fmla="val 30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FFFFFF"/>
                </a:solidFill>
                <a:effectLst/>
                <a:uLnTx/>
                <a:uFillTx/>
                <a:latin typeface="Calibri"/>
                <a:ea typeface="+mn-ea"/>
                <a:cs typeface="+mn-cs"/>
              </a:rPr>
              <a:t>2</a:t>
            </a:r>
          </a:p>
        </p:txBody>
      </p:sp>
      <p:sp>
        <p:nvSpPr>
          <p:cNvPr id="12" name="TextBox 11"/>
          <p:cNvSpPr txBox="1"/>
          <p:nvPr/>
        </p:nvSpPr>
        <p:spPr>
          <a:xfrm>
            <a:off x="9921240" y="2103120"/>
            <a:ext cx="1719072"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222222"/>
                </a:solidFill>
                <a:effectLst/>
                <a:uLnTx/>
                <a:uFillTx/>
                <a:latin typeface="Calibri"/>
                <a:ea typeface="+mn-ea"/>
                <a:cs typeface="+mn-cs"/>
              </a:rPr>
              <a:t>Intake &amp; Registration</a:t>
            </a:r>
          </a:p>
        </p:txBody>
      </p:sp>
      <p:sp>
        <p:nvSpPr>
          <p:cNvPr id="13" name="Rounded Rectangle 12"/>
          <p:cNvSpPr/>
          <p:nvPr/>
        </p:nvSpPr>
        <p:spPr>
          <a:xfrm>
            <a:off x="9646920" y="2340864"/>
            <a:ext cx="201168" cy="182880"/>
          </a:xfrm>
          <a:prstGeom prst="roundRect">
            <a:avLst>
              <a:gd name="adj" fmla="val 30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FFFFFF"/>
                </a:solidFill>
                <a:effectLst/>
                <a:uLnTx/>
                <a:uFillTx/>
                <a:latin typeface="Calibri"/>
                <a:ea typeface="+mn-ea"/>
                <a:cs typeface="+mn-cs"/>
              </a:rPr>
              <a:t>3</a:t>
            </a:r>
          </a:p>
        </p:txBody>
      </p:sp>
      <p:sp>
        <p:nvSpPr>
          <p:cNvPr id="14" name="TextBox 13"/>
          <p:cNvSpPr txBox="1"/>
          <p:nvPr/>
        </p:nvSpPr>
        <p:spPr>
          <a:xfrm>
            <a:off x="9921240" y="2322576"/>
            <a:ext cx="1719072"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222222"/>
                </a:solidFill>
                <a:effectLst/>
                <a:uLnTx/>
                <a:uFillTx/>
                <a:latin typeface="Calibri"/>
                <a:ea typeface="+mn-ea"/>
                <a:cs typeface="+mn-cs"/>
              </a:rPr>
              <a:t>Opportunity Assessment</a:t>
            </a:r>
          </a:p>
        </p:txBody>
      </p:sp>
      <p:sp>
        <p:nvSpPr>
          <p:cNvPr id="15" name="Rounded Rectangle 14"/>
          <p:cNvSpPr/>
          <p:nvPr/>
        </p:nvSpPr>
        <p:spPr>
          <a:xfrm>
            <a:off x="9646920" y="2560320"/>
            <a:ext cx="201168" cy="182880"/>
          </a:xfrm>
          <a:prstGeom prst="roundRect">
            <a:avLst>
              <a:gd name="adj" fmla="val 3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FFFFFF"/>
                </a:solidFill>
                <a:effectLst/>
                <a:uLnTx/>
                <a:uFillTx/>
                <a:latin typeface="Calibri"/>
                <a:ea typeface="+mn-ea"/>
                <a:cs typeface="+mn-cs"/>
              </a:rPr>
              <a:t>4</a:t>
            </a:r>
          </a:p>
        </p:txBody>
      </p:sp>
      <p:sp>
        <p:nvSpPr>
          <p:cNvPr id="16" name="TextBox 15"/>
          <p:cNvSpPr txBox="1"/>
          <p:nvPr/>
        </p:nvSpPr>
        <p:spPr>
          <a:xfrm>
            <a:off x="9921240" y="2542032"/>
            <a:ext cx="1719072"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222222"/>
                </a:solidFill>
                <a:effectLst/>
                <a:uLnTx/>
                <a:uFillTx/>
                <a:latin typeface="Calibri"/>
                <a:ea typeface="+mn-ea"/>
                <a:cs typeface="+mn-cs"/>
              </a:rPr>
              <a:t>Use Case Prioritization</a:t>
            </a:r>
          </a:p>
        </p:txBody>
      </p:sp>
      <p:sp>
        <p:nvSpPr>
          <p:cNvPr id="17" name="Rounded Rectangle 16"/>
          <p:cNvSpPr/>
          <p:nvPr/>
        </p:nvSpPr>
        <p:spPr>
          <a:xfrm>
            <a:off x="9646920" y="2779776"/>
            <a:ext cx="201168" cy="182880"/>
          </a:xfrm>
          <a:prstGeom prst="roundRect">
            <a:avLst>
              <a:gd name="adj" fmla="val 30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FFFFFF"/>
                </a:solidFill>
                <a:effectLst/>
                <a:uLnTx/>
                <a:uFillTx/>
                <a:latin typeface="Calibri"/>
                <a:ea typeface="+mn-ea"/>
                <a:cs typeface="+mn-cs"/>
              </a:rPr>
              <a:t>5</a:t>
            </a:r>
          </a:p>
        </p:txBody>
      </p:sp>
      <p:sp>
        <p:nvSpPr>
          <p:cNvPr id="18" name="TextBox 17"/>
          <p:cNvSpPr txBox="1"/>
          <p:nvPr/>
        </p:nvSpPr>
        <p:spPr>
          <a:xfrm>
            <a:off x="9921240" y="2761488"/>
            <a:ext cx="1719072"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222222"/>
                </a:solidFill>
                <a:effectLst/>
                <a:uLnTx/>
                <a:uFillTx/>
                <a:latin typeface="Calibri"/>
                <a:ea typeface="+mn-ea"/>
                <a:cs typeface="+mn-cs"/>
              </a:rPr>
              <a:t>Detailed Assessment</a:t>
            </a:r>
          </a:p>
        </p:txBody>
      </p:sp>
      <p:sp>
        <p:nvSpPr>
          <p:cNvPr id="19" name="Rounded Rectangle 18"/>
          <p:cNvSpPr/>
          <p:nvPr/>
        </p:nvSpPr>
        <p:spPr>
          <a:xfrm>
            <a:off x="9646920" y="2999232"/>
            <a:ext cx="201168" cy="182880"/>
          </a:xfrm>
          <a:prstGeom prst="roundRect">
            <a:avLst>
              <a:gd name="adj" fmla="val 30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FFFFFF"/>
                </a:solidFill>
                <a:effectLst/>
                <a:uLnTx/>
                <a:uFillTx/>
                <a:latin typeface="Calibri"/>
                <a:ea typeface="+mn-ea"/>
                <a:cs typeface="+mn-cs"/>
              </a:rPr>
              <a:t>6</a:t>
            </a:r>
          </a:p>
        </p:txBody>
      </p:sp>
      <p:sp>
        <p:nvSpPr>
          <p:cNvPr id="20" name="TextBox 19"/>
          <p:cNvSpPr txBox="1"/>
          <p:nvPr/>
        </p:nvSpPr>
        <p:spPr>
          <a:xfrm>
            <a:off x="9921240" y="3191934"/>
            <a:ext cx="1719072"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222222"/>
                </a:solidFill>
                <a:effectLst/>
                <a:uLnTx/>
                <a:uFillTx/>
                <a:latin typeface="Calibri"/>
                <a:ea typeface="+mn-ea"/>
                <a:cs typeface="+mn-cs"/>
              </a:rPr>
              <a:t>Value Modelling</a:t>
            </a:r>
          </a:p>
        </p:txBody>
      </p:sp>
      <p:sp>
        <p:nvSpPr>
          <p:cNvPr id="21" name="Rounded Rectangle 20"/>
          <p:cNvSpPr/>
          <p:nvPr/>
        </p:nvSpPr>
        <p:spPr>
          <a:xfrm>
            <a:off x="9646920" y="3218688"/>
            <a:ext cx="201168" cy="182880"/>
          </a:xfrm>
          <a:prstGeom prst="roundRect">
            <a:avLst>
              <a:gd name="adj" fmla="val 30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FFFFFF"/>
                </a:solidFill>
                <a:effectLst/>
                <a:uLnTx/>
                <a:uFillTx/>
                <a:latin typeface="Calibri"/>
                <a:ea typeface="+mn-ea"/>
                <a:cs typeface="+mn-cs"/>
              </a:rPr>
              <a:t>7</a:t>
            </a:r>
          </a:p>
        </p:txBody>
      </p:sp>
      <p:sp>
        <p:nvSpPr>
          <p:cNvPr id="22" name="TextBox 21"/>
          <p:cNvSpPr txBox="1"/>
          <p:nvPr/>
        </p:nvSpPr>
        <p:spPr>
          <a:xfrm>
            <a:off x="9944100" y="3429000"/>
            <a:ext cx="1719072"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222222"/>
                </a:solidFill>
                <a:effectLst/>
                <a:uLnTx/>
                <a:uFillTx/>
                <a:latin typeface="Calibri"/>
                <a:ea typeface="+mn-ea"/>
                <a:cs typeface="+mn-cs"/>
              </a:rPr>
              <a:t>Proof of Value</a:t>
            </a:r>
          </a:p>
        </p:txBody>
      </p:sp>
      <p:sp>
        <p:nvSpPr>
          <p:cNvPr id="23" name="Rounded Rectangle 22"/>
          <p:cNvSpPr/>
          <p:nvPr/>
        </p:nvSpPr>
        <p:spPr>
          <a:xfrm>
            <a:off x="9646920" y="3438144"/>
            <a:ext cx="201168" cy="182880"/>
          </a:xfrm>
          <a:prstGeom prst="roundRect">
            <a:avLst>
              <a:gd name="adj" fmla="val 30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750" b="1">
                <a:solidFill>
                  <a:srgbClr val="FFFFFF"/>
                </a:solidFill>
                <a:latin typeface="Calibri"/>
              </a:rPr>
              <a:t>8</a:t>
            </a:r>
          </a:p>
        </p:txBody>
      </p:sp>
      <p:sp>
        <p:nvSpPr>
          <p:cNvPr id="24" name="TextBox 23"/>
          <p:cNvSpPr txBox="1"/>
          <p:nvPr/>
        </p:nvSpPr>
        <p:spPr>
          <a:xfrm>
            <a:off x="9921240" y="3639143"/>
            <a:ext cx="1719072"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222222"/>
                </a:solidFill>
                <a:effectLst/>
                <a:uLnTx/>
                <a:uFillTx/>
                <a:latin typeface="Calibri"/>
                <a:ea typeface="+mn-ea"/>
                <a:cs typeface="+mn-cs"/>
              </a:rPr>
              <a:t>Authorize</a:t>
            </a:r>
          </a:p>
        </p:txBody>
      </p:sp>
      <p:sp>
        <p:nvSpPr>
          <p:cNvPr id="25" name="Rounded Rectangle 24"/>
          <p:cNvSpPr/>
          <p:nvPr/>
        </p:nvSpPr>
        <p:spPr>
          <a:xfrm>
            <a:off x="9646920" y="3657600"/>
            <a:ext cx="201168" cy="182880"/>
          </a:xfrm>
          <a:prstGeom prst="roundRect">
            <a:avLst>
              <a:gd name="adj" fmla="val 3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750" b="1">
                <a:solidFill>
                  <a:srgbClr val="FFFFFF"/>
                </a:solidFill>
                <a:latin typeface="Calibri"/>
              </a:rPr>
              <a:t>9</a:t>
            </a:r>
          </a:p>
        </p:txBody>
      </p:sp>
      <p:sp>
        <p:nvSpPr>
          <p:cNvPr id="26" name="TextBox 25"/>
          <p:cNvSpPr txBox="1"/>
          <p:nvPr/>
        </p:nvSpPr>
        <p:spPr>
          <a:xfrm>
            <a:off x="9921240" y="2988040"/>
            <a:ext cx="1719072" cy="178510"/>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rgbClr val="222222"/>
                </a:solidFill>
                <a:effectLst/>
                <a:uLnTx/>
                <a:uFillTx/>
                <a:latin typeface="Calibri"/>
                <a:ea typeface="+mn-ea"/>
                <a:cs typeface="+mn-cs"/>
              </a:rPr>
              <a:t>Solution Design</a:t>
            </a:r>
            <a:endParaRPr kumimoji="0" sz="800" b="0" i="0" u="none" strike="noStrike" kern="1200" cap="none" spc="0" normalizeH="0" baseline="0" noProof="0">
              <a:ln>
                <a:noFill/>
              </a:ln>
              <a:solidFill>
                <a:srgbClr val="222222"/>
              </a:solidFill>
              <a:effectLst/>
              <a:uLnTx/>
              <a:uFillTx/>
              <a:latin typeface="Calibri"/>
              <a:ea typeface="+mn-ea"/>
              <a:cs typeface="+mn-cs"/>
            </a:endParaRPr>
          </a:p>
        </p:txBody>
      </p:sp>
      <p:sp>
        <p:nvSpPr>
          <p:cNvPr id="27" name="TextBox 26"/>
          <p:cNvSpPr txBox="1"/>
          <p:nvPr/>
        </p:nvSpPr>
        <p:spPr>
          <a:xfrm>
            <a:off x="9646920" y="4564719"/>
            <a:ext cx="1947672" cy="256032"/>
          </a:xfrm>
          <a:prstGeom prst="rect">
            <a:avLst/>
          </a:prstGeom>
          <a:noFill/>
        </p:spPr>
        <p:txBody>
          <a:bodyPr wrap="square" lIns="0" tIns="27432" rIns="0" bIns="27432"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1F3864"/>
                </a:solidFill>
                <a:effectLst/>
                <a:uLnTx/>
                <a:uFillTx/>
                <a:latin typeface="Calibri"/>
                <a:ea typeface="+mn-ea"/>
                <a:cs typeface="+mn-cs"/>
              </a:rPr>
              <a:t>Key</a:t>
            </a:r>
          </a:p>
        </p:txBody>
      </p:sp>
      <p:sp>
        <p:nvSpPr>
          <p:cNvPr id="28" name="TextBox 27"/>
          <p:cNvSpPr txBox="1"/>
          <p:nvPr/>
        </p:nvSpPr>
        <p:spPr>
          <a:xfrm>
            <a:off x="9646920" y="4765887"/>
            <a:ext cx="237744" cy="201168"/>
          </a:xfrm>
          <a:prstGeom prst="rect">
            <a:avLst/>
          </a:prstGeom>
          <a:noFill/>
        </p:spPr>
        <p:txBody>
          <a:bodyPr wrap="square" lIns="0" tIns="27432" rIns="0" bIns="27432"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1F3864"/>
                </a:solidFill>
                <a:effectLst/>
                <a:uLnTx/>
                <a:uFillTx/>
                <a:latin typeface="Calibri"/>
                <a:ea typeface="+mn-ea"/>
                <a:cs typeface="+mn-cs"/>
              </a:rPr>
              <a:t>●</a:t>
            </a:r>
          </a:p>
        </p:txBody>
      </p:sp>
      <p:sp>
        <p:nvSpPr>
          <p:cNvPr id="29" name="TextBox 28"/>
          <p:cNvSpPr txBox="1"/>
          <p:nvPr/>
        </p:nvSpPr>
        <p:spPr>
          <a:xfrm>
            <a:off x="9966960" y="4747599"/>
            <a:ext cx="1673352" cy="29260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222222"/>
                </a:solidFill>
                <a:effectLst/>
                <a:uLnTx/>
                <a:uFillTx/>
                <a:latin typeface="Calibri"/>
                <a:ea typeface="+mn-ea"/>
                <a:cs typeface="+mn-cs"/>
              </a:rPr>
              <a:t>Produced or used at this step</a:t>
            </a:r>
          </a:p>
        </p:txBody>
      </p:sp>
      <p:sp>
        <p:nvSpPr>
          <p:cNvPr id="30" name="TextBox 29"/>
          <p:cNvSpPr txBox="1"/>
          <p:nvPr/>
        </p:nvSpPr>
        <p:spPr>
          <a:xfrm>
            <a:off x="9646920" y="5024967"/>
            <a:ext cx="237744" cy="201168"/>
          </a:xfrm>
          <a:prstGeom prst="rect">
            <a:avLst/>
          </a:prstGeom>
          <a:noFill/>
        </p:spPr>
        <p:txBody>
          <a:bodyPr wrap="square" lIns="0" tIns="27432" rIns="0" bIns="27432"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1F3864"/>
                </a:solidFill>
                <a:effectLst/>
                <a:uLnTx/>
                <a:uFillTx/>
                <a:latin typeface="Calibri"/>
                <a:ea typeface="+mn-ea"/>
                <a:cs typeface="+mn-cs"/>
              </a:rPr>
              <a:t>○</a:t>
            </a:r>
          </a:p>
        </p:txBody>
      </p:sp>
      <p:sp>
        <p:nvSpPr>
          <p:cNvPr id="31" name="TextBox 30"/>
          <p:cNvSpPr txBox="1"/>
          <p:nvPr/>
        </p:nvSpPr>
        <p:spPr>
          <a:xfrm>
            <a:off x="9966960" y="5006679"/>
            <a:ext cx="1673352" cy="29260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222222"/>
                </a:solidFill>
                <a:effectLst/>
                <a:uLnTx/>
                <a:uFillTx/>
                <a:latin typeface="Calibri"/>
                <a:ea typeface="+mn-ea"/>
                <a:cs typeface="+mn-cs"/>
              </a:rPr>
              <a:t>AI Intake Form completed as the case progresses</a:t>
            </a:r>
          </a:p>
        </p:txBody>
      </p:sp>
      <p:sp>
        <p:nvSpPr>
          <p:cNvPr id="32" name="Rectangle 31"/>
          <p:cNvSpPr/>
          <p:nvPr/>
        </p:nvSpPr>
        <p:spPr>
          <a:xfrm>
            <a:off x="9646920" y="5303520"/>
            <a:ext cx="237744" cy="182880"/>
          </a:xfrm>
          <a:prstGeom prst="rect">
            <a:avLst/>
          </a:prstGeom>
          <a:solidFill>
            <a:srgbClr val="FFE699"/>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TextBox 32"/>
          <p:cNvSpPr txBox="1"/>
          <p:nvPr/>
        </p:nvSpPr>
        <p:spPr>
          <a:xfrm>
            <a:off x="9966960" y="5257800"/>
            <a:ext cx="1673352" cy="29260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222222"/>
                </a:solidFill>
                <a:effectLst/>
                <a:uLnTx/>
                <a:uFillTx/>
                <a:latin typeface="Calibri"/>
                <a:ea typeface="+mn-ea"/>
                <a:cs typeface="+mn-cs"/>
              </a:rPr>
              <a:t>Reviewed at this step</a:t>
            </a:r>
          </a:p>
        </p:txBody>
      </p:sp>
      <p:sp>
        <p:nvSpPr>
          <p:cNvPr id="34" name="Rectangle 33"/>
          <p:cNvSpPr/>
          <p:nvPr/>
        </p:nvSpPr>
        <p:spPr>
          <a:xfrm>
            <a:off x="9646920" y="5623560"/>
            <a:ext cx="237744" cy="182880"/>
          </a:xfrm>
          <a:prstGeom prst="rect">
            <a:avLst/>
          </a:prstGeom>
          <a:solidFill>
            <a:srgbClr val="C6E0B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TextBox 34"/>
          <p:cNvSpPr txBox="1"/>
          <p:nvPr/>
        </p:nvSpPr>
        <p:spPr>
          <a:xfrm>
            <a:off x="9966960" y="5577840"/>
            <a:ext cx="1673352" cy="29260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222222"/>
                </a:solidFill>
                <a:effectLst/>
                <a:uLnTx/>
                <a:uFillTx/>
                <a:latin typeface="Calibri"/>
                <a:ea typeface="+mn-ea"/>
                <a:cs typeface="+mn-cs"/>
              </a:rPr>
              <a:t>Risk decision: low risk skips step 5</a:t>
            </a:r>
          </a:p>
        </p:txBody>
      </p:sp>
      <p:sp>
        <p:nvSpPr>
          <p:cNvPr id="36" name="TextBox 35"/>
          <p:cNvSpPr txBox="1"/>
          <p:nvPr/>
        </p:nvSpPr>
        <p:spPr>
          <a:xfrm>
            <a:off x="9646920" y="5916168"/>
            <a:ext cx="237744" cy="201168"/>
          </a:xfrm>
          <a:prstGeom prst="rect">
            <a:avLst/>
          </a:prstGeom>
          <a:noFill/>
        </p:spPr>
        <p:txBody>
          <a:bodyPr wrap="square" lIns="0" tIns="27432" rIns="0" bIns="27432"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1F3864"/>
                </a:solidFill>
                <a:effectLst/>
                <a:uLnTx/>
                <a:uFillTx/>
                <a:latin typeface="Calibri"/>
                <a:ea typeface="+mn-ea"/>
                <a:cs typeface="+mn-cs"/>
              </a:rPr>
              <a:t>*</a:t>
            </a:r>
          </a:p>
        </p:txBody>
      </p:sp>
      <p:sp>
        <p:nvSpPr>
          <p:cNvPr id="37" name="TextBox 36"/>
          <p:cNvSpPr txBox="1"/>
          <p:nvPr/>
        </p:nvSpPr>
        <p:spPr>
          <a:xfrm>
            <a:off x="9966960" y="5897880"/>
            <a:ext cx="1673352" cy="29260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222222"/>
                </a:solidFill>
                <a:effectLst/>
                <a:uLnTx/>
                <a:uFillTx/>
                <a:latin typeface="Calibri"/>
                <a:ea typeface="+mn-ea"/>
                <a:cs typeface="+mn-cs"/>
              </a:rPr>
              <a:t>Optional, depends on the use case</a:t>
            </a:r>
          </a:p>
        </p:txBody>
      </p:sp>
      <p:sp>
        <p:nvSpPr>
          <p:cNvPr id="39" name="Rounded Rectangle 24">
            <a:extLst>
              <a:ext uri="{FF2B5EF4-FFF2-40B4-BE49-F238E27FC236}">
                <a16:creationId xmlns:a16="http://schemas.microsoft.com/office/drawing/2014/main" id="{1AFC17EE-3030-9000-7E9F-F7095AD12FC4}"/>
              </a:ext>
            </a:extLst>
          </p:cNvPr>
          <p:cNvSpPr/>
          <p:nvPr/>
        </p:nvSpPr>
        <p:spPr>
          <a:xfrm>
            <a:off x="9646920" y="3894412"/>
            <a:ext cx="201168" cy="182880"/>
          </a:xfrm>
          <a:prstGeom prst="roundRect">
            <a:avLst>
              <a:gd name="adj" fmla="val 30000"/>
            </a:avLst>
          </a:prstGeom>
          <a:solidFill>
            <a:srgbClr val="0077C8"/>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750" b="1">
                <a:solidFill>
                  <a:srgbClr val="FFFFFF"/>
                </a:solidFill>
                <a:latin typeface="Calibri"/>
              </a:rPr>
              <a:t>10</a:t>
            </a:r>
            <a:endParaRPr kumimoji="0" sz="750" b="1" i="0" u="none" strike="noStrike" kern="1200" cap="none" spc="0" normalizeH="0" baseline="0" noProof="0">
              <a:ln>
                <a:noFill/>
              </a:ln>
              <a:solidFill>
                <a:srgbClr val="FFFFFF"/>
              </a:solidFill>
              <a:effectLst/>
              <a:uLnTx/>
              <a:uFillTx/>
              <a:latin typeface="Calibri"/>
              <a:ea typeface="+mn-ea"/>
              <a:cs typeface="+mn-cs"/>
            </a:endParaRPr>
          </a:p>
        </p:txBody>
      </p:sp>
      <p:sp>
        <p:nvSpPr>
          <p:cNvPr id="41" name="TextBox 40">
            <a:extLst>
              <a:ext uri="{FF2B5EF4-FFF2-40B4-BE49-F238E27FC236}">
                <a16:creationId xmlns:a16="http://schemas.microsoft.com/office/drawing/2014/main" id="{019C17E7-9191-9DA6-CA3B-1EAC40C66F9D}"/>
              </a:ext>
            </a:extLst>
          </p:cNvPr>
          <p:cNvSpPr txBox="1"/>
          <p:nvPr/>
        </p:nvSpPr>
        <p:spPr>
          <a:xfrm>
            <a:off x="9921240" y="3876124"/>
            <a:ext cx="1719072" cy="201168"/>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222222"/>
                </a:solidFill>
                <a:effectLst/>
                <a:uLnTx/>
                <a:uFillTx/>
                <a:latin typeface="Calibri"/>
                <a:ea typeface="+mn-ea"/>
                <a:cs typeface="+mn-cs"/>
              </a:rPr>
              <a:t>Implement &amp; Operate</a:t>
            </a:r>
          </a:p>
        </p:txBody>
      </p:sp>
      <p:sp>
        <p:nvSpPr>
          <p:cNvPr id="43" name="Rounded Rectangle 24">
            <a:extLst>
              <a:ext uri="{FF2B5EF4-FFF2-40B4-BE49-F238E27FC236}">
                <a16:creationId xmlns:a16="http://schemas.microsoft.com/office/drawing/2014/main" id="{DCB49DCF-328A-004B-24B1-CE6D1BC3085B}"/>
              </a:ext>
            </a:extLst>
          </p:cNvPr>
          <p:cNvSpPr/>
          <p:nvPr/>
        </p:nvSpPr>
        <p:spPr>
          <a:xfrm>
            <a:off x="9646920" y="4125807"/>
            <a:ext cx="201168" cy="182880"/>
          </a:xfrm>
          <a:prstGeom prst="roundRect">
            <a:avLst>
              <a:gd name="adj" fmla="val 3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lang="en-IN" sz="750" b="1">
                <a:solidFill>
                  <a:srgbClr val="FFFFFF"/>
                </a:solidFill>
                <a:latin typeface="Calibri"/>
              </a:rPr>
              <a:t>11</a:t>
            </a:r>
            <a:endParaRPr sz="750" b="1">
              <a:solidFill>
                <a:srgbClr val="FFFFFF"/>
              </a:solidFill>
              <a:latin typeface="Calibri"/>
            </a:endParaRPr>
          </a:p>
        </p:txBody>
      </p:sp>
      <p:sp>
        <p:nvSpPr>
          <p:cNvPr id="45" name="TextBox 44">
            <a:extLst>
              <a:ext uri="{FF2B5EF4-FFF2-40B4-BE49-F238E27FC236}">
                <a16:creationId xmlns:a16="http://schemas.microsoft.com/office/drawing/2014/main" id="{C30464D9-46E2-777E-B7BE-1BA6996D9667}"/>
              </a:ext>
            </a:extLst>
          </p:cNvPr>
          <p:cNvSpPr txBox="1"/>
          <p:nvPr/>
        </p:nvSpPr>
        <p:spPr>
          <a:xfrm>
            <a:off x="9921240" y="4118848"/>
            <a:ext cx="1719072" cy="178510"/>
          </a:xfrm>
          <a:prstGeom prst="rect">
            <a:avLst/>
          </a:prstGeom>
          <a:noFill/>
        </p:spPr>
        <p:txBody>
          <a:bodyPr wrap="square" lIns="0" tIns="27432" rIns="0"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srgbClr val="222222"/>
                </a:solidFill>
                <a:effectLst/>
                <a:uLnTx/>
                <a:uFillTx/>
                <a:latin typeface="Calibri"/>
                <a:ea typeface="+mn-ea"/>
                <a:cs typeface="+mn-cs"/>
              </a:rPr>
              <a:t>On Going Governance</a:t>
            </a:r>
            <a:endParaRPr kumimoji="0" sz="800" b="0" i="0" u="none" strike="noStrike" kern="1200" cap="none" spc="0" normalizeH="0" baseline="0" noProof="0">
              <a:ln>
                <a:noFill/>
              </a:ln>
              <a:solidFill>
                <a:srgbClr val="222222"/>
              </a:solidFill>
              <a:effectLst/>
              <a:uLnTx/>
              <a:uFillTx/>
              <a:latin typeface="Calibri"/>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Roles and responsibilities</a:t>
            </a:r>
          </a:p>
        </p:txBody>
      </p:sp>
      <p:sp>
        <p:nvSpPr>
          <p:cNvPr id="3" name="TextBox 2"/>
          <p:cNvSpPr txBox="1"/>
          <p:nvPr/>
        </p:nvSpPr>
        <p:spPr>
          <a:xfrm>
            <a:off x="11475720" y="6519672"/>
            <a:ext cx="411480" cy="228600"/>
          </a:xfrm>
          <a:prstGeom prst="rect">
            <a:avLst/>
          </a:prstGeom>
          <a:noFill/>
        </p:spPr>
        <p:txBody>
          <a:bodyPr wrap="square" lIns="0" tIns="27432" rIns="0" bIns="27432" anchor="t">
            <a:spAutoFit/>
          </a:bodyPr>
          <a:lstStyle/>
          <a:p>
            <a:pPr algn="r"/>
            <a:r>
              <a:rPr sz="1000" b="0">
                <a:solidFill>
                  <a:srgbClr val="595959"/>
                </a:solidFill>
                <a:latin typeface="Calibri"/>
              </a:rPr>
              <a:t>4</a:t>
            </a:r>
          </a:p>
        </p:txBody>
      </p:sp>
      <p:graphicFrame>
        <p:nvGraphicFramePr>
          <p:cNvPr id="4" name="Table 3"/>
          <p:cNvGraphicFramePr>
            <a:graphicFrameLocks noGrp="1"/>
          </p:cNvGraphicFramePr>
          <p:nvPr/>
        </p:nvGraphicFramePr>
        <p:xfrm>
          <a:off x="457200" y="1298448"/>
          <a:ext cx="11274552" cy="4553712"/>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633472">
                  <a:extLst>
                    <a:ext uri="{9D8B030D-6E8A-4147-A177-3AD203B41FA5}">
                      <a16:colId xmlns:a16="http://schemas.microsoft.com/office/drawing/2014/main" val="20003"/>
                    </a:ext>
                  </a:extLst>
                </a:gridCol>
              </a:tblGrid>
              <a:tr h="246888">
                <a:tc>
                  <a:txBody>
                    <a:bodyPr/>
                    <a:lstStyle/>
                    <a:p>
                      <a:pPr algn="ctr">
                        <a:defRPr sz="850"/>
                      </a:pPr>
                      <a:r>
                        <a:rPr sz="850" b="1">
                          <a:solidFill>
                            <a:srgbClr val="FFFFFF"/>
                          </a:solidFill>
                          <a:latin typeface="Calibri"/>
                        </a:rPr>
                        <a:t>Role</a:t>
                      </a:r>
                      <a:endParaRPr sz="850"/>
                    </a:p>
                  </a:txBody>
                  <a:tcPr marL="54864" marR="54864" marT="22860" marB="22860" anchor="ctr">
                    <a:solidFill>
                      <a:srgbClr val="4472C4"/>
                    </a:solidFill>
                  </a:tcPr>
                </a:tc>
                <a:tc>
                  <a:txBody>
                    <a:bodyPr/>
                    <a:lstStyle/>
                    <a:p>
                      <a:pPr algn="ctr">
                        <a:defRPr sz="850"/>
                      </a:pPr>
                      <a:r>
                        <a:rPr sz="850" b="1">
                          <a:solidFill>
                            <a:srgbClr val="FFFFFF"/>
                          </a:solidFill>
                          <a:latin typeface="Calibri"/>
                        </a:rPr>
                        <a:t>Responsibility</a:t>
                      </a:r>
                      <a:endParaRPr sz="850"/>
                    </a:p>
                  </a:txBody>
                  <a:tcPr marL="54864" marR="54864" marT="22860" marB="22860" anchor="ctr">
                    <a:solidFill>
                      <a:srgbClr val="4472C4"/>
                    </a:solidFill>
                  </a:tcPr>
                </a:tc>
                <a:tc>
                  <a:txBody>
                    <a:bodyPr/>
                    <a:lstStyle/>
                    <a:p>
                      <a:pPr algn="ctr">
                        <a:defRPr sz="850"/>
                      </a:pPr>
                      <a:r>
                        <a:rPr sz="850" b="1">
                          <a:solidFill>
                            <a:srgbClr val="FFFFFF"/>
                          </a:solidFill>
                          <a:latin typeface="Calibri"/>
                        </a:rPr>
                        <a:t>Fills in</a:t>
                      </a:r>
                      <a:endParaRPr sz="850"/>
                    </a:p>
                  </a:txBody>
                  <a:tcPr marL="54864" marR="54864" marT="22860" marB="22860" anchor="ctr">
                    <a:solidFill>
                      <a:srgbClr val="4472C4"/>
                    </a:solidFill>
                  </a:tcPr>
                </a:tc>
                <a:tc>
                  <a:txBody>
                    <a:bodyPr/>
                    <a:lstStyle/>
                    <a:p>
                      <a:pPr algn="ctr">
                        <a:defRPr sz="850"/>
                      </a:pPr>
                      <a:r>
                        <a:rPr sz="850" b="1">
                          <a:solidFill>
                            <a:srgbClr val="FFFFFF"/>
                          </a:solidFill>
                          <a:latin typeface="Calibri"/>
                        </a:rPr>
                        <a:t>Outcome</a:t>
                      </a:r>
                      <a:endParaRPr sz="850"/>
                    </a:p>
                  </a:txBody>
                  <a:tcPr marL="54864" marR="54864" marT="22860" marB="22860" anchor="ctr">
                    <a:solidFill>
                      <a:srgbClr val="4472C4"/>
                    </a:solidFill>
                  </a:tcPr>
                </a:tc>
                <a:extLst>
                  <a:ext uri="{0D108BD9-81ED-4DB2-BD59-A6C34878D82A}">
                    <a16:rowId xmlns:a16="http://schemas.microsoft.com/office/drawing/2014/main" val="10000"/>
                  </a:ext>
                </a:extLst>
              </a:tr>
              <a:tr h="246888">
                <a:tc>
                  <a:txBody>
                    <a:bodyPr/>
                    <a:lstStyle/>
                    <a:p>
                      <a:pPr algn="l">
                        <a:defRPr sz="750"/>
                      </a:pPr>
                      <a:r>
                        <a:rPr sz="750" b="1">
                          <a:solidFill>
                            <a:srgbClr val="FFFFFF"/>
                          </a:solidFill>
                          <a:latin typeface="Calibri"/>
                        </a:rPr>
                        <a:t>AI Governance Committee</a:t>
                      </a:r>
                      <a:endParaRPr sz="750"/>
                    </a:p>
                  </a:txBody>
                  <a:tcPr marL="54864" marR="54864" marT="22860" marB="22860" anchor="ctr">
                    <a:solidFill>
                      <a:srgbClr val="1F3864"/>
                    </a:solidFill>
                  </a:tcPr>
                </a:tc>
                <a:tc>
                  <a:txBody>
                    <a:bodyPr/>
                    <a:lstStyle/>
                    <a:p>
                      <a:pPr algn="l">
                        <a:defRPr sz="750"/>
                      </a:pPr>
                      <a:r>
                        <a:rPr sz="750" b="0">
                          <a:solidFill>
                            <a:srgbClr val="222222"/>
                          </a:solidFill>
                          <a:latin typeface="Calibri"/>
                        </a:rPr>
                        <a:t>Sets up the governance function before use cases arrive</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Committee Charter, Roles and Responsibilities</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Committee, charter and decision rights in place</a:t>
                      </a:r>
                      <a:endParaRPr sz="750"/>
                    </a:p>
                  </a:txBody>
                  <a:tcPr marL="54864" marR="54864" marT="22860" marB="22860" anchor="ctr">
                    <a:solidFill>
                      <a:srgbClr val="FFFFFF"/>
                    </a:solidFill>
                  </a:tcPr>
                </a:tc>
                <a:extLst>
                  <a:ext uri="{0D108BD9-81ED-4DB2-BD59-A6C34878D82A}">
                    <a16:rowId xmlns:a16="http://schemas.microsoft.com/office/drawing/2014/main" val="10001"/>
                  </a:ext>
                </a:extLst>
              </a:tr>
              <a:tr h="246888">
                <a:tc>
                  <a:txBody>
                    <a:bodyPr/>
                    <a:lstStyle/>
                    <a:p>
                      <a:pPr algn="l">
                        <a:defRPr sz="750"/>
                      </a:pPr>
                      <a:r>
                        <a:rPr sz="750" b="1">
                          <a:solidFill>
                            <a:srgbClr val="FFFFFF"/>
                          </a:solidFill>
                          <a:latin typeface="Calibri"/>
                        </a:rPr>
                        <a:t>Business user</a:t>
                      </a:r>
                      <a:endParaRPr sz="750"/>
                    </a:p>
                  </a:txBody>
                  <a:tcPr marL="54864" marR="54864" marT="22860" marB="22860" anchor="ctr">
                    <a:solidFill>
                      <a:srgbClr val="0077C8"/>
                    </a:solidFill>
                  </a:tcPr>
                </a:tc>
                <a:tc>
                  <a:txBody>
                    <a:bodyPr/>
                    <a:lstStyle/>
                    <a:p>
                      <a:pPr algn="l">
                        <a:defRPr sz="750"/>
                      </a:pPr>
                      <a:r>
                        <a:rPr sz="750" b="0">
                          <a:solidFill>
                            <a:srgbClr val="222222"/>
                          </a:solidFill>
                          <a:latin typeface="Calibri"/>
                        </a:rPr>
                        <a:t>Raises the business need</a:t>
                      </a:r>
                      <a:endParaRPr sz="750"/>
                    </a:p>
                  </a:txBody>
                  <a:tcPr marL="54864" marR="54864" marT="22860" marB="22860" anchor="ctr">
                    <a:solidFill>
                      <a:srgbClr val="F4F8FC"/>
                    </a:solidFill>
                  </a:tcPr>
                </a:tc>
                <a:tc>
                  <a:txBody>
                    <a:bodyPr/>
                    <a:lstStyle/>
                    <a:p>
                      <a:pPr algn="l">
                        <a:defRPr sz="750"/>
                      </a:pPr>
                      <a:r>
                        <a:rPr sz="750" b="0">
                          <a:solidFill>
                            <a:srgbClr val="222222"/>
                          </a:solidFill>
                          <a:latin typeface="Calibri"/>
                        </a:rPr>
                        <a:t>Business Process Discovery</a:t>
                      </a:r>
                      <a:endParaRPr sz="750"/>
                    </a:p>
                  </a:txBody>
                  <a:tcPr marL="54864" marR="54864" marT="22860" marB="22860" anchor="ctr">
                    <a:solidFill>
                      <a:srgbClr val="F4F8FC"/>
                    </a:solidFill>
                  </a:tcPr>
                </a:tc>
                <a:tc>
                  <a:txBody>
                    <a:bodyPr/>
                    <a:lstStyle/>
                    <a:p>
                      <a:pPr algn="l">
                        <a:defRPr sz="750"/>
                      </a:pPr>
                      <a:r>
                        <a:rPr sz="750" b="0">
                          <a:solidFill>
                            <a:srgbClr val="222222"/>
                          </a:solidFill>
                          <a:latin typeface="Calibri"/>
                        </a:rPr>
                        <a:t>Business need captured</a:t>
                      </a:r>
                      <a:endParaRPr sz="750"/>
                    </a:p>
                  </a:txBody>
                  <a:tcPr marL="54864" marR="54864" marT="22860" marB="22860" anchor="ctr">
                    <a:solidFill>
                      <a:srgbClr val="F4F8FC"/>
                    </a:solidFill>
                  </a:tcPr>
                </a:tc>
                <a:extLst>
                  <a:ext uri="{0D108BD9-81ED-4DB2-BD59-A6C34878D82A}">
                    <a16:rowId xmlns:a16="http://schemas.microsoft.com/office/drawing/2014/main" val="10002"/>
                  </a:ext>
                </a:extLst>
              </a:tr>
              <a:tr h="246888">
                <a:tc>
                  <a:txBody>
                    <a:bodyPr/>
                    <a:lstStyle/>
                    <a:p>
                      <a:pPr algn="l">
                        <a:defRPr sz="750"/>
                      </a:pPr>
                      <a:r>
                        <a:rPr sz="750" b="1">
                          <a:solidFill>
                            <a:srgbClr val="FFFFFF"/>
                          </a:solidFill>
                          <a:latin typeface="Calibri"/>
                        </a:rPr>
                        <a:t>Process Owner</a:t>
                      </a:r>
                      <a:endParaRPr sz="750"/>
                    </a:p>
                  </a:txBody>
                  <a:tcPr marL="54864" marR="54864" marT="22860" marB="22860" anchor="ctr">
                    <a:solidFill>
                      <a:srgbClr val="0077C8"/>
                    </a:solidFill>
                  </a:tcPr>
                </a:tc>
                <a:tc>
                  <a:txBody>
                    <a:bodyPr/>
                    <a:lstStyle/>
                    <a:p>
                      <a:pPr algn="l">
                        <a:defRPr sz="750"/>
                      </a:pPr>
                      <a:r>
                        <a:rPr sz="750" b="0">
                          <a:solidFill>
                            <a:srgbClr val="222222"/>
                          </a:solidFill>
                          <a:latin typeface="Calibri"/>
                        </a:rPr>
                        <a:t>Describes the current process and the change needed</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Business Process Discovery</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Process change described and ready for AI intake</a:t>
                      </a:r>
                      <a:endParaRPr sz="750"/>
                    </a:p>
                  </a:txBody>
                  <a:tcPr marL="54864" marR="54864" marT="22860" marB="22860" anchor="ctr">
                    <a:solidFill>
                      <a:srgbClr val="FFFFFF"/>
                    </a:solidFill>
                  </a:tcPr>
                </a:tc>
                <a:extLst>
                  <a:ext uri="{0D108BD9-81ED-4DB2-BD59-A6C34878D82A}">
                    <a16:rowId xmlns:a16="http://schemas.microsoft.com/office/drawing/2014/main" val="10003"/>
                  </a:ext>
                </a:extLst>
              </a:tr>
              <a:tr h="246888">
                <a:tc>
                  <a:txBody>
                    <a:bodyPr/>
                    <a:lstStyle/>
                    <a:p>
                      <a:pPr algn="l">
                        <a:defRPr sz="750"/>
                      </a:pPr>
                      <a:r>
                        <a:rPr sz="750" b="1">
                          <a:solidFill>
                            <a:srgbClr val="FFFFFF"/>
                          </a:solidFill>
                          <a:latin typeface="Calibri"/>
                        </a:rPr>
                        <a:t>PMO</a:t>
                      </a:r>
                      <a:endParaRPr sz="750"/>
                    </a:p>
                  </a:txBody>
                  <a:tcPr marL="54864" marR="54864" marT="22860" marB="22860" anchor="ctr">
                    <a:solidFill>
                      <a:srgbClr val="1F3864"/>
                    </a:solidFill>
                  </a:tcPr>
                </a:tc>
                <a:tc>
                  <a:txBody>
                    <a:bodyPr/>
                    <a:lstStyle/>
                    <a:p>
                      <a:pPr algn="l">
                        <a:defRPr sz="750"/>
                      </a:pPr>
                      <a:r>
                        <a:rPr sz="750" b="0">
                          <a:solidFill>
                            <a:srgbClr val="222222"/>
                          </a:solidFill>
                          <a:latin typeface="Calibri"/>
                        </a:rPr>
                        <a:t>Routes the business process request to the right team</a:t>
                      </a:r>
                      <a:endParaRPr sz="750"/>
                    </a:p>
                  </a:txBody>
                  <a:tcPr marL="54864" marR="54864" marT="22860" marB="22860" anchor="ctr">
                    <a:solidFill>
                      <a:srgbClr val="F4F8FC"/>
                    </a:solidFill>
                  </a:tcPr>
                </a:tc>
                <a:tc>
                  <a:txBody>
                    <a:bodyPr/>
                    <a:lstStyle/>
                    <a:p>
                      <a:pPr algn="l">
                        <a:defRPr sz="750"/>
                      </a:pPr>
                      <a:r>
                        <a:rPr sz="750" b="0">
                          <a:solidFill>
                            <a:srgbClr val="595959"/>
                          </a:solidFill>
                          <a:latin typeface="Calibri"/>
                        </a:rPr>
                        <a:t>None</a:t>
                      </a:r>
                      <a:endParaRPr sz="750"/>
                    </a:p>
                  </a:txBody>
                  <a:tcPr marL="54864" marR="54864" marT="22860" marB="22860" anchor="ctr">
                    <a:solidFill>
                      <a:srgbClr val="F4F8FC"/>
                    </a:solidFill>
                  </a:tcPr>
                </a:tc>
                <a:tc>
                  <a:txBody>
                    <a:bodyPr/>
                    <a:lstStyle/>
                    <a:p>
                      <a:pPr algn="l">
                        <a:defRPr sz="750"/>
                      </a:pPr>
                      <a:r>
                        <a:rPr sz="750" b="0">
                          <a:solidFill>
                            <a:srgbClr val="222222"/>
                          </a:solidFill>
                          <a:latin typeface="Calibri"/>
                        </a:rPr>
                        <a:t>AI Governance team receives the request</a:t>
                      </a:r>
                      <a:endParaRPr sz="750"/>
                    </a:p>
                  </a:txBody>
                  <a:tcPr marL="54864" marR="54864" marT="22860" marB="22860" anchor="ctr">
                    <a:solidFill>
                      <a:srgbClr val="F4F8FC"/>
                    </a:solidFill>
                  </a:tcPr>
                </a:tc>
                <a:extLst>
                  <a:ext uri="{0D108BD9-81ED-4DB2-BD59-A6C34878D82A}">
                    <a16:rowId xmlns:a16="http://schemas.microsoft.com/office/drawing/2014/main" val="10004"/>
                  </a:ext>
                </a:extLst>
              </a:tr>
              <a:tr h="246888">
                <a:tc>
                  <a:txBody>
                    <a:bodyPr/>
                    <a:lstStyle/>
                    <a:p>
                      <a:pPr algn="l">
                        <a:defRPr sz="750"/>
                      </a:pPr>
                      <a:r>
                        <a:rPr sz="750" b="1">
                          <a:solidFill>
                            <a:srgbClr val="FFFFFF"/>
                          </a:solidFill>
                          <a:latin typeface="Calibri"/>
                        </a:rPr>
                        <a:t>AI Governance SME</a:t>
                      </a:r>
                      <a:endParaRPr sz="750"/>
                    </a:p>
                  </a:txBody>
                  <a:tcPr marL="54864" marR="54864" marT="22860" marB="22860" anchor="ctr">
                    <a:solidFill>
                      <a:srgbClr val="1F3864"/>
                    </a:solidFill>
                  </a:tcPr>
                </a:tc>
                <a:tc>
                  <a:txBody>
                    <a:bodyPr/>
                    <a:lstStyle/>
                    <a:p>
                      <a:pPr algn="l">
                        <a:defRPr sz="750"/>
                      </a:pPr>
                      <a:r>
                        <a:rPr sz="750" b="0">
                          <a:solidFill>
                            <a:srgbClr val="222222"/>
                          </a:solidFill>
                          <a:latin typeface="Calibri"/>
                        </a:rPr>
                        <a:t>Registers and prioritizes use cases, builds the value model, authorizes use cases and oversees value delivered</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Policies and RACI, AI Intake Register, AI Intake Form, Portfolio Prioritization, Value Realization Model and Register</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Opportunity registered and assessment started; use cases prioritized and authorized</a:t>
                      </a:r>
                      <a:endParaRPr sz="750"/>
                    </a:p>
                  </a:txBody>
                  <a:tcPr marL="54864" marR="54864" marT="22860" marB="22860" anchor="ctr">
                    <a:solidFill>
                      <a:srgbClr val="FFFFFF"/>
                    </a:solidFill>
                  </a:tcPr>
                </a:tc>
                <a:extLst>
                  <a:ext uri="{0D108BD9-81ED-4DB2-BD59-A6C34878D82A}">
                    <a16:rowId xmlns:a16="http://schemas.microsoft.com/office/drawing/2014/main" val="10005"/>
                  </a:ext>
                </a:extLst>
              </a:tr>
              <a:tr h="246888">
                <a:tc>
                  <a:txBody>
                    <a:bodyPr/>
                    <a:lstStyle/>
                    <a:p>
                      <a:pPr algn="l">
                        <a:defRPr sz="750"/>
                      </a:pPr>
                      <a:r>
                        <a:rPr sz="750" b="1">
                          <a:solidFill>
                            <a:srgbClr val="1F3864"/>
                          </a:solidFill>
                          <a:latin typeface="Calibri"/>
                        </a:rPr>
                        <a:t>AI SME</a:t>
                      </a:r>
                      <a:endParaRPr sz="750"/>
                    </a:p>
                  </a:txBody>
                  <a:tcPr marL="54864" marR="54864" marT="22860" marB="22860" anchor="ctr">
                    <a:solidFill>
                      <a:srgbClr val="DDEBF7"/>
                    </a:solidFill>
                  </a:tcPr>
                </a:tc>
                <a:tc>
                  <a:txBody>
                    <a:bodyPr/>
                    <a:lstStyle/>
                    <a:p>
                      <a:pPr algn="l">
                        <a:defRPr sz="750"/>
                      </a:pPr>
                      <a:r>
                        <a:rPr sz="750" b="0">
                          <a:solidFill>
                            <a:srgbClr val="222222"/>
                          </a:solidFill>
                          <a:latin typeface="Calibri"/>
                        </a:rPr>
                        <a:t>Assesses whether AI is the right fit</a:t>
                      </a:r>
                      <a:endParaRPr sz="750"/>
                    </a:p>
                  </a:txBody>
                  <a:tcPr marL="54864" marR="54864" marT="22860" marB="22860" anchor="ctr">
                    <a:solidFill>
                      <a:srgbClr val="F4F8FC"/>
                    </a:solidFill>
                  </a:tcPr>
                </a:tc>
                <a:tc>
                  <a:txBody>
                    <a:bodyPr/>
                    <a:lstStyle/>
                    <a:p>
                      <a:pPr algn="l">
                        <a:defRPr sz="750"/>
                      </a:pPr>
                      <a:r>
                        <a:rPr sz="750" b="0">
                          <a:solidFill>
                            <a:srgbClr val="222222"/>
                          </a:solidFill>
                          <a:latin typeface="Calibri"/>
                        </a:rPr>
                        <a:t>Opportunity Assessment, Security and Privacy Assessment</a:t>
                      </a:r>
                      <a:endParaRPr sz="750"/>
                    </a:p>
                  </a:txBody>
                  <a:tcPr marL="54864" marR="54864" marT="22860" marB="22860" anchor="ctr">
                    <a:solidFill>
                      <a:srgbClr val="F4F8FC"/>
                    </a:solidFill>
                  </a:tcPr>
                </a:tc>
                <a:tc>
                  <a:txBody>
                    <a:bodyPr/>
                    <a:lstStyle/>
                    <a:p>
                      <a:pPr algn="l">
                        <a:defRPr sz="750"/>
                      </a:pPr>
                      <a:r>
                        <a:rPr sz="750" b="0">
                          <a:solidFill>
                            <a:srgbClr val="222222"/>
                          </a:solidFill>
                          <a:latin typeface="Calibri"/>
                        </a:rPr>
                        <a:t>AI feasibility assessed</a:t>
                      </a:r>
                      <a:endParaRPr sz="750"/>
                    </a:p>
                  </a:txBody>
                  <a:tcPr marL="54864" marR="54864" marT="22860" marB="22860" anchor="ctr">
                    <a:solidFill>
                      <a:srgbClr val="F4F8FC"/>
                    </a:solidFill>
                  </a:tcPr>
                </a:tc>
                <a:extLst>
                  <a:ext uri="{0D108BD9-81ED-4DB2-BD59-A6C34878D82A}">
                    <a16:rowId xmlns:a16="http://schemas.microsoft.com/office/drawing/2014/main" val="10006"/>
                  </a:ext>
                </a:extLst>
              </a:tr>
              <a:tr h="246888">
                <a:tc>
                  <a:txBody>
                    <a:bodyPr/>
                    <a:lstStyle/>
                    <a:p>
                      <a:pPr algn="l">
                        <a:defRPr sz="750"/>
                      </a:pPr>
                      <a:r>
                        <a:rPr sz="750" b="1">
                          <a:solidFill>
                            <a:srgbClr val="1F3864"/>
                          </a:solidFill>
                          <a:latin typeface="Calibri"/>
                        </a:rPr>
                        <a:t>Data SME</a:t>
                      </a:r>
                      <a:endParaRPr sz="750"/>
                    </a:p>
                  </a:txBody>
                  <a:tcPr marL="54864" marR="54864" marT="22860" marB="22860" anchor="ctr">
                    <a:solidFill>
                      <a:srgbClr val="DDEBF7"/>
                    </a:solidFill>
                  </a:tcPr>
                </a:tc>
                <a:tc>
                  <a:txBody>
                    <a:bodyPr/>
                    <a:lstStyle/>
                    <a:p>
                      <a:pPr algn="l">
                        <a:defRPr sz="750"/>
                      </a:pPr>
                      <a:r>
                        <a:rPr sz="750" b="0">
                          <a:solidFill>
                            <a:srgbClr val="222222"/>
                          </a:solidFill>
                          <a:latin typeface="Calibri"/>
                        </a:rPr>
                        <a:t>Assesses data feasibility and data sensitivity</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Opportunity Assessment, Security and Privacy Assessment, Privacy Impact Assessment</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Data feasibility and sensitivity assessed</a:t>
                      </a:r>
                      <a:endParaRPr sz="750"/>
                    </a:p>
                  </a:txBody>
                  <a:tcPr marL="54864" marR="54864" marT="22860" marB="22860" anchor="ctr">
                    <a:solidFill>
                      <a:srgbClr val="FFFFFF"/>
                    </a:solidFill>
                  </a:tcPr>
                </a:tc>
                <a:extLst>
                  <a:ext uri="{0D108BD9-81ED-4DB2-BD59-A6C34878D82A}">
                    <a16:rowId xmlns:a16="http://schemas.microsoft.com/office/drawing/2014/main" val="10007"/>
                  </a:ext>
                </a:extLst>
              </a:tr>
              <a:tr h="246888">
                <a:tc>
                  <a:txBody>
                    <a:bodyPr/>
                    <a:lstStyle/>
                    <a:p>
                      <a:pPr algn="l">
                        <a:defRPr sz="750"/>
                      </a:pPr>
                      <a:r>
                        <a:rPr sz="750" b="1">
                          <a:solidFill>
                            <a:srgbClr val="1F3864"/>
                          </a:solidFill>
                          <a:latin typeface="Calibri"/>
                        </a:rPr>
                        <a:t>Financial SME</a:t>
                      </a:r>
                      <a:endParaRPr sz="750"/>
                    </a:p>
                  </a:txBody>
                  <a:tcPr marL="54864" marR="54864" marT="22860" marB="22860" anchor="ctr">
                    <a:solidFill>
                      <a:srgbClr val="DDEBF7"/>
                    </a:solidFill>
                  </a:tcPr>
                </a:tc>
                <a:tc>
                  <a:txBody>
                    <a:bodyPr/>
                    <a:lstStyle/>
                    <a:p>
                      <a:pPr algn="l">
                        <a:defRPr sz="750"/>
                      </a:pPr>
                      <a:r>
                        <a:rPr sz="750" b="0">
                          <a:solidFill>
                            <a:srgbClr val="222222"/>
                          </a:solidFill>
                          <a:latin typeface="Calibri"/>
                        </a:rPr>
                        <a:t>Assesses cost and expected financial value</a:t>
                      </a:r>
                      <a:endParaRPr sz="750"/>
                    </a:p>
                  </a:txBody>
                  <a:tcPr marL="54864" marR="54864" marT="22860" marB="22860" anchor="ctr">
                    <a:solidFill>
                      <a:srgbClr val="F4F8FC"/>
                    </a:solidFill>
                  </a:tcPr>
                </a:tc>
                <a:tc>
                  <a:txBody>
                    <a:bodyPr/>
                    <a:lstStyle/>
                    <a:p>
                      <a:pPr algn="l">
                        <a:defRPr sz="750"/>
                      </a:pPr>
                      <a:r>
                        <a:rPr sz="750" b="0">
                          <a:solidFill>
                            <a:srgbClr val="222222"/>
                          </a:solidFill>
                          <a:latin typeface="Calibri"/>
                        </a:rPr>
                        <a:t>Opportunity Assessment</a:t>
                      </a:r>
                      <a:endParaRPr sz="750"/>
                    </a:p>
                  </a:txBody>
                  <a:tcPr marL="54864" marR="54864" marT="22860" marB="22860" anchor="ctr">
                    <a:solidFill>
                      <a:srgbClr val="F4F8FC"/>
                    </a:solidFill>
                  </a:tcPr>
                </a:tc>
                <a:tc>
                  <a:txBody>
                    <a:bodyPr/>
                    <a:lstStyle/>
                    <a:p>
                      <a:pPr algn="l">
                        <a:defRPr sz="750"/>
                      </a:pPr>
                      <a:r>
                        <a:rPr sz="750" b="0">
                          <a:solidFill>
                            <a:srgbClr val="222222"/>
                          </a:solidFill>
                          <a:latin typeface="Calibri"/>
                        </a:rPr>
                        <a:t>Financial viability (return on investment) assessed</a:t>
                      </a:r>
                      <a:endParaRPr sz="750"/>
                    </a:p>
                  </a:txBody>
                  <a:tcPr marL="54864" marR="54864" marT="22860" marB="22860" anchor="ctr">
                    <a:solidFill>
                      <a:srgbClr val="F4F8FC"/>
                    </a:solidFill>
                  </a:tcPr>
                </a:tc>
                <a:extLst>
                  <a:ext uri="{0D108BD9-81ED-4DB2-BD59-A6C34878D82A}">
                    <a16:rowId xmlns:a16="http://schemas.microsoft.com/office/drawing/2014/main" val="10008"/>
                  </a:ext>
                </a:extLst>
              </a:tr>
              <a:tr h="246888">
                <a:tc>
                  <a:txBody>
                    <a:bodyPr/>
                    <a:lstStyle/>
                    <a:p>
                      <a:pPr algn="l">
                        <a:defRPr sz="750"/>
                      </a:pPr>
                      <a:r>
                        <a:rPr sz="750" b="1">
                          <a:solidFill>
                            <a:srgbClr val="1F3864"/>
                          </a:solidFill>
                          <a:latin typeface="Calibri"/>
                        </a:rPr>
                        <a:t>Compliance SME</a:t>
                      </a:r>
                      <a:endParaRPr sz="750"/>
                    </a:p>
                  </a:txBody>
                  <a:tcPr marL="54864" marR="54864" marT="22860" marB="22860" anchor="ctr">
                    <a:solidFill>
                      <a:srgbClr val="DDEBF7"/>
                    </a:solidFill>
                  </a:tcPr>
                </a:tc>
                <a:tc>
                  <a:txBody>
                    <a:bodyPr/>
                    <a:lstStyle/>
                    <a:p>
                      <a:pPr algn="l">
                        <a:defRPr sz="750"/>
                      </a:pPr>
                      <a:r>
                        <a:rPr sz="750" b="0">
                          <a:solidFill>
                            <a:srgbClr val="222222"/>
                          </a:solidFill>
                          <a:latin typeface="Calibri"/>
                        </a:rPr>
                        <a:t>Assesses risk and regulatory obligations and defines control requirements</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Risk Assessment, Security and Privacy Assessment, NIST and Regulatory Mapping, Vendor Risk, Control Register, Solution Design and Technical Controls</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Risks, obligations and control requirements identified</a:t>
                      </a:r>
                      <a:endParaRPr sz="750"/>
                    </a:p>
                  </a:txBody>
                  <a:tcPr marL="54864" marR="54864" marT="22860" marB="22860" anchor="ctr">
                    <a:solidFill>
                      <a:srgbClr val="FFFFFF"/>
                    </a:solidFill>
                  </a:tcPr>
                </a:tc>
                <a:extLst>
                  <a:ext uri="{0D108BD9-81ED-4DB2-BD59-A6C34878D82A}">
                    <a16:rowId xmlns:a16="http://schemas.microsoft.com/office/drawing/2014/main" val="10009"/>
                  </a:ext>
                </a:extLst>
              </a:tr>
              <a:tr h="246888">
                <a:tc>
                  <a:txBody>
                    <a:bodyPr/>
                    <a:lstStyle/>
                    <a:p>
                      <a:pPr algn="l">
                        <a:defRPr sz="750"/>
                      </a:pPr>
                      <a:r>
                        <a:rPr sz="750" b="1">
                          <a:solidFill>
                            <a:srgbClr val="1F3864"/>
                          </a:solidFill>
                          <a:latin typeface="Calibri"/>
                        </a:rPr>
                        <a:t>IT SME</a:t>
                      </a:r>
                      <a:endParaRPr sz="750"/>
                    </a:p>
                  </a:txBody>
                  <a:tcPr marL="54864" marR="54864" marT="22860" marB="22860" anchor="ctr">
                    <a:solidFill>
                      <a:srgbClr val="DDEBF7"/>
                    </a:solidFill>
                  </a:tcPr>
                </a:tc>
                <a:tc>
                  <a:txBody>
                    <a:bodyPr/>
                    <a:lstStyle/>
                    <a:p>
                      <a:pPr algn="l">
                        <a:defRPr sz="750"/>
                      </a:pPr>
                      <a:r>
                        <a:rPr sz="750" b="0">
                          <a:solidFill>
                            <a:srgbClr val="222222"/>
                          </a:solidFill>
                          <a:latin typeface="Calibri"/>
                        </a:rPr>
                        <a:t>Defines how controls are built and supports delivery</a:t>
                      </a:r>
                      <a:endParaRPr sz="750"/>
                    </a:p>
                  </a:txBody>
                  <a:tcPr marL="54864" marR="54864" marT="22860" marB="22860" anchor="ctr">
                    <a:solidFill>
                      <a:srgbClr val="F4F8FC"/>
                    </a:solidFill>
                  </a:tcPr>
                </a:tc>
                <a:tc>
                  <a:txBody>
                    <a:bodyPr/>
                    <a:lstStyle/>
                    <a:p>
                      <a:pPr algn="l">
                        <a:defRPr sz="750"/>
                      </a:pPr>
                      <a:r>
                        <a:rPr sz="750" b="0">
                          <a:solidFill>
                            <a:srgbClr val="222222"/>
                          </a:solidFill>
                          <a:latin typeface="Calibri"/>
                        </a:rPr>
                        <a:t>Vendor Risk, Control Register, Solution Design and Technical Controls, Delivery and Operations</a:t>
                      </a:r>
                      <a:endParaRPr sz="750"/>
                    </a:p>
                  </a:txBody>
                  <a:tcPr marL="54864" marR="54864" marT="22860" marB="22860" anchor="ctr">
                    <a:solidFill>
                      <a:srgbClr val="F4F8FC"/>
                    </a:solidFill>
                  </a:tcPr>
                </a:tc>
                <a:tc>
                  <a:txBody>
                    <a:bodyPr/>
                    <a:lstStyle/>
                    <a:p>
                      <a:pPr algn="l">
                        <a:defRPr sz="750"/>
                      </a:pPr>
                      <a:r>
                        <a:rPr sz="750" b="0">
                          <a:solidFill>
                            <a:srgbClr val="222222"/>
                          </a:solidFill>
                          <a:latin typeface="Calibri"/>
                        </a:rPr>
                        <a:t>Solution design verified; infrastructure and security tooling confirmed</a:t>
                      </a:r>
                      <a:endParaRPr sz="750"/>
                    </a:p>
                  </a:txBody>
                  <a:tcPr marL="54864" marR="54864" marT="22860" marB="22860" anchor="ctr">
                    <a:solidFill>
                      <a:srgbClr val="F4F8FC"/>
                    </a:solidFill>
                  </a:tcPr>
                </a:tc>
                <a:extLst>
                  <a:ext uri="{0D108BD9-81ED-4DB2-BD59-A6C34878D82A}">
                    <a16:rowId xmlns:a16="http://schemas.microsoft.com/office/drawing/2014/main" val="10010"/>
                  </a:ext>
                </a:extLst>
              </a:tr>
              <a:tr h="246888">
                <a:tc>
                  <a:txBody>
                    <a:bodyPr/>
                    <a:lstStyle/>
                    <a:p>
                      <a:pPr algn="l">
                        <a:defRPr sz="750"/>
                      </a:pPr>
                      <a:r>
                        <a:rPr sz="750" b="1">
                          <a:solidFill>
                            <a:srgbClr val="1F3864"/>
                          </a:solidFill>
                          <a:latin typeface="Calibri"/>
                        </a:rPr>
                        <a:t>DPO</a:t>
                      </a:r>
                      <a:endParaRPr sz="750"/>
                    </a:p>
                  </a:txBody>
                  <a:tcPr marL="54864" marR="54864" marT="22860" marB="22860" anchor="ctr">
                    <a:solidFill>
                      <a:srgbClr val="DDEBF7"/>
                    </a:solidFill>
                  </a:tcPr>
                </a:tc>
                <a:tc>
                  <a:txBody>
                    <a:bodyPr/>
                    <a:lstStyle/>
                    <a:p>
                      <a:pPr algn="l">
                        <a:defRPr sz="750"/>
                      </a:pPr>
                      <a:r>
                        <a:rPr sz="750" b="0">
                          <a:solidFill>
                            <a:srgbClr val="222222"/>
                          </a:solidFill>
                          <a:latin typeface="Calibri"/>
                        </a:rPr>
                        <a:t>Evaluates data privacy</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Privacy Impact Assessment Validation and Sign-off</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Privacy impact assessment signed off</a:t>
                      </a:r>
                      <a:endParaRPr sz="750"/>
                    </a:p>
                  </a:txBody>
                  <a:tcPr marL="54864" marR="54864" marT="22860" marB="22860" anchor="ctr">
                    <a:solidFill>
                      <a:srgbClr val="FFFFFF"/>
                    </a:solidFill>
                  </a:tcPr>
                </a:tc>
                <a:extLst>
                  <a:ext uri="{0D108BD9-81ED-4DB2-BD59-A6C34878D82A}">
                    <a16:rowId xmlns:a16="http://schemas.microsoft.com/office/drawing/2014/main" val="10011"/>
                  </a:ext>
                </a:extLst>
              </a:tr>
              <a:tr h="246888">
                <a:tc>
                  <a:txBody>
                    <a:bodyPr/>
                    <a:lstStyle/>
                    <a:p>
                      <a:pPr algn="l">
                        <a:defRPr sz="750"/>
                      </a:pPr>
                      <a:r>
                        <a:rPr sz="750" b="1">
                          <a:solidFill>
                            <a:srgbClr val="1F3864"/>
                          </a:solidFill>
                          <a:latin typeface="Calibri"/>
                        </a:rPr>
                        <a:t>Clinical SME</a:t>
                      </a:r>
                      <a:endParaRPr sz="750"/>
                    </a:p>
                  </a:txBody>
                  <a:tcPr marL="54864" marR="54864" marT="22860" marB="22860" anchor="ctr">
                    <a:solidFill>
                      <a:srgbClr val="DDEBF7"/>
                    </a:solidFill>
                  </a:tcPr>
                </a:tc>
                <a:tc>
                  <a:txBody>
                    <a:bodyPr/>
                    <a:lstStyle/>
                    <a:p>
                      <a:pPr algn="l">
                        <a:defRPr sz="750"/>
                      </a:pPr>
                      <a:r>
                        <a:rPr sz="750" b="0">
                          <a:solidFill>
                            <a:srgbClr val="222222"/>
                          </a:solidFill>
                          <a:latin typeface="Calibri"/>
                        </a:rPr>
                        <a:t>Assesses clinical and bias impact where the use case needs it</a:t>
                      </a:r>
                      <a:endParaRPr sz="750"/>
                    </a:p>
                  </a:txBody>
                  <a:tcPr marL="54864" marR="54864" marT="22860" marB="22860" anchor="ctr">
                    <a:solidFill>
                      <a:srgbClr val="F4F8FC"/>
                    </a:solidFill>
                  </a:tcPr>
                </a:tc>
                <a:tc>
                  <a:txBody>
                    <a:bodyPr/>
                    <a:lstStyle/>
                    <a:p>
                      <a:pPr algn="l">
                        <a:defRPr sz="750"/>
                      </a:pPr>
                      <a:r>
                        <a:rPr sz="750" b="0">
                          <a:solidFill>
                            <a:srgbClr val="222222"/>
                          </a:solidFill>
                          <a:latin typeface="Calibri"/>
                        </a:rPr>
                        <a:t>Clinical and Bias Assessment*</a:t>
                      </a:r>
                      <a:endParaRPr sz="750"/>
                    </a:p>
                  </a:txBody>
                  <a:tcPr marL="54864" marR="54864" marT="22860" marB="22860" anchor="ctr">
                    <a:solidFill>
                      <a:srgbClr val="F4F8FC"/>
                    </a:solidFill>
                  </a:tcPr>
                </a:tc>
                <a:tc>
                  <a:txBody>
                    <a:bodyPr/>
                    <a:lstStyle/>
                    <a:p>
                      <a:pPr algn="l">
                        <a:defRPr sz="750"/>
                      </a:pPr>
                      <a:r>
                        <a:rPr sz="750" b="0">
                          <a:solidFill>
                            <a:srgbClr val="222222"/>
                          </a:solidFill>
                          <a:latin typeface="Calibri"/>
                        </a:rPr>
                        <a:t>Clinical and bias assessment completed</a:t>
                      </a:r>
                      <a:endParaRPr sz="750"/>
                    </a:p>
                  </a:txBody>
                  <a:tcPr marL="54864" marR="54864" marT="22860" marB="22860" anchor="ctr">
                    <a:solidFill>
                      <a:srgbClr val="F4F8FC"/>
                    </a:solidFill>
                  </a:tcPr>
                </a:tc>
                <a:extLst>
                  <a:ext uri="{0D108BD9-81ED-4DB2-BD59-A6C34878D82A}">
                    <a16:rowId xmlns:a16="http://schemas.microsoft.com/office/drawing/2014/main" val="10012"/>
                  </a:ext>
                </a:extLst>
              </a:tr>
              <a:tr h="246888">
                <a:tc>
                  <a:txBody>
                    <a:bodyPr/>
                    <a:lstStyle/>
                    <a:p>
                      <a:pPr algn="l">
                        <a:defRPr sz="750"/>
                      </a:pPr>
                      <a:r>
                        <a:rPr sz="750" b="1">
                          <a:solidFill>
                            <a:srgbClr val="FFFFFF"/>
                          </a:solidFill>
                          <a:latin typeface="Calibri"/>
                        </a:rPr>
                        <a:t>Benefit Owner</a:t>
                      </a:r>
                      <a:endParaRPr sz="750"/>
                    </a:p>
                  </a:txBody>
                  <a:tcPr marL="54864" marR="54864" marT="22860" marB="22860" anchor="ctr">
                    <a:solidFill>
                      <a:srgbClr val="1F3864"/>
                    </a:solidFill>
                  </a:tcPr>
                </a:tc>
                <a:tc>
                  <a:txBody>
                    <a:bodyPr/>
                    <a:lstStyle/>
                    <a:p>
                      <a:pPr algn="l">
                        <a:defRPr sz="750"/>
                      </a:pPr>
                      <a:r>
                        <a:rPr sz="750" b="0">
                          <a:solidFill>
                            <a:srgbClr val="222222"/>
                          </a:solidFill>
                          <a:latin typeface="Calibri"/>
                        </a:rPr>
                        <a:t>Agrees the value metrics and signs off the expected benefits</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Value Realization Model, Benefit Owner Sign-off</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Value metrics agreed and benefits signed off</a:t>
                      </a:r>
                      <a:endParaRPr sz="750"/>
                    </a:p>
                  </a:txBody>
                  <a:tcPr marL="54864" marR="54864" marT="22860" marB="22860" anchor="ctr">
                    <a:solidFill>
                      <a:srgbClr val="FFFFFF"/>
                    </a:solidFill>
                  </a:tcPr>
                </a:tc>
                <a:extLst>
                  <a:ext uri="{0D108BD9-81ED-4DB2-BD59-A6C34878D82A}">
                    <a16:rowId xmlns:a16="http://schemas.microsoft.com/office/drawing/2014/main" val="10013"/>
                  </a:ext>
                </a:extLst>
              </a:tr>
              <a:tr h="246888">
                <a:tc>
                  <a:txBody>
                    <a:bodyPr/>
                    <a:lstStyle/>
                    <a:p>
                      <a:pPr algn="l">
                        <a:defRPr sz="750"/>
                      </a:pPr>
                      <a:r>
                        <a:rPr sz="750" b="1">
                          <a:solidFill>
                            <a:srgbClr val="1F3864"/>
                          </a:solidFill>
                          <a:latin typeface="Calibri"/>
                        </a:rPr>
                        <a:t>AI COE</a:t>
                      </a:r>
                      <a:endParaRPr sz="750"/>
                    </a:p>
                  </a:txBody>
                  <a:tcPr marL="54864" marR="54864" marT="22860" marB="22860" anchor="ctr">
                    <a:solidFill>
                      <a:srgbClr val="CDEBF6"/>
                    </a:solidFill>
                  </a:tcPr>
                </a:tc>
                <a:tc>
                  <a:txBody>
                    <a:bodyPr/>
                    <a:lstStyle/>
                    <a:p>
                      <a:pPr algn="l">
                        <a:defRPr sz="750"/>
                      </a:pPr>
                      <a:r>
                        <a:rPr sz="750" b="0">
                          <a:solidFill>
                            <a:srgbClr val="222222"/>
                          </a:solidFill>
                          <a:latin typeface="Calibri"/>
                        </a:rPr>
                        <a:t>Runs the detailed technical assessment and proof of value, and verifies whether the solution is proven</a:t>
                      </a:r>
                      <a:endParaRPr sz="750"/>
                    </a:p>
                  </a:txBody>
                  <a:tcPr marL="54864" marR="54864" marT="22860" marB="22860" anchor="ctr">
                    <a:solidFill>
                      <a:srgbClr val="F4F8FC"/>
                    </a:solidFill>
                  </a:tcPr>
                </a:tc>
                <a:tc>
                  <a:txBody>
                    <a:bodyPr/>
                    <a:lstStyle/>
                    <a:p>
                      <a:pPr algn="l">
                        <a:defRPr sz="750"/>
                      </a:pPr>
                      <a:r>
                        <a:rPr sz="750" b="0">
                          <a:solidFill>
                            <a:srgbClr val="222222"/>
                          </a:solidFill>
                          <a:latin typeface="Calibri"/>
                        </a:rPr>
                        <a:t>Delivery and Operations</a:t>
                      </a:r>
                      <a:endParaRPr sz="750"/>
                    </a:p>
                  </a:txBody>
                  <a:tcPr marL="54864" marR="54864" marT="22860" marB="22860" anchor="ctr">
                    <a:solidFill>
                      <a:srgbClr val="F4F8FC"/>
                    </a:solidFill>
                  </a:tcPr>
                </a:tc>
                <a:tc>
                  <a:txBody>
                    <a:bodyPr/>
                    <a:lstStyle/>
                    <a:p>
                      <a:pPr algn="l">
                        <a:defRPr sz="750"/>
                      </a:pPr>
                      <a:r>
                        <a:rPr sz="750" b="0">
                          <a:solidFill>
                            <a:srgbClr val="222222"/>
                          </a:solidFill>
                          <a:latin typeface="Calibri"/>
                        </a:rPr>
                        <a:t>Feasibility and proof of value results returned to AI Governance</a:t>
                      </a:r>
                      <a:endParaRPr sz="750"/>
                    </a:p>
                  </a:txBody>
                  <a:tcPr marL="54864" marR="54864" marT="22860" marB="22860" anchor="ctr">
                    <a:solidFill>
                      <a:srgbClr val="F4F8FC"/>
                    </a:solidFill>
                  </a:tcPr>
                </a:tc>
                <a:extLst>
                  <a:ext uri="{0D108BD9-81ED-4DB2-BD59-A6C34878D82A}">
                    <a16:rowId xmlns:a16="http://schemas.microsoft.com/office/drawing/2014/main" val="10014"/>
                  </a:ext>
                </a:extLst>
              </a:tr>
              <a:tr h="246888">
                <a:tc>
                  <a:txBody>
                    <a:bodyPr/>
                    <a:lstStyle/>
                    <a:p>
                      <a:pPr algn="l">
                        <a:defRPr sz="750"/>
                      </a:pPr>
                      <a:r>
                        <a:rPr sz="750" b="1">
                          <a:solidFill>
                            <a:srgbClr val="1F3864"/>
                          </a:solidFill>
                          <a:latin typeface="Calibri"/>
                        </a:rPr>
                        <a:t>Enterprise Architecture</a:t>
                      </a:r>
                      <a:endParaRPr sz="750"/>
                    </a:p>
                  </a:txBody>
                  <a:tcPr marL="54864" marR="54864" marT="22860" marB="22860" anchor="ctr">
                    <a:solidFill>
                      <a:srgbClr val="CDEBF6"/>
                    </a:solidFill>
                  </a:tcPr>
                </a:tc>
                <a:tc>
                  <a:txBody>
                    <a:bodyPr/>
                    <a:lstStyle/>
                    <a:p>
                      <a:pPr algn="l">
                        <a:defRPr sz="750"/>
                      </a:pPr>
                      <a:r>
                        <a:rPr sz="750" b="0">
                          <a:solidFill>
                            <a:srgbClr val="222222"/>
                          </a:solidFill>
                          <a:latin typeface="Calibri"/>
                        </a:rPr>
                        <a:t>Provides architecture requirements to the AI COE</a:t>
                      </a:r>
                      <a:endParaRPr sz="750"/>
                    </a:p>
                  </a:txBody>
                  <a:tcPr marL="54864" marR="54864" marT="22860" marB="22860" anchor="ctr">
                    <a:solidFill>
                      <a:srgbClr val="FFFFFF"/>
                    </a:solidFill>
                  </a:tcPr>
                </a:tc>
                <a:tc>
                  <a:txBody>
                    <a:bodyPr/>
                    <a:lstStyle/>
                    <a:p>
                      <a:pPr algn="l">
                        <a:defRPr sz="750"/>
                      </a:pPr>
                      <a:r>
                        <a:rPr sz="750" b="0">
                          <a:solidFill>
                            <a:srgbClr val="595959"/>
                          </a:solidFill>
                          <a:latin typeface="Calibri"/>
                        </a:rPr>
                        <a:t>None</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IT architecture needs verified and alignment confirmed</a:t>
                      </a:r>
                      <a:endParaRPr sz="750"/>
                    </a:p>
                  </a:txBody>
                  <a:tcPr marL="54864" marR="54864" marT="22860" marB="22860" anchor="ctr">
                    <a:solidFill>
                      <a:srgbClr val="FFFFFF"/>
                    </a:solidFill>
                  </a:tcPr>
                </a:tc>
                <a:extLst>
                  <a:ext uri="{0D108BD9-81ED-4DB2-BD59-A6C34878D82A}">
                    <a16:rowId xmlns:a16="http://schemas.microsoft.com/office/drawing/2014/main" val="10015"/>
                  </a:ext>
                </a:extLst>
              </a:tr>
              <a:tr h="246888">
                <a:tc>
                  <a:txBody>
                    <a:bodyPr/>
                    <a:lstStyle/>
                    <a:p>
                      <a:pPr algn="l">
                        <a:defRPr sz="750"/>
                      </a:pPr>
                      <a:r>
                        <a:rPr sz="750" b="1">
                          <a:solidFill>
                            <a:srgbClr val="1F3864"/>
                          </a:solidFill>
                          <a:latin typeface="Calibri"/>
                        </a:rPr>
                        <a:t>Workforce development</a:t>
                      </a:r>
                      <a:endParaRPr sz="750"/>
                    </a:p>
                  </a:txBody>
                  <a:tcPr marL="54864" marR="54864" marT="22860" marB="22860" anchor="ctr">
                    <a:solidFill>
                      <a:srgbClr val="CDEBF6"/>
                    </a:solidFill>
                  </a:tcPr>
                </a:tc>
                <a:tc>
                  <a:txBody>
                    <a:bodyPr/>
                    <a:lstStyle/>
                    <a:p>
                      <a:pPr algn="l">
                        <a:defRPr sz="750"/>
                      </a:pPr>
                      <a:r>
                        <a:rPr sz="750" b="0">
                          <a:solidFill>
                            <a:srgbClr val="222222"/>
                          </a:solidFill>
                          <a:latin typeface="Calibri"/>
                        </a:rPr>
                        <a:t>Builds skills for the team building the use case</a:t>
                      </a:r>
                      <a:endParaRPr sz="750"/>
                    </a:p>
                  </a:txBody>
                  <a:tcPr marL="54864" marR="54864" marT="22860" marB="22860" anchor="ctr">
                    <a:solidFill>
                      <a:srgbClr val="F4F8FC"/>
                    </a:solidFill>
                  </a:tcPr>
                </a:tc>
                <a:tc>
                  <a:txBody>
                    <a:bodyPr/>
                    <a:lstStyle/>
                    <a:p>
                      <a:pPr algn="l">
                        <a:defRPr sz="750"/>
                      </a:pPr>
                      <a:r>
                        <a:rPr sz="750" b="0">
                          <a:solidFill>
                            <a:srgbClr val="595959"/>
                          </a:solidFill>
                          <a:latin typeface="Calibri"/>
                        </a:rPr>
                        <a:t>None</a:t>
                      </a:r>
                      <a:endParaRPr sz="750"/>
                    </a:p>
                  </a:txBody>
                  <a:tcPr marL="54864" marR="54864" marT="22860" marB="22860" anchor="ctr">
                    <a:solidFill>
                      <a:srgbClr val="F4F8FC"/>
                    </a:solidFill>
                  </a:tcPr>
                </a:tc>
                <a:tc>
                  <a:txBody>
                    <a:bodyPr/>
                    <a:lstStyle/>
                    <a:p>
                      <a:pPr algn="l">
                        <a:defRPr sz="750"/>
                      </a:pPr>
                      <a:r>
                        <a:rPr sz="750" b="0">
                          <a:solidFill>
                            <a:srgbClr val="222222"/>
                          </a:solidFill>
                          <a:latin typeface="Calibri"/>
                        </a:rPr>
                        <a:t>AI COE team has the AI skills it needs</a:t>
                      </a:r>
                      <a:endParaRPr sz="750"/>
                    </a:p>
                  </a:txBody>
                  <a:tcPr marL="54864" marR="54864" marT="22860" marB="22860" anchor="ctr">
                    <a:solidFill>
                      <a:srgbClr val="F4F8FC"/>
                    </a:solidFill>
                  </a:tcPr>
                </a:tc>
                <a:extLst>
                  <a:ext uri="{0D108BD9-81ED-4DB2-BD59-A6C34878D82A}">
                    <a16:rowId xmlns:a16="http://schemas.microsoft.com/office/drawing/2014/main" val="10016"/>
                  </a:ext>
                </a:extLst>
              </a:tr>
              <a:tr h="246888">
                <a:tc>
                  <a:txBody>
                    <a:bodyPr/>
                    <a:lstStyle/>
                    <a:p>
                      <a:pPr algn="l">
                        <a:defRPr sz="750"/>
                      </a:pPr>
                      <a:r>
                        <a:rPr sz="750" b="1">
                          <a:solidFill>
                            <a:srgbClr val="FFFFFF"/>
                          </a:solidFill>
                          <a:latin typeface="Calibri"/>
                        </a:rPr>
                        <a:t>Business as usual team</a:t>
                      </a:r>
                      <a:endParaRPr sz="750"/>
                    </a:p>
                  </a:txBody>
                  <a:tcPr marL="54864" marR="54864" marT="22860" marB="22860" anchor="ctr">
                    <a:solidFill>
                      <a:srgbClr val="7F7F7F"/>
                    </a:solidFill>
                  </a:tcPr>
                </a:tc>
                <a:tc>
                  <a:txBody>
                    <a:bodyPr/>
                    <a:lstStyle/>
                    <a:p>
                      <a:pPr algn="l">
                        <a:defRPr sz="750"/>
                      </a:pPr>
                      <a:r>
                        <a:rPr sz="750" b="0">
                          <a:solidFill>
                            <a:srgbClr val="222222"/>
                          </a:solidFill>
                          <a:latin typeface="Calibri"/>
                        </a:rPr>
                        <a:t>Implements and operates authorized use cases</a:t>
                      </a:r>
                      <a:endParaRPr sz="750"/>
                    </a:p>
                  </a:txBody>
                  <a:tcPr marL="54864" marR="54864" marT="22860" marB="22860" anchor="ctr">
                    <a:solidFill>
                      <a:srgbClr val="FFFFFF"/>
                    </a:solidFill>
                  </a:tcPr>
                </a:tc>
                <a:tc>
                  <a:txBody>
                    <a:bodyPr/>
                    <a:lstStyle/>
                    <a:p>
                      <a:pPr algn="l">
                        <a:defRPr sz="750"/>
                      </a:pPr>
                      <a:r>
                        <a:rPr sz="750" b="0">
                          <a:solidFill>
                            <a:srgbClr val="595959"/>
                          </a:solidFill>
                          <a:latin typeface="Calibri"/>
                        </a:rPr>
                        <a:t>None</a:t>
                      </a:r>
                      <a:endParaRPr sz="750"/>
                    </a:p>
                  </a:txBody>
                  <a:tcPr marL="54864" marR="54864" marT="22860" marB="22860" anchor="ctr">
                    <a:solidFill>
                      <a:srgbClr val="FFFFFF"/>
                    </a:solidFill>
                  </a:tcPr>
                </a:tc>
                <a:tc>
                  <a:txBody>
                    <a:bodyPr/>
                    <a:lstStyle/>
                    <a:p>
                      <a:pPr algn="l">
                        <a:defRPr sz="750"/>
                      </a:pPr>
                      <a:r>
                        <a:rPr sz="750" b="0">
                          <a:solidFill>
                            <a:srgbClr val="222222"/>
                          </a:solidFill>
                          <a:latin typeface="Calibri"/>
                        </a:rPr>
                        <a:t>Use case in live operation</a:t>
                      </a:r>
                      <a:endParaRPr sz="750"/>
                    </a:p>
                  </a:txBody>
                  <a:tcPr marL="54864" marR="54864" marT="22860" marB="22860" anchor="ctr">
                    <a:solidFill>
                      <a:srgbClr val="FFFFFF"/>
                    </a:solidFill>
                  </a:tcPr>
                </a:tc>
                <a:extLst>
                  <a:ext uri="{0D108BD9-81ED-4DB2-BD59-A6C34878D82A}">
                    <a16:rowId xmlns:a16="http://schemas.microsoft.com/office/drawing/2014/main" val="10017"/>
                  </a:ext>
                </a:extLst>
              </a:tr>
            </a:tbl>
          </a:graphicData>
        </a:graphic>
      </p:graphicFrame>
      <p:sp>
        <p:nvSpPr>
          <p:cNvPr id="5" name="Rectangle 4"/>
          <p:cNvSpPr/>
          <p:nvPr/>
        </p:nvSpPr>
        <p:spPr>
          <a:xfrm>
            <a:off x="457200" y="5989320"/>
            <a:ext cx="237744" cy="155448"/>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5961888"/>
            <a:ext cx="864108" cy="201168"/>
          </a:xfrm>
          <a:prstGeom prst="rect">
            <a:avLst/>
          </a:prstGeom>
          <a:noFill/>
        </p:spPr>
        <p:txBody>
          <a:bodyPr wrap="square" lIns="0" tIns="27432" rIns="0" bIns="27432" anchor="ctr">
            <a:spAutoFit/>
          </a:bodyPr>
          <a:lstStyle/>
          <a:p>
            <a:pPr algn="l"/>
            <a:r>
              <a:rPr sz="750" b="0">
                <a:solidFill>
                  <a:srgbClr val="222222"/>
                </a:solidFill>
                <a:latin typeface="Calibri"/>
              </a:rPr>
              <a:t>AI Governance</a:t>
            </a:r>
          </a:p>
        </p:txBody>
      </p:sp>
      <p:sp>
        <p:nvSpPr>
          <p:cNvPr id="7" name="Rectangle 6"/>
          <p:cNvSpPr/>
          <p:nvPr/>
        </p:nvSpPr>
        <p:spPr>
          <a:xfrm>
            <a:off x="1723644" y="5989320"/>
            <a:ext cx="237744" cy="155448"/>
          </a:xfrm>
          <a:prstGeom prst="rect">
            <a:avLst/>
          </a:prstGeom>
          <a:solidFill>
            <a:srgbClr val="0077C8"/>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6252" y="5961888"/>
            <a:ext cx="566928" cy="201168"/>
          </a:xfrm>
          <a:prstGeom prst="rect">
            <a:avLst/>
          </a:prstGeom>
          <a:noFill/>
        </p:spPr>
        <p:txBody>
          <a:bodyPr wrap="square" lIns="0" tIns="27432" rIns="0" bIns="27432" anchor="ctr">
            <a:spAutoFit/>
          </a:bodyPr>
          <a:lstStyle/>
          <a:p>
            <a:pPr algn="l"/>
            <a:r>
              <a:rPr sz="750" b="0">
                <a:solidFill>
                  <a:srgbClr val="222222"/>
                </a:solidFill>
                <a:latin typeface="Calibri"/>
              </a:rPr>
              <a:t>Business</a:t>
            </a:r>
          </a:p>
        </p:txBody>
      </p:sp>
      <p:sp>
        <p:nvSpPr>
          <p:cNvPr id="9" name="Rectangle 8"/>
          <p:cNvSpPr/>
          <p:nvPr/>
        </p:nvSpPr>
        <p:spPr>
          <a:xfrm>
            <a:off x="2692908" y="5989320"/>
            <a:ext cx="237744" cy="155448"/>
          </a:xfrm>
          <a:prstGeom prst="rect">
            <a:avLst/>
          </a:prstGeom>
          <a:solidFill>
            <a:srgbClr val="DDEBF7"/>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85516" y="5961888"/>
            <a:ext cx="1399032" cy="201168"/>
          </a:xfrm>
          <a:prstGeom prst="rect">
            <a:avLst/>
          </a:prstGeom>
          <a:noFill/>
        </p:spPr>
        <p:txBody>
          <a:bodyPr wrap="square" lIns="0" tIns="27432" rIns="0" bIns="27432" anchor="ctr">
            <a:spAutoFit/>
          </a:bodyPr>
          <a:lstStyle/>
          <a:p>
            <a:pPr algn="l"/>
            <a:r>
              <a:rPr sz="750" b="0">
                <a:solidFill>
                  <a:srgbClr val="222222"/>
                </a:solidFill>
                <a:latin typeface="Calibri"/>
              </a:rPr>
              <a:t>Subject matter experts</a:t>
            </a:r>
          </a:p>
        </p:txBody>
      </p:sp>
      <p:sp>
        <p:nvSpPr>
          <p:cNvPr id="11" name="Rectangle 10"/>
          <p:cNvSpPr/>
          <p:nvPr/>
        </p:nvSpPr>
        <p:spPr>
          <a:xfrm>
            <a:off x="4494276" y="5989320"/>
            <a:ext cx="237744" cy="155448"/>
          </a:xfrm>
          <a:prstGeom prst="rect">
            <a:avLst/>
          </a:prstGeom>
          <a:solidFill>
            <a:srgbClr val="CDEBF6"/>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86884" y="5961888"/>
            <a:ext cx="1161288" cy="201168"/>
          </a:xfrm>
          <a:prstGeom prst="rect">
            <a:avLst/>
          </a:prstGeom>
          <a:noFill/>
        </p:spPr>
        <p:txBody>
          <a:bodyPr wrap="square" lIns="0" tIns="27432" rIns="0" bIns="27432" anchor="ctr">
            <a:spAutoFit/>
          </a:bodyPr>
          <a:lstStyle/>
          <a:p>
            <a:pPr algn="l"/>
            <a:r>
              <a:rPr sz="750" b="0">
                <a:solidFill>
                  <a:srgbClr val="222222"/>
                </a:solidFill>
                <a:latin typeface="Calibri"/>
              </a:rPr>
              <a:t>AI COE and support</a:t>
            </a:r>
          </a:p>
        </p:txBody>
      </p:sp>
      <p:sp>
        <p:nvSpPr>
          <p:cNvPr id="13" name="Rectangle 12"/>
          <p:cNvSpPr/>
          <p:nvPr/>
        </p:nvSpPr>
        <p:spPr>
          <a:xfrm>
            <a:off x="6057900" y="5989320"/>
            <a:ext cx="237744" cy="155448"/>
          </a:xfrm>
          <a:prstGeom prst="rect">
            <a:avLst/>
          </a:prstGeom>
          <a:solidFill>
            <a:srgbClr val="7F7F7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0508" y="5961888"/>
            <a:ext cx="1101852" cy="201168"/>
          </a:xfrm>
          <a:prstGeom prst="rect">
            <a:avLst/>
          </a:prstGeom>
          <a:noFill/>
        </p:spPr>
        <p:txBody>
          <a:bodyPr wrap="square" lIns="0" tIns="27432" rIns="0" bIns="27432" anchor="ctr">
            <a:spAutoFit/>
          </a:bodyPr>
          <a:lstStyle/>
          <a:p>
            <a:pPr algn="l"/>
            <a:r>
              <a:rPr sz="750" b="0">
                <a:solidFill>
                  <a:srgbClr val="222222"/>
                </a:solidFill>
                <a:latin typeface="Calibri"/>
              </a:rPr>
              <a:t>Business as usual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57973-120F-6451-900C-A73752402E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D553C-9B0C-2A9D-9E33-5AFA28043AAA}"/>
              </a:ext>
            </a:extLst>
          </p:cNvPr>
          <p:cNvSpPr>
            <a:spLocks noGrp="1"/>
          </p:cNvSpPr>
          <p:nvPr>
            <p:ph type="ctrTitle"/>
          </p:nvPr>
        </p:nvSpPr>
        <p:spPr/>
        <p:txBody>
          <a:bodyPr wrap="square">
            <a:normAutofit/>
          </a:bodyPr>
          <a:lstStyle/>
          <a:p>
            <a:r>
              <a:rPr lang="en-US"/>
              <a:t>Governance Demonstration</a:t>
            </a:r>
            <a:br>
              <a:rPr lang="en-US"/>
            </a:br>
            <a:r>
              <a:rPr lang="en-US"/>
              <a:t>Copilot for legal</a:t>
            </a:r>
            <a:endParaRPr/>
          </a:p>
        </p:txBody>
      </p:sp>
      <p:sp>
        <p:nvSpPr>
          <p:cNvPr id="8" name="Subtitle 7">
            <a:extLst>
              <a:ext uri="{FF2B5EF4-FFF2-40B4-BE49-F238E27FC236}">
                <a16:creationId xmlns:a16="http://schemas.microsoft.com/office/drawing/2014/main" id="{38C39ED5-6FD5-E64D-954D-E200ABE2EB33}"/>
              </a:ext>
            </a:extLst>
          </p:cNvPr>
          <p:cNvSpPr>
            <a:spLocks noGrp="1"/>
          </p:cNvSpPr>
          <p:nvPr>
            <p:ph type="subTitle" idx="1"/>
          </p:nvPr>
        </p:nvSpPr>
        <p:spPr/>
        <p:txBody>
          <a:bodyPr/>
          <a:lstStyle/>
          <a:p>
            <a:r>
              <a:rPr lang="en-IN" sz="1600"/>
              <a:t>From AI Capability to Controlled Business Use</a:t>
            </a:r>
          </a:p>
        </p:txBody>
      </p:sp>
    </p:spTree>
    <p:extLst>
      <p:ext uri="{BB962C8B-B14F-4D97-AF65-F5344CB8AC3E}">
        <p14:creationId xmlns:p14="http://schemas.microsoft.com/office/powerpoint/2010/main" val="2859030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0" y="609600"/>
            <a:ext cx="10363200" cy="609600"/>
          </a:xfrm>
        </p:spPr>
        <p:txBody>
          <a:bodyPr/>
          <a:lstStyle/>
          <a:p>
            <a:r>
              <a:rPr lang="en-US" sz="2800"/>
              <a:t>Before governing AI, understand the business activity</a:t>
            </a:r>
          </a:p>
        </p:txBody>
      </p:sp>
      <p:sp>
        <p:nvSpPr>
          <p:cNvPr id="3" name="TextBox 2"/>
          <p:cNvSpPr txBox="1"/>
          <p:nvPr/>
        </p:nvSpPr>
        <p:spPr>
          <a:xfrm>
            <a:off x="1014984" y="1106424"/>
            <a:ext cx="10058400" cy="274320"/>
          </a:xfrm>
          <a:prstGeom prst="rect">
            <a:avLst/>
          </a:prstGeom>
          <a:noFill/>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sz="1100" b="1" i="0" u="none" strike="noStrike" kern="1200" cap="none" spc="200" normalizeH="0" baseline="0" noProof="0">
                <a:ln>
                  <a:noFill/>
                </a:ln>
                <a:solidFill>
                  <a:srgbClr val="262626"/>
                </a:solidFill>
                <a:effectLst/>
                <a:uLnTx/>
                <a:uFillTx/>
                <a:latin typeface="Calibri"/>
              </a:rPr>
              <a:t>ASSESSMENT · THE COPILOT FOR LEGAL USE CASE</a:t>
            </a:r>
          </a:p>
        </p:txBody>
      </p:sp>
      <p:sp>
        <p:nvSpPr>
          <p:cNvPr id="11" name="Slide number"/>
          <p:cNvSpPr txBox="1"/>
          <p:nvPr/>
        </p:nvSpPr>
        <p:spPr>
          <a:xfrm>
            <a:off x="10817352" y="6473952"/>
            <a:ext cx="914400" cy="274320"/>
          </a:xfrm>
          <a:prstGeom prst="rect">
            <a:avLst/>
          </a:prstGeom>
          <a:noFill/>
        </p:spPr>
        <p:txBody>
          <a:bodyPr wrap="none">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6F15528-21DE-4FAA-801E-634DDDAF4B2B}" type="slidenum">
              <a:rPr kumimoji="0" lang="en-US" sz="900" b="0" i="0" u="none" strike="noStrike" kern="1200" cap="none" spc="0" normalizeH="0" baseline="0" noProof="0">
                <a:ln>
                  <a:noFill/>
                </a:ln>
                <a:solidFill>
                  <a:srgbClr val="8C8C8C"/>
                </a:solidFill>
                <a:effectLst/>
                <a:uLnTx/>
                <a:uFillTx/>
                <a:latin typeface="Calibri"/>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sz="900" b="0" i="0" u="none" strike="noStrike" kern="1200" cap="none" spc="0" normalizeH="0" baseline="0" noProof="0">
              <a:ln>
                <a:noFill/>
              </a:ln>
              <a:solidFill>
                <a:srgbClr val="8C8C8C"/>
              </a:solidFill>
              <a:effectLst/>
              <a:uLnTx/>
              <a:uFillTx/>
              <a:latin typeface="Calibri"/>
            </a:endParaRPr>
          </a:p>
        </p:txBody>
      </p:sp>
      <p:cxnSp>
        <p:nvCxnSpPr>
          <p:cNvPr id="12" name="Connector 11"/>
          <p:cNvCxnSpPr/>
          <p:nvPr/>
        </p:nvCxnSpPr>
        <p:spPr>
          <a:xfrm flipH="1" flipV="1">
            <a:off x="2496312" y="2819400"/>
            <a:ext cx="3634741" cy="685800"/>
          </a:xfrm>
          <a:prstGeom prst="line">
            <a:avLst/>
          </a:prstGeom>
          <a:ln w="19050">
            <a:solidFill>
              <a:srgbClr val="99D6EA"/>
            </a:solidFill>
          </a:ln>
        </p:spPr>
      </p:cxnSp>
      <p:cxnSp>
        <p:nvCxnSpPr>
          <p:cNvPr id="13" name="Connector 12"/>
          <p:cNvCxnSpPr/>
          <p:nvPr/>
        </p:nvCxnSpPr>
        <p:spPr>
          <a:xfrm flipH="1">
            <a:off x="2496312" y="3505200"/>
            <a:ext cx="3634741" cy="868680"/>
          </a:xfrm>
          <a:prstGeom prst="line">
            <a:avLst/>
          </a:prstGeom>
          <a:ln w="19050">
            <a:solidFill>
              <a:srgbClr val="99D6EA"/>
            </a:solidFill>
          </a:ln>
        </p:spPr>
      </p:cxnSp>
      <p:cxnSp>
        <p:nvCxnSpPr>
          <p:cNvPr id="14" name="Connector 13"/>
          <p:cNvCxnSpPr/>
          <p:nvPr/>
        </p:nvCxnSpPr>
        <p:spPr>
          <a:xfrm flipV="1">
            <a:off x="6131053" y="2819400"/>
            <a:ext cx="3634739" cy="685800"/>
          </a:xfrm>
          <a:prstGeom prst="line">
            <a:avLst/>
          </a:prstGeom>
          <a:ln w="19050">
            <a:solidFill>
              <a:srgbClr val="99D6EA"/>
            </a:solidFill>
          </a:ln>
        </p:spPr>
      </p:cxnSp>
      <p:cxnSp>
        <p:nvCxnSpPr>
          <p:cNvPr id="15" name="Connector 14"/>
          <p:cNvCxnSpPr/>
          <p:nvPr/>
        </p:nvCxnSpPr>
        <p:spPr>
          <a:xfrm>
            <a:off x="6131053" y="3505200"/>
            <a:ext cx="3634739" cy="868680"/>
          </a:xfrm>
          <a:prstGeom prst="line">
            <a:avLst/>
          </a:prstGeom>
          <a:ln w="19050">
            <a:solidFill>
              <a:srgbClr val="99D6EA"/>
            </a:solidFill>
          </a:ln>
        </p:spPr>
      </p:cxnSp>
      <p:cxnSp>
        <p:nvCxnSpPr>
          <p:cNvPr id="16" name="Connector 15"/>
          <p:cNvCxnSpPr/>
          <p:nvPr/>
        </p:nvCxnSpPr>
        <p:spPr>
          <a:xfrm flipH="1">
            <a:off x="6131052" y="3505200"/>
            <a:ext cx="1" cy="2194559"/>
          </a:xfrm>
          <a:prstGeom prst="line">
            <a:avLst/>
          </a:prstGeom>
          <a:ln w="19050">
            <a:solidFill>
              <a:srgbClr val="99D6EA"/>
            </a:solidFill>
          </a:ln>
        </p:spPr>
      </p:cxnSp>
      <p:sp>
        <p:nvSpPr>
          <p:cNvPr id="17" name="Rectangle 16"/>
          <p:cNvSpPr/>
          <p:nvPr/>
        </p:nvSpPr>
        <p:spPr>
          <a:xfrm>
            <a:off x="987553" y="2225040"/>
            <a:ext cx="3017520" cy="1188720"/>
          </a:xfrm>
          <a:prstGeom prst="rect">
            <a:avLst/>
          </a:prstGeom>
          <a:solidFill>
            <a:srgbClr val="FFFFFF"/>
          </a:solidFill>
          <a:ln w="9525">
            <a:solidFill>
              <a:srgbClr val="D4D4D4"/>
            </a:solidFill>
          </a:ln>
          <a:effectLst>
            <a:outerShdw blurRad="76200" dist="19050" dir="5400000" algn="t" rotWithShape="0">
              <a:srgbClr val="000000">
                <a:alpha val="14000"/>
              </a:srgbClr>
            </a:outerShdw>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18" name="Picture 17" descr="MdPeopleOutline_b.png"/>
          <p:cNvPicPr>
            <a:picLocks noChangeAspect="1"/>
          </p:cNvPicPr>
          <p:nvPr/>
        </p:nvPicPr>
        <p:blipFill>
          <a:blip r:embed="rId3"/>
          <a:stretch>
            <a:fillRect/>
          </a:stretch>
        </p:blipFill>
        <p:spPr>
          <a:xfrm>
            <a:off x="1152145" y="2380488"/>
            <a:ext cx="292608" cy="292608"/>
          </a:xfrm>
          <a:prstGeom prst="rect">
            <a:avLst/>
          </a:prstGeom>
        </p:spPr>
      </p:pic>
      <p:sp>
        <p:nvSpPr>
          <p:cNvPr id="19" name="TextBox 18"/>
          <p:cNvSpPr txBox="1"/>
          <p:nvPr/>
        </p:nvSpPr>
        <p:spPr>
          <a:xfrm>
            <a:off x="1536192" y="2353056"/>
            <a:ext cx="2377439" cy="347472"/>
          </a:xfrm>
          <a:prstGeom prst="rect">
            <a:avLst/>
          </a:prstGeom>
          <a:noFill/>
        </p:spPr>
        <p:txBody>
          <a:bodyPr wrap="square" lIns="0" tIns="0" rIns="0"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sz="1200" b="1" i="0" u="none" strike="noStrike" kern="1200" cap="none" spc="150" normalizeH="0" baseline="0" noProof="0">
                <a:ln>
                  <a:noFill/>
                </a:ln>
                <a:solidFill>
                  <a:srgbClr val="0079CF"/>
                </a:solidFill>
                <a:effectLst/>
                <a:uLnTx/>
                <a:uFillTx/>
                <a:latin typeface="Calibri"/>
              </a:rPr>
              <a:t>WHO</a:t>
            </a:r>
          </a:p>
        </p:txBody>
      </p:sp>
      <p:sp>
        <p:nvSpPr>
          <p:cNvPr id="20" name="TextBox 19"/>
          <p:cNvSpPr txBox="1"/>
          <p:nvPr/>
        </p:nvSpPr>
        <p:spPr>
          <a:xfrm>
            <a:off x="1152145" y="2737104"/>
            <a:ext cx="2715768" cy="640080"/>
          </a:xfrm>
          <a:prstGeom prst="rect">
            <a:avLst/>
          </a:prstGeom>
          <a:noFill/>
        </p:spPr>
        <p:txBody>
          <a:bodyPr wrap="square" lIns="0" tIns="0" rIns="0" bIns="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sz="1150" b="0" i="0" u="none" strike="noStrike" kern="1200" cap="none" spc="0" normalizeH="0" baseline="0" noProof="0">
                <a:ln>
                  <a:noFill/>
                </a:ln>
                <a:solidFill>
                  <a:srgbClr val="262626"/>
                </a:solidFill>
                <a:effectLst/>
                <a:uLnTx/>
                <a:uFillTx/>
                <a:latin typeface="Calibri"/>
              </a:rPr>
              <a:t>Legal users · Attorneys · Legal operations</a:t>
            </a:r>
          </a:p>
        </p:txBody>
      </p:sp>
      <p:sp>
        <p:nvSpPr>
          <p:cNvPr id="21" name="Rectangle 20"/>
          <p:cNvSpPr/>
          <p:nvPr/>
        </p:nvSpPr>
        <p:spPr>
          <a:xfrm>
            <a:off x="987553" y="3779520"/>
            <a:ext cx="3017520" cy="1188720"/>
          </a:xfrm>
          <a:prstGeom prst="rect">
            <a:avLst/>
          </a:prstGeom>
          <a:solidFill>
            <a:srgbClr val="FFFFFF"/>
          </a:solidFill>
          <a:ln w="9525">
            <a:solidFill>
              <a:srgbClr val="D4D4D4"/>
            </a:solidFill>
          </a:ln>
          <a:effectLst>
            <a:outerShdw blurRad="76200" dist="19050" dir="5400000" algn="t" rotWithShape="0">
              <a:srgbClr val="000000">
                <a:alpha val="14000"/>
              </a:srgbClr>
            </a:outerShdw>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22" name="Picture 21" descr="MdPlace_b.png"/>
          <p:cNvPicPr>
            <a:picLocks noChangeAspect="1"/>
          </p:cNvPicPr>
          <p:nvPr/>
        </p:nvPicPr>
        <p:blipFill>
          <a:blip r:embed="rId4"/>
          <a:stretch>
            <a:fillRect/>
          </a:stretch>
        </p:blipFill>
        <p:spPr>
          <a:xfrm>
            <a:off x="1152145" y="3934968"/>
            <a:ext cx="292608" cy="292608"/>
          </a:xfrm>
          <a:prstGeom prst="rect">
            <a:avLst/>
          </a:prstGeom>
        </p:spPr>
      </p:pic>
      <p:sp>
        <p:nvSpPr>
          <p:cNvPr id="23" name="TextBox 22"/>
          <p:cNvSpPr txBox="1"/>
          <p:nvPr/>
        </p:nvSpPr>
        <p:spPr>
          <a:xfrm>
            <a:off x="1536192" y="3907536"/>
            <a:ext cx="2377439" cy="347472"/>
          </a:xfrm>
          <a:prstGeom prst="rect">
            <a:avLst/>
          </a:prstGeom>
          <a:noFill/>
        </p:spPr>
        <p:txBody>
          <a:bodyPr wrap="square" lIns="0" tIns="0" rIns="0"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sz="1200" b="1" i="0" u="none" strike="noStrike" kern="1200" cap="none" spc="150" normalizeH="0" baseline="0" noProof="0">
                <a:ln>
                  <a:noFill/>
                </a:ln>
                <a:solidFill>
                  <a:srgbClr val="0079CF"/>
                </a:solidFill>
                <a:effectLst/>
                <a:uLnTx/>
                <a:uFillTx/>
                <a:latin typeface="Calibri"/>
              </a:rPr>
              <a:t>WHERE</a:t>
            </a:r>
          </a:p>
        </p:txBody>
      </p:sp>
      <p:sp>
        <p:nvSpPr>
          <p:cNvPr id="24" name="TextBox 23"/>
          <p:cNvSpPr txBox="1"/>
          <p:nvPr/>
        </p:nvSpPr>
        <p:spPr>
          <a:xfrm>
            <a:off x="1152145" y="4291583"/>
            <a:ext cx="2715768" cy="640080"/>
          </a:xfrm>
          <a:prstGeom prst="rect">
            <a:avLst/>
          </a:prstGeom>
          <a:noFill/>
        </p:spPr>
        <p:txBody>
          <a:bodyPr wrap="square" lIns="0" tIns="0" rIns="0" bIns="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sz="1150" b="0" i="0" u="none" strike="noStrike" kern="1200" cap="none" spc="0" normalizeH="0" baseline="0" noProof="0">
                <a:ln>
                  <a:noFill/>
                </a:ln>
                <a:solidFill>
                  <a:srgbClr val="262626"/>
                </a:solidFill>
                <a:effectLst/>
                <a:uLnTx/>
                <a:uFillTx/>
                <a:latin typeface="Calibri"/>
              </a:rPr>
              <a:t>Microsoft 365 · Internal legal repositories · Corporate Copilot environment</a:t>
            </a:r>
          </a:p>
        </p:txBody>
      </p:sp>
      <p:sp>
        <p:nvSpPr>
          <p:cNvPr id="25" name="Rectangle 24"/>
          <p:cNvSpPr/>
          <p:nvPr/>
        </p:nvSpPr>
        <p:spPr>
          <a:xfrm>
            <a:off x="8257032" y="2225040"/>
            <a:ext cx="3017520" cy="1188720"/>
          </a:xfrm>
          <a:prstGeom prst="rect">
            <a:avLst/>
          </a:prstGeom>
          <a:solidFill>
            <a:srgbClr val="FFFFFF"/>
          </a:solidFill>
          <a:ln w="9525">
            <a:solidFill>
              <a:srgbClr val="D4D4D4"/>
            </a:solidFill>
          </a:ln>
          <a:effectLst>
            <a:outerShdw blurRad="76200" dist="19050" dir="5400000" algn="t" rotWithShape="0">
              <a:srgbClr val="000000">
                <a:alpha val="14000"/>
              </a:srgbClr>
            </a:outerShdw>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26" name="Picture 25" descr="MdEditNote_b.png"/>
          <p:cNvPicPr>
            <a:picLocks noChangeAspect="1"/>
          </p:cNvPicPr>
          <p:nvPr/>
        </p:nvPicPr>
        <p:blipFill>
          <a:blip r:embed="rId5"/>
          <a:stretch>
            <a:fillRect/>
          </a:stretch>
        </p:blipFill>
        <p:spPr>
          <a:xfrm>
            <a:off x="8421624" y="2380488"/>
            <a:ext cx="292608" cy="292608"/>
          </a:xfrm>
          <a:prstGeom prst="rect">
            <a:avLst/>
          </a:prstGeom>
        </p:spPr>
      </p:pic>
      <p:sp>
        <p:nvSpPr>
          <p:cNvPr id="27" name="TextBox 26"/>
          <p:cNvSpPr txBox="1"/>
          <p:nvPr/>
        </p:nvSpPr>
        <p:spPr>
          <a:xfrm>
            <a:off x="8805672" y="2353056"/>
            <a:ext cx="2377439" cy="347472"/>
          </a:xfrm>
          <a:prstGeom prst="rect">
            <a:avLst/>
          </a:prstGeom>
          <a:noFill/>
        </p:spPr>
        <p:txBody>
          <a:bodyPr wrap="square" lIns="0" tIns="0" rIns="0"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sz="1200" b="1" i="0" u="none" strike="noStrike" kern="1200" cap="none" spc="150" normalizeH="0" baseline="0" noProof="0">
                <a:ln>
                  <a:noFill/>
                </a:ln>
                <a:solidFill>
                  <a:srgbClr val="0079CF"/>
                </a:solidFill>
                <a:effectLst/>
                <a:uLnTx/>
                <a:uFillTx/>
                <a:latin typeface="Calibri"/>
              </a:rPr>
              <a:t>WHAT</a:t>
            </a:r>
          </a:p>
        </p:txBody>
      </p:sp>
      <p:sp>
        <p:nvSpPr>
          <p:cNvPr id="28" name="TextBox 27"/>
          <p:cNvSpPr txBox="1"/>
          <p:nvPr/>
        </p:nvSpPr>
        <p:spPr>
          <a:xfrm>
            <a:off x="8421624" y="2737104"/>
            <a:ext cx="2715768" cy="640080"/>
          </a:xfrm>
          <a:prstGeom prst="rect">
            <a:avLst/>
          </a:prstGeom>
          <a:noFill/>
        </p:spPr>
        <p:txBody>
          <a:bodyPr wrap="square" lIns="0" tIns="0" rIns="0" bIns="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sz="1150" b="0" i="0" u="none" strike="noStrike" kern="1200" cap="none" spc="0" normalizeH="0" baseline="0" noProof="0">
                <a:ln>
                  <a:noFill/>
                </a:ln>
                <a:solidFill>
                  <a:srgbClr val="262626"/>
                </a:solidFill>
                <a:effectLst/>
                <a:uLnTx/>
                <a:uFillTx/>
                <a:latin typeface="Calibri"/>
              </a:rPr>
              <a:t>Summarize documents · Research information · Draft responses · Generate content</a:t>
            </a:r>
          </a:p>
        </p:txBody>
      </p:sp>
      <p:sp>
        <p:nvSpPr>
          <p:cNvPr id="29" name="Rectangle 28"/>
          <p:cNvSpPr/>
          <p:nvPr/>
        </p:nvSpPr>
        <p:spPr>
          <a:xfrm>
            <a:off x="8257032" y="3779520"/>
            <a:ext cx="3017520" cy="1188720"/>
          </a:xfrm>
          <a:prstGeom prst="rect">
            <a:avLst/>
          </a:prstGeom>
          <a:solidFill>
            <a:srgbClr val="E8F2FB"/>
          </a:solidFill>
          <a:ln w="9525">
            <a:solidFill>
              <a:srgbClr val="0079CF"/>
            </a:solidFill>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30" name="Picture 29" descr="MdLockOutline_b.png"/>
          <p:cNvPicPr>
            <a:picLocks noChangeAspect="1"/>
          </p:cNvPicPr>
          <p:nvPr/>
        </p:nvPicPr>
        <p:blipFill>
          <a:blip r:embed="rId6"/>
          <a:stretch>
            <a:fillRect/>
          </a:stretch>
        </p:blipFill>
        <p:spPr>
          <a:xfrm>
            <a:off x="8421624" y="3934968"/>
            <a:ext cx="292608" cy="292608"/>
          </a:xfrm>
          <a:prstGeom prst="rect">
            <a:avLst/>
          </a:prstGeom>
        </p:spPr>
      </p:pic>
      <p:sp>
        <p:nvSpPr>
          <p:cNvPr id="31" name="TextBox 30"/>
          <p:cNvSpPr txBox="1"/>
          <p:nvPr/>
        </p:nvSpPr>
        <p:spPr>
          <a:xfrm>
            <a:off x="8805672" y="3907536"/>
            <a:ext cx="2377439" cy="347472"/>
          </a:xfrm>
          <a:prstGeom prst="rect">
            <a:avLst/>
          </a:prstGeom>
          <a:noFill/>
        </p:spPr>
        <p:txBody>
          <a:bodyPr wrap="square" lIns="0" tIns="0" rIns="0"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sz="1200" b="1" i="0" u="none" strike="noStrike" kern="1200" cap="none" spc="150" normalizeH="0" baseline="0" noProof="0">
                <a:ln>
                  <a:noFill/>
                </a:ln>
                <a:solidFill>
                  <a:srgbClr val="0079CF"/>
                </a:solidFill>
                <a:effectLst/>
                <a:uLnTx/>
                <a:uFillTx/>
                <a:latin typeface="Calibri"/>
              </a:rPr>
              <a:t>WHAT DATA</a:t>
            </a:r>
          </a:p>
        </p:txBody>
      </p:sp>
      <p:sp>
        <p:nvSpPr>
          <p:cNvPr id="32" name="TextBox 31"/>
          <p:cNvSpPr txBox="1"/>
          <p:nvPr/>
        </p:nvSpPr>
        <p:spPr>
          <a:xfrm>
            <a:off x="8421624" y="4291583"/>
            <a:ext cx="2715768" cy="640080"/>
          </a:xfrm>
          <a:prstGeom prst="rect">
            <a:avLst/>
          </a:prstGeom>
          <a:noFill/>
        </p:spPr>
        <p:txBody>
          <a:bodyPr wrap="square" lIns="0" tIns="0" rIns="0" bIns="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sz="1150" b="0" i="0" u="none" strike="noStrike" kern="1200" cap="none" spc="0" normalizeH="0" baseline="0" noProof="0">
                <a:ln>
                  <a:noFill/>
                </a:ln>
                <a:solidFill>
                  <a:srgbClr val="262626"/>
                </a:solidFill>
                <a:effectLst/>
                <a:uLnTx/>
                <a:uFillTx/>
                <a:latin typeface="Calibri"/>
              </a:rPr>
              <a:t>Legal documents · Confidential &amp; privileged information · User identity · Prompts and responses</a:t>
            </a:r>
          </a:p>
        </p:txBody>
      </p:sp>
      <p:sp>
        <p:nvSpPr>
          <p:cNvPr id="33" name="Rectangle 32"/>
          <p:cNvSpPr/>
          <p:nvPr/>
        </p:nvSpPr>
        <p:spPr>
          <a:xfrm>
            <a:off x="4622293" y="5151120"/>
            <a:ext cx="3017520" cy="1097280"/>
          </a:xfrm>
          <a:prstGeom prst="rect">
            <a:avLst/>
          </a:prstGeom>
          <a:solidFill>
            <a:srgbClr val="FFFFFF"/>
          </a:solidFill>
          <a:ln w="9525">
            <a:solidFill>
              <a:srgbClr val="D4D4D4"/>
            </a:solidFill>
          </a:ln>
          <a:effectLst>
            <a:outerShdw blurRad="76200" dist="19050" dir="5400000" algn="t" rotWithShape="0">
              <a:srgbClr val="000000">
                <a:alpha val="14000"/>
              </a:srgbClr>
            </a:outerShdw>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34" name="Picture 33" descr="MdPsychology_b.png"/>
          <p:cNvPicPr>
            <a:picLocks noChangeAspect="1"/>
          </p:cNvPicPr>
          <p:nvPr/>
        </p:nvPicPr>
        <p:blipFill>
          <a:blip r:embed="rId7"/>
          <a:stretch>
            <a:fillRect/>
          </a:stretch>
        </p:blipFill>
        <p:spPr>
          <a:xfrm>
            <a:off x="4786885" y="5306568"/>
            <a:ext cx="292608" cy="292608"/>
          </a:xfrm>
          <a:prstGeom prst="rect">
            <a:avLst/>
          </a:prstGeom>
        </p:spPr>
      </p:pic>
      <p:sp>
        <p:nvSpPr>
          <p:cNvPr id="35" name="TextBox 34"/>
          <p:cNvSpPr txBox="1"/>
          <p:nvPr/>
        </p:nvSpPr>
        <p:spPr>
          <a:xfrm>
            <a:off x="5170932" y="5279136"/>
            <a:ext cx="2377439" cy="347472"/>
          </a:xfrm>
          <a:prstGeom prst="rect">
            <a:avLst/>
          </a:prstGeom>
          <a:noFill/>
        </p:spPr>
        <p:txBody>
          <a:bodyPr wrap="square" lIns="0" tIns="0" rIns="0" bIns="0"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sz="1200" b="1" i="0" u="none" strike="noStrike" kern="1200" cap="none" spc="150" normalizeH="0" baseline="0" noProof="0">
                <a:ln>
                  <a:noFill/>
                </a:ln>
                <a:solidFill>
                  <a:srgbClr val="0079CF"/>
                </a:solidFill>
                <a:effectLst/>
                <a:uLnTx/>
                <a:uFillTx/>
                <a:latin typeface="Calibri"/>
              </a:rPr>
              <a:t>WHAT DECISIONS</a:t>
            </a:r>
          </a:p>
        </p:txBody>
      </p:sp>
      <p:sp>
        <p:nvSpPr>
          <p:cNvPr id="36" name="TextBox 35"/>
          <p:cNvSpPr txBox="1"/>
          <p:nvPr/>
        </p:nvSpPr>
        <p:spPr>
          <a:xfrm>
            <a:off x="4786885" y="5663183"/>
            <a:ext cx="2715768" cy="548640"/>
          </a:xfrm>
          <a:prstGeom prst="rect">
            <a:avLst/>
          </a:prstGeom>
          <a:noFill/>
        </p:spPr>
        <p:txBody>
          <a:bodyPr wrap="square" lIns="0" tIns="0" rIns="0" bIns="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sz="1150" b="0" i="0" u="none" strike="noStrike" kern="1200" cap="none" spc="0" normalizeH="0" baseline="0" noProof="0">
                <a:ln>
                  <a:noFill/>
                </a:ln>
                <a:solidFill>
                  <a:srgbClr val="262626"/>
                </a:solidFill>
                <a:effectLst/>
                <a:uLnTx/>
                <a:uFillTx/>
                <a:latin typeface="Calibri"/>
              </a:rPr>
              <a:t>AI assists the user; the human remains responsible for consequential use</a:t>
            </a:r>
          </a:p>
        </p:txBody>
      </p:sp>
      <p:sp>
        <p:nvSpPr>
          <p:cNvPr id="37" name="Oval 36"/>
          <p:cNvSpPr/>
          <p:nvPr/>
        </p:nvSpPr>
        <p:spPr>
          <a:xfrm>
            <a:off x="5239513" y="2613660"/>
            <a:ext cx="1783080" cy="1783080"/>
          </a:xfrm>
          <a:prstGeom prst="ellipse">
            <a:avLst/>
          </a:prstGeom>
          <a:solidFill>
            <a:srgbClr val="013765"/>
          </a:solidFill>
          <a:ln>
            <a:noFill/>
          </a:ln>
        </p:spPr>
        <p:txBody>
          <a:bodyPr wrap="square" lIns="73152" tIns="73152" rIns="73152" bIns="73152"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sz="900" b="1" i="0" u="none" strike="noStrike" kern="1200" cap="none" spc="150" normalizeH="0" baseline="0" noProof="0">
                <a:ln>
                  <a:noFill/>
                </a:ln>
                <a:solidFill>
                  <a:srgbClr val="99D6EA"/>
                </a:solidFill>
                <a:effectLst/>
                <a:uLnTx/>
                <a:uFillTx/>
                <a:latin typeface="Calibri"/>
              </a:rPr>
              <a:t>AI USE CASE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sz="1800" b="1" i="0" u="none" strike="noStrike" kern="1200" cap="none" spc="0" normalizeH="0" baseline="0" noProof="0">
                <a:ln>
                  <a:noFill/>
                </a:ln>
                <a:solidFill>
                  <a:srgbClr val="FFFFFF"/>
                </a:solidFill>
                <a:effectLst/>
                <a:uLnTx/>
                <a:uFillTx/>
                <a:latin typeface="Calibri"/>
              </a:rPr>
              <a:t>Copilot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sz="1800" b="1" i="0" u="none" strike="noStrike" kern="1200" cap="none" spc="0" normalizeH="0" baseline="0" noProof="0">
                <a:ln>
                  <a:noFill/>
                </a:ln>
                <a:solidFill>
                  <a:srgbClr val="FFFFFF"/>
                </a:solidFill>
                <a:effectLst/>
                <a:uLnTx/>
                <a:uFillTx/>
                <a:latin typeface="Calibri"/>
              </a:rPr>
              <a:t>for Legal</a:t>
            </a:r>
          </a:p>
        </p:txBody>
      </p:sp>
      <p:sp>
        <p:nvSpPr>
          <p:cNvPr id="5" name="TextBox 4">
            <a:extLst>
              <a:ext uri="{FF2B5EF4-FFF2-40B4-BE49-F238E27FC236}">
                <a16:creationId xmlns:a16="http://schemas.microsoft.com/office/drawing/2014/main" id="{C0B23C46-C6B7-0601-5939-916B4A221EF9}"/>
              </a:ext>
            </a:extLst>
          </p:cNvPr>
          <p:cNvSpPr txBox="1"/>
          <p:nvPr/>
        </p:nvSpPr>
        <p:spPr>
          <a:xfrm>
            <a:off x="4688840" y="1488103"/>
            <a:ext cx="3017519" cy="954107"/>
          </a:xfrm>
          <a:prstGeom prst="rect">
            <a:avLst/>
          </a:prstGeom>
          <a:noFill/>
        </p:spPr>
        <p:txBody>
          <a:bodyPr wrap="square" lIns="0" tIns="0" rIns="0" bIns="0" anchor="t">
            <a:spAutoFit/>
          </a:bodyPr>
          <a:lstStyle/>
          <a:p>
            <a:pPr algn="ctr"/>
            <a:r>
              <a:rPr lang="en-IN" sz="1600" b="1">
                <a:solidFill>
                  <a:srgbClr val="000000"/>
                </a:solidFill>
              </a:rPr>
              <a:t>Why this matters</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150" b="0" i="1" u="none" strike="noStrike" kern="1200" cap="none" spc="0" normalizeH="0" baseline="0" noProof="0">
              <a:ln>
                <a:noFill/>
              </a:ln>
              <a:solidFill>
                <a:srgbClr val="404040"/>
              </a:solidFill>
              <a:effectLst/>
              <a:uLnTx/>
              <a:uFillTx/>
              <a:latin typeface="Calibri"/>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50" b="0" i="1" u="none" strike="noStrike" kern="1200" cap="none" spc="0" normalizeH="0" baseline="0" noProof="0">
                <a:ln>
                  <a:noFill/>
                </a:ln>
                <a:solidFill>
                  <a:srgbClr val="404040"/>
                </a:solidFill>
                <a:effectLst/>
                <a:uLnTx/>
                <a:uFillTx/>
                <a:latin typeface="Calibri"/>
              </a:rPr>
              <a:t>The governance requirement is driven by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50" b="0" i="1" u="none" strike="noStrike" kern="1200" cap="none" spc="0" normalizeH="0" baseline="0" noProof="0">
                <a:ln>
                  <a:noFill/>
                </a:ln>
                <a:solidFill>
                  <a:srgbClr val="404040"/>
                </a:solidFill>
                <a:effectLst/>
                <a:uLnTx/>
                <a:uFillTx/>
                <a:latin typeface="Calibri"/>
              </a:rPr>
              <a:t>how AI is being used in the business process, not simply by the fact that AI is present.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What Are We Demonstrating?</a:t>
            </a:r>
          </a:p>
        </p:txBody>
      </p:sp>
      <p:sp>
        <p:nvSpPr>
          <p:cNvPr id="101" name="Slide number"/>
          <p:cNvSpPr txBox="1"/>
          <p:nvPr/>
        </p:nvSpPr>
        <p:spPr>
          <a:xfrm>
            <a:off x="10817352" y="6473952"/>
            <a:ext cx="914400" cy="274320"/>
          </a:xfrm>
          <a:prstGeom prst="rect">
            <a:avLst/>
          </a:prstGeom>
          <a:noFill/>
        </p:spPr>
        <p:txBody>
          <a:bodyPr wrap="none">
            <a:spAutoFit/>
          </a:bodyPr>
          <a:lstStyle/>
          <a:p>
            <a:pPr algn="r"/>
            <a:fld id="{B6F15528-21DE-4FAA-801E-634DDDAF4B2B}" type="slidenum">
              <a:rPr lang="en-US" sz="900">
                <a:solidFill>
                  <a:srgbClr val="8C8C8C"/>
                </a:solidFill>
                <a:latin typeface="Calibri"/>
              </a:rPr>
              <a:t>21</a:t>
            </a:fld>
            <a:endParaRPr lang="en-US" sz="900">
              <a:solidFill>
                <a:srgbClr val="8C8C8C"/>
              </a:solidFill>
              <a:latin typeface="Calibri"/>
            </a:endParaRPr>
          </a:p>
        </p:txBody>
      </p:sp>
      <p:sp>
        <p:nvSpPr>
          <p:cNvPr id="127" name="Rectangle 127"/>
          <p:cNvSpPr/>
          <p:nvPr/>
        </p:nvSpPr>
        <p:spPr>
          <a:xfrm>
            <a:off x="1054100" y="1493520"/>
            <a:ext cx="10287000" cy="1097280"/>
          </a:xfrm>
          <a:prstGeom prst="rect">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ctr">
            <a:noAutofit/>
          </a:bodyPr>
          <a:lstStyle/>
          <a:p>
            <a:pPr algn="l">
              <a:spcBef>
                <a:spcPts val="600"/>
              </a:spcBef>
            </a:pPr>
            <a:r>
              <a:rPr lang="en-US" sz="2200" b="1" i="1">
                <a:solidFill>
                  <a:srgbClr val="FFFFFF"/>
                </a:solidFill>
                <a:latin typeface="Calibri"/>
              </a:rPr>
              <a:t>How does governance operate when AI becomes part of everyday work?</a:t>
            </a:r>
          </a:p>
        </p:txBody>
      </p:sp>
      <p:sp>
        <p:nvSpPr>
          <p:cNvPr id="12" name="TextBox 106"/>
          <p:cNvSpPr txBox="1"/>
          <p:nvPr/>
        </p:nvSpPr>
        <p:spPr>
          <a:xfrm>
            <a:off x="1092200" y="3206496"/>
            <a:ext cx="10287000" cy="320040"/>
          </a:xfrm>
          <a:prstGeom prst="rect">
            <a:avLst/>
          </a:prstGeom>
          <a:noFill/>
        </p:spPr>
        <p:txBody>
          <a:bodyPr wrap="square" lIns="0" tIns="0" rIns="0" bIns="0" rtlCol="0" anchor="ctr">
            <a:noAutofit/>
          </a:bodyPr>
          <a:lstStyle/>
          <a:p>
            <a:pPr algn="l"/>
            <a:r>
              <a:rPr lang="en-US" sz="1500" b="0" i="0">
                <a:solidFill>
                  <a:srgbClr val="262626"/>
                </a:solidFill>
                <a:latin typeface="Calibri"/>
              </a:rPr>
              <a:t>We will follow a day in the life of a  Legal professional through a normal working day and observe:</a:t>
            </a:r>
          </a:p>
        </p:txBody>
      </p:sp>
      <p:sp>
        <p:nvSpPr>
          <p:cNvPr id="13" name="Rectangle 107"/>
          <p:cNvSpPr/>
          <p:nvPr/>
        </p:nvSpPr>
        <p:spPr>
          <a:xfrm>
            <a:off x="1092200" y="3709416"/>
            <a:ext cx="1188720" cy="1143000"/>
          </a:xfrm>
          <a:prstGeom prst="roundRect">
            <a:avLst>
              <a:gd name="adj" fmla="val 8000"/>
            </a:avLst>
          </a:prstGeom>
          <a:solidFill>
            <a:srgbClr val="013765"/>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pic>
        <p:nvPicPr>
          <p:cNvPr id="14" name="MdBusinessCenter_w.png" descr="MdBusinessCenter_w.png"/>
          <p:cNvPicPr>
            <a:picLocks noChangeAspect="1"/>
          </p:cNvPicPr>
          <p:nvPr/>
        </p:nvPicPr>
        <p:blipFill>
          <a:blip r:embed="rId2"/>
          <a:stretch>
            <a:fillRect/>
          </a:stretch>
        </p:blipFill>
        <p:spPr>
          <a:xfrm>
            <a:off x="1503680" y="3819144"/>
            <a:ext cx="365760" cy="365760"/>
          </a:xfrm>
          <a:prstGeom prst="rect">
            <a:avLst/>
          </a:prstGeom>
        </p:spPr>
      </p:pic>
      <p:sp>
        <p:nvSpPr>
          <p:cNvPr id="15" name="TextBox 108"/>
          <p:cNvSpPr txBox="1"/>
          <p:nvPr/>
        </p:nvSpPr>
        <p:spPr>
          <a:xfrm>
            <a:off x="1137920" y="4258056"/>
            <a:ext cx="1097280" cy="502920"/>
          </a:xfrm>
          <a:prstGeom prst="rect">
            <a:avLst/>
          </a:prstGeom>
          <a:noFill/>
        </p:spPr>
        <p:txBody>
          <a:bodyPr wrap="square" lIns="0" tIns="0" rIns="0" bIns="0" rtlCol="0" anchor="ctr">
            <a:noAutofit/>
          </a:bodyPr>
          <a:lstStyle/>
          <a:p>
            <a:pPr algn="ctr"/>
            <a:r>
              <a:rPr lang="en-US" sz="1300" b="1" i="0">
                <a:solidFill>
                  <a:srgbClr val="FFFFFF"/>
                </a:solidFill>
                <a:latin typeface="Calibri"/>
              </a:rPr>
              <a:t>Business Activity</a:t>
            </a:r>
          </a:p>
        </p:txBody>
      </p:sp>
      <p:cxnSp>
        <p:nvCxnSpPr>
          <p:cNvPr id="16" name="Connector 109"/>
          <p:cNvCxnSpPr/>
          <p:nvPr/>
        </p:nvCxnSpPr>
        <p:spPr>
          <a:xfrm>
            <a:off x="2317496" y="4280916"/>
            <a:ext cx="254508" cy="0"/>
          </a:xfrm>
          <a:prstGeom prst="line">
            <a:avLst/>
          </a:prstGeom>
          <a:ln w="22225">
            <a:solidFill>
              <a:srgbClr val="0079CF"/>
            </a:solidFill>
            <a:tailEnd type="triangle" w="med" len="med"/>
          </a:ln>
        </p:spPr>
      </p:cxnSp>
      <p:sp>
        <p:nvSpPr>
          <p:cNvPr id="17" name="Rectangle 110"/>
          <p:cNvSpPr/>
          <p:nvPr/>
        </p:nvSpPr>
        <p:spPr>
          <a:xfrm>
            <a:off x="2608580" y="3709416"/>
            <a:ext cx="1188720" cy="1143000"/>
          </a:xfrm>
          <a:prstGeom prst="roundRect">
            <a:avLst>
              <a:gd name="adj" fmla="val 8000"/>
            </a:avLst>
          </a:prstGeom>
          <a:solidFill>
            <a:srgbClr val="013765"/>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pic>
        <p:nvPicPr>
          <p:cNvPr id="18" name="MdWarningAmber_w.png" descr="MdWarningAmber_w.png"/>
          <p:cNvPicPr>
            <a:picLocks noChangeAspect="1"/>
          </p:cNvPicPr>
          <p:nvPr/>
        </p:nvPicPr>
        <p:blipFill>
          <a:blip r:embed="rId3"/>
          <a:stretch>
            <a:fillRect/>
          </a:stretch>
        </p:blipFill>
        <p:spPr>
          <a:xfrm>
            <a:off x="3020060" y="3819144"/>
            <a:ext cx="365760" cy="365760"/>
          </a:xfrm>
          <a:prstGeom prst="rect">
            <a:avLst/>
          </a:prstGeom>
        </p:spPr>
      </p:pic>
      <p:sp>
        <p:nvSpPr>
          <p:cNvPr id="19" name="TextBox 111"/>
          <p:cNvSpPr txBox="1"/>
          <p:nvPr/>
        </p:nvSpPr>
        <p:spPr>
          <a:xfrm>
            <a:off x="2654300" y="4258056"/>
            <a:ext cx="1097280" cy="502920"/>
          </a:xfrm>
          <a:prstGeom prst="rect">
            <a:avLst/>
          </a:prstGeom>
          <a:noFill/>
        </p:spPr>
        <p:txBody>
          <a:bodyPr wrap="square" lIns="0" tIns="0" rIns="0" bIns="0" rtlCol="0" anchor="ctr">
            <a:noAutofit/>
          </a:bodyPr>
          <a:lstStyle/>
          <a:p>
            <a:pPr algn="ctr"/>
            <a:r>
              <a:rPr lang="en-US" sz="1300" b="1" i="0">
                <a:solidFill>
                  <a:srgbClr val="FFFFFF"/>
                </a:solidFill>
                <a:latin typeface="Calibri"/>
              </a:rPr>
              <a:t>Risk</a:t>
            </a:r>
          </a:p>
        </p:txBody>
      </p:sp>
      <p:cxnSp>
        <p:nvCxnSpPr>
          <p:cNvPr id="20" name="Connector 112"/>
          <p:cNvCxnSpPr/>
          <p:nvPr/>
        </p:nvCxnSpPr>
        <p:spPr>
          <a:xfrm>
            <a:off x="3833876" y="4280916"/>
            <a:ext cx="254508" cy="0"/>
          </a:xfrm>
          <a:prstGeom prst="line">
            <a:avLst/>
          </a:prstGeom>
          <a:ln w="22225">
            <a:solidFill>
              <a:srgbClr val="0079CF"/>
            </a:solidFill>
            <a:tailEnd type="triangle" w="med" len="med"/>
          </a:ln>
        </p:spPr>
      </p:cxnSp>
      <p:sp>
        <p:nvSpPr>
          <p:cNvPr id="21" name="Rectangle 113"/>
          <p:cNvSpPr/>
          <p:nvPr/>
        </p:nvSpPr>
        <p:spPr>
          <a:xfrm>
            <a:off x="4124960" y="3709416"/>
            <a:ext cx="1188720" cy="1143000"/>
          </a:xfrm>
          <a:prstGeom prst="roundRect">
            <a:avLst>
              <a:gd name="adj" fmla="val 8000"/>
            </a:avLst>
          </a:prstGeom>
          <a:solidFill>
            <a:srgbClr val="013765"/>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pic>
        <p:nvPicPr>
          <p:cNvPr id="22" name="MdRuleFolder_w.png" descr="MdRuleFolder_w.png"/>
          <p:cNvPicPr>
            <a:picLocks noChangeAspect="1"/>
          </p:cNvPicPr>
          <p:nvPr/>
        </p:nvPicPr>
        <p:blipFill>
          <a:blip r:embed="rId4"/>
          <a:stretch>
            <a:fillRect/>
          </a:stretch>
        </p:blipFill>
        <p:spPr>
          <a:xfrm>
            <a:off x="4536440" y="3819144"/>
            <a:ext cx="365760" cy="365760"/>
          </a:xfrm>
          <a:prstGeom prst="rect">
            <a:avLst/>
          </a:prstGeom>
        </p:spPr>
      </p:pic>
      <p:sp>
        <p:nvSpPr>
          <p:cNvPr id="23" name="TextBox 114"/>
          <p:cNvSpPr txBox="1"/>
          <p:nvPr/>
        </p:nvSpPr>
        <p:spPr>
          <a:xfrm>
            <a:off x="4170680" y="4258056"/>
            <a:ext cx="1097280" cy="502920"/>
          </a:xfrm>
          <a:prstGeom prst="rect">
            <a:avLst/>
          </a:prstGeom>
          <a:noFill/>
        </p:spPr>
        <p:txBody>
          <a:bodyPr wrap="square" lIns="0" tIns="0" rIns="0" bIns="0" rtlCol="0" anchor="ctr">
            <a:noAutofit/>
          </a:bodyPr>
          <a:lstStyle/>
          <a:p>
            <a:pPr algn="ctr"/>
            <a:r>
              <a:rPr lang="en-US" sz="1300" b="1" i="0">
                <a:solidFill>
                  <a:srgbClr val="FFFFFF"/>
                </a:solidFill>
                <a:latin typeface="Calibri"/>
              </a:rPr>
              <a:t>Requirement</a:t>
            </a:r>
          </a:p>
        </p:txBody>
      </p:sp>
      <p:cxnSp>
        <p:nvCxnSpPr>
          <p:cNvPr id="24" name="Connector 115"/>
          <p:cNvCxnSpPr/>
          <p:nvPr/>
        </p:nvCxnSpPr>
        <p:spPr>
          <a:xfrm>
            <a:off x="5350256" y="4280916"/>
            <a:ext cx="254508" cy="0"/>
          </a:xfrm>
          <a:prstGeom prst="line">
            <a:avLst/>
          </a:prstGeom>
          <a:ln w="22225">
            <a:solidFill>
              <a:srgbClr val="0079CF"/>
            </a:solidFill>
            <a:tailEnd type="triangle" w="med" len="med"/>
          </a:ln>
        </p:spPr>
      </p:cxnSp>
      <p:sp>
        <p:nvSpPr>
          <p:cNvPr id="25" name="Rectangle 116"/>
          <p:cNvSpPr/>
          <p:nvPr/>
        </p:nvSpPr>
        <p:spPr>
          <a:xfrm>
            <a:off x="5641340" y="3709416"/>
            <a:ext cx="1188720" cy="1143000"/>
          </a:xfrm>
          <a:prstGeom prst="roundRect">
            <a:avLst>
              <a:gd name="adj" fmla="val 8000"/>
            </a:avLst>
          </a:prstGeom>
          <a:solidFill>
            <a:srgbClr val="013765"/>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pic>
        <p:nvPicPr>
          <p:cNvPr id="26" name="MdPolicy_w.png" descr="MdPolicy_w.png"/>
          <p:cNvPicPr>
            <a:picLocks noChangeAspect="1"/>
          </p:cNvPicPr>
          <p:nvPr/>
        </p:nvPicPr>
        <p:blipFill>
          <a:blip r:embed="rId5"/>
          <a:stretch>
            <a:fillRect/>
          </a:stretch>
        </p:blipFill>
        <p:spPr>
          <a:xfrm>
            <a:off x="6052820" y="3819144"/>
            <a:ext cx="365760" cy="365760"/>
          </a:xfrm>
          <a:prstGeom prst="rect">
            <a:avLst/>
          </a:prstGeom>
        </p:spPr>
      </p:pic>
      <p:sp>
        <p:nvSpPr>
          <p:cNvPr id="27" name="TextBox 117"/>
          <p:cNvSpPr txBox="1"/>
          <p:nvPr/>
        </p:nvSpPr>
        <p:spPr>
          <a:xfrm>
            <a:off x="5687060" y="4258056"/>
            <a:ext cx="1097280" cy="502920"/>
          </a:xfrm>
          <a:prstGeom prst="rect">
            <a:avLst/>
          </a:prstGeom>
          <a:noFill/>
        </p:spPr>
        <p:txBody>
          <a:bodyPr wrap="square" lIns="0" tIns="0" rIns="0" bIns="0" rtlCol="0" anchor="ctr">
            <a:noAutofit/>
          </a:bodyPr>
          <a:lstStyle/>
          <a:p>
            <a:pPr algn="ctr"/>
            <a:r>
              <a:rPr lang="en-US" sz="1300" b="1" i="0">
                <a:solidFill>
                  <a:srgbClr val="FFFFFF"/>
                </a:solidFill>
                <a:latin typeface="Calibri"/>
              </a:rPr>
              <a:t>Policy</a:t>
            </a:r>
          </a:p>
        </p:txBody>
      </p:sp>
      <p:cxnSp>
        <p:nvCxnSpPr>
          <p:cNvPr id="28" name="Connector 118"/>
          <p:cNvCxnSpPr/>
          <p:nvPr/>
        </p:nvCxnSpPr>
        <p:spPr>
          <a:xfrm>
            <a:off x="6866636" y="4280916"/>
            <a:ext cx="254508" cy="0"/>
          </a:xfrm>
          <a:prstGeom prst="line">
            <a:avLst/>
          </a:prstGeom>
          <a:ln w="22225">
            <a:solidFill>
              <a:srgbClr val="0079CF"/>
            </a:solidFill>
            <a:tailEnd type="triangle" w="med" len="med"/>
          </a:ln>
        </p:spPr>
      </p:cxnSp>
      <p:sp>
        <p:nvSpPr>
          <p:cNvPr id="29" name="Rectangle 119"/>
          <p:cNvSpPr/>
          <p:nvPr/>
        </p:nvSpPr>
        <p:spPr>
          <a:xfrm>
            <a:off x="7157720" y="3709416"/>
            <a:ext cx="1188720" cy="1143000"/>
          </a:xfrm>
          <a:prstGeom prst="roundRect">
            <a:avLst>
              <a:gd name="adj" fmla="val 8000"/>
            </a:avLst>
          </a:prstGeom>
          <a:solidFill>
            <a:srgbClr val="013765"/>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pic>
        <p:nvPicPr>
          <p:cNvPr id="30" name="MdShield_w.png" descr="MdShield_w.png"/>
          <p:cNvPicPr>
            <a:picLocks noChangeAspect="1"/>
          </p:cNvPicPr>
          <p:nvPr/>
        </p:nvPicPr>
        <p:blipFill>
          <a:blip r:embed="rId6"/>
          <a:stretch>
            <a:fillRect/>
          </a:stretch>
        </p:blipFill>
        <p:spPr>
          <a:xfrm>
            <a:off x="7569200" y="3819144"/>
            <a:ext cx="365760" cy="365760"/>
          </a:xfrm>
          <a:prstGeom prst="rect">
            <a:avLst/>
          </a:prstGeom>
        </p:spPr>
      </p:pic>
      <p:sp>
        <p:nvSpPr>
          <p:cNvPr id="31" name="TextBox 120"/>
          <p:cNvSpPr txBox="1"/>
          <p:nvPr/>
        </p:nvSpPr>
        <p:spPr>
          <a:xfrm>
            <a:off x="7203440" y="4258056"/>
            <a:ext cx="1097280" cy="502920"/>
          </a:xfrm>
          <a:prstGeom prst="rect">
            <a:avLst/>
          </a:prstGeom>
          <a:noFill/>
        </p:spPr>
        <p:txBody>
          <a:bodyPr wrap="square" lIns="0" tIns="0" rIns="0" bIns="0" rtlCol="0" anchor="ctr">
            <a:noAutofit/>
          </a:bodyPr>
          <a:lstStyle/>
          <a:p>
            <a:pPr algn="ctr"/>
            <a:r>
              <a:rPr lang="en-US" sz="1300" b="1" i="0">
                <a:solidFill>
                  <a:srgbClr val="FFFFFF"/>
                </a:solidFill>
                <a:latin typeface="Calibri"/>
              </a:rPr>
              <a:t>Control</a:t>
            </a:r>
          </a:p>
        </p:txBody>
      </p:sp>
      <p:cxnSp>
        <p:nvCxnSpPr>
          <p:cNvPr id="32" name="Connector 121"/>
          <p:cNvCxnSpPr/>
          <p:nvPr/>
        </p:nvCxnSpPr>
        <p:spPr>
          <a:xfrm>
            <a:off x="8383016" y="4280916"/>
            <a:ext cx="254508" cy="0"/>
          </a:xfrm>
          <a:prstGeom prst="line">
            <a:avLst/>
          </a:prstGeom>
          <a:ln w="22225">
            <a:solidFill>
              <a:srgbClr val="0079CF"/>
            </a:solidFill>
            <a:tailEnd type="triangle" w="med" len="med"/>
          </a:ln>
        </p:spPr>
      </p:cxnSp>
      <p:sp>
        <p:nvSpPr>
          <p:cNvPr id="33" name="Rectangle 122"/>
          <p:cNvSpPr/>
          <p:nvPr/>
        </p:nvSpPr>
        <p:spPr>
          <a:xfrm>
            <a:off x="8674100" y="3709416"/>
            <a:ext cx="1188720" cy="1143000"/>
          </a:xfrm>
          <a:prstGeom prst="roundRect">
            <a:avLst>
              <a:gd name="adj" fmla="val 8000"/>
            </a:avLst>
          </a:prstGeom>
          <a:solidFill>
            <a:srgbClr val="013765"/>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pic>
        <p:nvPicPr>
          <p:cNvPr id="34" name="MdTaskAlt_w.png" descr="MdTaskAlt_w.png"/>
          <p:cNvPicPr>
            <a:picLocks noChangeAspect="1"/>
          </p:cNvPicPr>
          <p:nvPr/>
        </p:nvPicPr>
        <p:blipFill>
          <a:blip r:embed="rId7"/>
          <a:stretch>
            <a:fillRect/>
          </a:stretch>
        </p:blipFill>
        <p:spPr>
          <a:xfrm>
            <a:off x="9085580" y="3819144"/>
            <a:ext cx="365760" cy="365760"/>
          </a:xfrm>
          <a:prstGeom prst="rect">
            <a:avLst/>
          </a:prstGeom>
        </p:spPr>
      </p:pic>
      <p:sp>
        <p:nvSpPr>
          <p:cNvPr id="35" name="TextBox 123"/>
          <p:cNvSpPr txBox="1"/>
          <p:nvPr/>
        </p:nvSpPr>
        <p:spPr>
          <a:xfrm>
            <a:off x="8719820" y="4258056"/>
            <a:ext cx="1097280" cy="502920"/>
          </a:xfrm>
          <a:prstGeom prst="rect">
            <a:avLst/>
          </a:prstGeom>
          <a:noFill/>
        </p:spPr>
        <p:txBody>
          <a:bodyPr wrap="square" lIns="0" tIns="0" rIns="0" bIns="0" rtlCol="0" anchor="ctr">
            <a:noAutofit/>
          </a:bodyPr>
          <a:lstStyle/>
          <a:p>
            <a:pPr algn="ctr"/>
            <a:r>
              <a:rPr lang="en-US" sz="1300" b="1" i="0">
                <a:solidFill>
                  <a:srgbClr val="FFFFFF"/>
                </a:solidFill>
                <a:latin typeface="Calibri"/>
              </a:rPr>
              <a:t>Outcome</a:t>
            </a:r>
          </a:p>
        </p:txBody>
      </p:sp>
      <p:cxnSp>
        <p:nvCxnSpPr>
          <p:cNvPr id="36" name="Connector 124"/>
          <p:cNvCxnSpPr/>
          <p:nvPr/>
        </p:nvCxnSpPr>
        <p:spPr>
          <a:xfrm>
            <a:off x="9899396" y="4280916"/>
            <a:ext cx="254508" cy="0"/>
          </a:xfrm>
          <a:prstGeom prst="line">
            <a:avLst/>
          </a:prstGeom>
          <a:ln w="22225">
            <a:solidFill>
              <a:srgbClr val="0079CF"/>
            </a:solidFill>
            <a:tailEnd type="triangle" w="med" len="med"/>
          </a:ln>
        </p:spPr>
      </p:cxnSp>
      <p:sp>
        <p:nvSpPr>
          <p:cNvPr id="37" name="Rectangle 125"/>
          <p:cNvSpPr/>
          <p:nvPr/>
        </p:nvSpPr>
        <p:spPr>
          <a:xfrm>
            <a:off x="10190480" y="3709416"/>
            <a:ext cx="1188720" cy="1143000"/>
          </a:xfrm>
          <a:prstGeom prst="roundRect">
            <a:avLst>
              <a:gd name="adj" fmla="val 8000"/>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pic>
        <p:nvPicPr>
          <p:cNvPr id="38" name="MdFactCheck_w.png" descr="MdFactCheck_w.png"/>
          <p:cNvPicPr>
            <a:picLocks noChangeAspect="1"/>
          </p:cNvPicPr>
          <p:nvPr/>
        </p:nvPicPr>
        <p:blipFill>
          <a:blip r:embed="rId8"/>
          <a:stretch>
            <a:fillRect/>
          </a:stretch>
        </p:blipFill>
        <p:spPr>
          <a:xfrm>
            <a:off x="10601960" y="3819144"/>
            <a:ext cx="365760" cy="365760"/>
          </a:xfrm>
          <a:prstGeom prst="rect">
            <a:avLst/>
          </a:prstGeom>
        </p:spPr>
      </p:pic>
      <p:sp>
        <p:nvSpPr>
          <p:cNvPr id="39" name="TextBox 126"/>
          <p:cNvSpPr txBox="1"/>
          <p:nvPr/>
        </p:nvSpPr>
        <p:spPr>
          <a:xfrm>
            <a:off x="10236200" y="4258056"/>
            <a:ext cx="1097280" cy="502920"/>
          </a:xfrm>
          <a:prstGeom prst="rect">
            <a:avLst/>
          </a:prstGeom>
          <a:noFill/>
        </p:spPr>
        <p:txBody>
          <a:bodyPr wrap="square" lIns="0" tIns="0" rIns="0" bIns="0" rtlCol="0" anchor="ctr">
            <a:noAutofit/>
          </a:bodyPr>
          <a:lstStyle/>
          <a:p>
            <a:pPr algn="ctr"/>
            <a:r>
              <a:rPr lang="en-US" sz="1300" b="1" i="0">
                <a:solidFill>
                  <a:srgbClr val="FFFFFF"/>
                </a:solidFill>
                <a:latin typeface="Calibri"/>
              </a:rPr>
              <a:t>Evidence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Meet Maria</a:t>
            </a:r>
          </a:p>
        </p:txBody>
      </p:sp>
      <p:sp>
        <p:nvSpPr>
          <p:cNvPr id="101" name="Slide number"/>
          <p:cNvSpPr txBox="1"/>
          <p:nvPr/>
        </p:nvSpPr>
        <p:spPr>
          <a:xfrm>
            <a:off x="10817352" y="6473952"/>
            <a:ext cx="914400" cy="274320"/>
          </a:xfrm>
          <a:prstGeom prst="rect">
            <a:avLst/>
          </a:prstGeom>
          <a:noFill/>
        </p:spPr>
        <p:txBody>
          <a:bodyPr wrap="none">
            <a:spAutoFit/>
          </a:bodyPr>
          <a:lstStyle/>
          <a:p>
            <a:pPr algn="r"/>
            <a:fld id="{B6F15528-21DE-4FAA-801E-634DDDAF4B2B}" type="slidenum">
              <a:rPr lang="en-US" sz="900">
                <a:solidFill>
                  <a:srgbClr val="8C8C8C"/>
                </a:solidFill>
                <a:latin typeface="Calibri"/>
              </a:rPr>
              <a:t>22</a:t>
            </a:fld>
            <a:endParaRPr lang="en-US" sz="900">
              <a:solidFill>
                <a:srgbClr val="8C8C8C"/>
              </a:solidFill>
              <a:latin typeface="Calibri"/>
            </a:endParaRPr>
          </a:p>
        </p:txBody>
      </p:sp>
      <p:sp>
        <p:nvSpPr>
          <p:cNvPr id="102" name="TextBox 102"/>
          <p:cNvSpPr txBox="1"/>
          <p:nvPr/>
        </p:nvSpPr>
        <p:spPr>
          <a:xfrm>
            <a:off x="1014984" y="1106424"/>
            <a:ext cx="10058400" cy="274320"/>
          </a:xfrm>
          <a:prstGeom prst="rect">
            <a:avLst/>
          </a:prstGeom>
          <a:noFill/>
        </p:spPr>
        <p:txBody>
          <a:bodyPr wrap="square" lIns="91440" tIns="45720" rIns="91440" bIns="45720" rtlCol="0" anchor="ctr">
            <a:noAutofit/>
          </a:bodyPr>
          <a:lstStyle/>
          <a:p>
            <a:pPr algn="l"/>
            <a:r>
              <a:rPr lang="en-US" sz="1100" b="1" i="0" cap="all" spc="200">
                <a:solidFill>
                  <a:srgbClr val="262626"/>
                </a:solidFill>
                <a:latin typeface="Calibri"/>
              </a:rPr>
              <a:t>A Day in the Life of a Legal Professional</a:t>
            </a:r>
          </a:p>
        </p:txBody>
      </p:sp>
      <p:sp>
        <p:nvSpPr>
          <p:cNvPr id="103" name="Rectangle 103"/>
          <p:cNvSpPr/>
          <p:nvPr/>
        </p:nvSpPr>
        <p:spPr>
          <a:xfrm>
            <a:off x="1097280" y="1508760"/>
            <a:ext cx="4343400" cy="3840480"/>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04" name="Oval 104"/>
          <p:cNvSpPr/>
          <p:nvPr/>
        </p:nvSpPr>
        <p:spPr>
          <a:xfrm>
            <a:off x="1371600" y="1783080"/>
            <a:ext cx="822960" cy="822960"/>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05" name="MdPerson_w.png" descr="MdPerson_w.png"/>
          <p:cNvPicPr>
            <a:picLocks noChangeAspect="1"/>
          </p:cNvPicPr>
          <p:nvPr/>
        </p:nvPicPr>
        <p:blipFill>
          <a:blip r:embed="rId2"/>
          <a:stretch>
            <a:fillRect/>
          </a:stretch>
        </p:blipFill>
        <p:spPr>
          <a:xfrm>
            <a:off x="1552651" y="1964131"/>
            <a:ext cx="460858" cy="460858"/>
          </a:xfrm>
          <a:prstGeom prst="rect">
            <a:avLst/>
          </a:prstGeom>
        </p:spPr>
      </p:pic>
      <p:sp>
        <p:nvSpPr>
          <p:cNvPr id="3" name="TextBox 105"/>
          <p:cNvSpPr txBox="1"/>
          <p:nvPr/>
        </p:nvSpPr>
        <p:spPr>
          <a:xfrm>
            <a:off x="2377440" y="1783080"/>
            <a:ext cx="2926080" cy="822960"/>
          </a:xfrm>
          <a:prstGeom prst="rect">
            <a:avLst/>
          </a:prstGeom>
          <a:noFill/>
        </p:spPr>
        <p:txBody>
          <a:bodyPr wrap="square" lIns="0" tIns="0" rIns="0" bIns="0" rtlCol="0" anchor="ctr">
            <a:noAutofit/>
          </a:bodyPr>
          <a:lstStyle/>
          <a:p>
            <a:pPr algn="l"/>
            <a:r>
              <a:rPr lang="en-US" sz="1800" b="1" i="0">
                <a:solidFill>
                  <a:srgbClr val="013765"/>
                </a:solidFill>
                <a:latin typeface="Calibri"/>
              </a:rPr>
              <a:t>Maria - Legal Counsel</a:t>
            </a:r>
          </a:p>
        </p:txBody>
      </p:sp>
      <p:sp>
        <p:nvSpPr>
          <p:cNvPr id="106" name="TextBox 106"/>
          <p:cNvSpPr txBox="1"/>
          <p:nvPr/>
        </p:nvSpPr>
        <p:spPr>
          <a:xfrm>
            <a:off x="1371600" y="2788920"/>
            <a:ext cx="3840480" cy="320040"/>
          </a:xfrm>
          <a:prstGeom prst="rect">
            <a:avLst/>
          </a:prstGeom>
          <a:noFill/>
        </p:spPr>
        <p:txBody>
          <a:bodyPr wrap="square" lIns="0" tIns="0" rIns="0" bIns="0" rtlCol="0" anchor="t">
            <a:noAutofit/>
          </a:bodyPr>
          <a:lstStyle/>
          <a:p>
            <a:pPr algn="l"/>
            <a:r>
              <a:rPr lang="en-US" sz="1300" b="0" i="0">
                <a:solidFill>
                  <a:srgbClr val="262626"/>
                </a:solidFill>
                <a:latin typeface="Calibri"/>
              </a:rPr>
              <a:t>Maria uses Copilot as part of her normal workday.</a:t>
            </a:r>
          </a:p>
        </p:txBody>
      </p:sp>
      <p:sp>
        <p:nvSpPr>
          <p:cNvPr id="107" name="TextBox 107"/>
          <p:cNvSpPr txBox="1"/>
          <p:nvPr/>
        </p:nvSpPr>
        <p:spPr>
          <a:xfrm>
            <a:off x="1371600" y="3200400"/>
            <a:ext cx="3657600" cy="219456"/>
          </a:xfrm>
          <a:prstGeom prst="rect">
            <a:avLst/>
          </a:prstGeom>
          <a:noFill/>
        </p:spPr>
        <p:txBody>
          <a:bodyPr wrap="square" lIns="0" tIns="0" rIns="0" bIns="0" rtlCol="0" anchor="t">
            <a:noAutofit/>
          </a:bodyPr>
          <a:lstStyle/>
          <a:p>
            <a:pPr algn="l"/>
            <a:r>
              <a:rPr lang="en-US" sz="900" b="1" i="0" cap="all" spc="150">
                <a:solidFill>
                  <a:srgbClr val="0079CF"/>
                </a:solidFill>
                <a:latin typeface="Calibri"/>
              </a:rPr>
              <a:t>She may use it to:</a:t>
            </a:r>
          </a:p>
        </p:txBody>
      </p:sp>
      <p:pic>
        <p:nvPicPr>
          <p:cNvPr id="108" name="MdDescription_b.png" descr="MdDescription_b.png"/>
          <p:cNvPicPr>
            <a:picLocks noChangeAspect="1"/>
          </p:cNvPicPr>
          <p:nvPr/>
        </p:nvPicPr>
        <p:blipFill>
          <a:blip r:embed="rId3"/>
          <a:stretch>
            <a:fillRect/>
          </a:stretch>
        </p:blipFill>
        <p:spPr>
          <a:xfrm>
            <a:off x="1371600" y="3575304"/>
            <a:ext cx="274320" cy="274320"/>
          </a:xfrm>
          <a:prstGeom prst="rect">
            <a:avLst/>
          </a:prstGeom>
        </p:spPr>
      </p:pic>
      <p:sp>
        <p:nvSpPr>
          <p:cNvPr id="4" name="TextBox 108"/>
          <p:cNvSpPr txBox="1"/>
          <p:nvPr/>
        </p:nvSpPr>
        <p:spPr>
          <a:xfrm>
            <a:off x="1737360" y="3520440"/>
            <a:ext cx="1572768" cy="457200"/>
          </a:xfrm>
          <a:prstGeom prst="rect">
            <a:avLst/>
          </a:prstGeom>
          <a:noFill/>
        </p:spPr>
        <p:txBody>
          <a:bodyPr wrap="square" lIns="0" tIns="0" rIns="0" bIns="0" rtlCol="0" anchor="t">
            <a:noAutofit/>
          </a:bodyPr>
          <a:lstStyle/>
          <a:p>
            <a:pPr algn="l"/>
            <a:r>
              <a:rPr lang="en-US" sz="1200" b="1" i="0">
                <a:solidFill>
                  <a:srgbClr val="262626"/>
                </a:solidFill>
                <a:latin typeface="Calibri"/>
              </a:rPr>
              <a:t>Review contracts</a:t>
            </a:r>
          </a:p>
        </p:txBody>
      </p:sp>
      <p:pic>
        <p:nvPicPr>
          <p:cNvPr id="109" name="MdSearch_b.png" descr="MdSearch_b.png"/>
          <p:cNvPicPr>
            <a:picLocks noChangeAspect="1"/>
          </p:cNvPicPr>
          <p:nvPr/>
        </p:nvPicPr>
        <p:blipFill>
          <a:blip r:embed="rId4"/>
          <a:stretch>
            <a:fillRect/>
          </a:stretch>
        </p:blipFill>
        <p:spPr>
          <a:xfrm>
            <a:off x="1371600" y="4142232"/>
            <a:ext cx="274320" cy="274320"/>
          </a:xfrm>
          <a:prstGeom prst="rect">
            <a:avLst/>
          </a:prstGeom>
        </p:spPr>
      </p:pic>
      <p:sp>
        <p:nvSpPr>
          <p:cNvPr id="5" name="TextBox 109"/>
          <p:cNvSpPr txBox="1"/>
          <p:nvPr/>
        </p:nvSpPr>
        <p:spPr>
          <a:xfrm>
            <a:off x="1737360" y="4087368"/>
            <a:ext cx="1572768" cy="457200"/>
          </a:xfrm>
          <a:prstGeom prst="rect">
            <a:avLst/>
          </a:prstGeom>
          <a:noFill/>
        </p:spPr>
        <p:txBody>
          <a:bodyPr wrap="square" lIns="0" tIns="0" rIns="0" bIns="0" rtlCol="0" anchor="t">
            <a:noAutofit/>
          </a:bodyPr>
          <a:lstStyle/>
          <a:p>
            <a:pPr algn="l"/>
            <a:r>
              <a:rPr lang="en-US" sz="1200" b="1" i="0">
                <a:solidFill>
                  <a:srgbClr val="262626"/>
                </a:solidFill>
                <a:latin typeface="Calibri"/>
              </a:rPr>
              <a:t>Find information</a:t>
            </a:r>
          </a:p>
        </p:txBody>
      </p:sp>
      <p:pic>
        <p:nvPicPr>
          <p:cNvPr id="110" name="MdCompareArrows_b.png" descr="MdCompareArrows_b.png"/>
          <p:cNvPicPr>
            <a:picLocks noChangeAspect="1"/>
          </p:cNvPicPr>
          <p:nvPr/>
        </p:nvPicPr>
        <p:blipFill>
          <a:blip r:embed="rId5"/>
          <a:stretch>
            <a:fillRect/>
          </a:stretch>
        </p:blipFill>
        <p:spPr>
          <a:xfrm>
            <a:off x="1371600" y="4709160"/>
            <a:ext cx="274320" cy="274320"/>
          </a:xfrm>
          <a:prstGeom prst="rect">
            <a:avLst/>
          </a:prstGeom>
        </p:spPr>
      </p:pic>
      <p:sp>
        <p:nvSpPr>
          <p:cNvPr id="6" name="TextBox 110"/>
          <p:cNvSpPr txBox="1"/>
          <p:nvPr/>
        </p:nvSpPr>
        <p:spPr>
          <a:xfrm>
            <a:off x="1737360" y="4654296"/>
            <a:ext cx="1572768" cy="457200"/>
          </a:xfrm>
          <a:prstGeom prst="rect">
            <a:avLst/>
          </a:prstGeom>
          <a:noFill/>
        </p:spPr>
        <p:txBody>
          <a:bodyPr wrap="square" lIns="0" tIns="0" rIns="0" bIns="0" rtlCol="0" anchor="t">
            <a:noAutofit/>
          </a:bodyPr>
          <a:lstStyle/>
          <a:p>
            <a:pPr algn="l"/>
            <a:r>
              <a:rPr lang="en-US" sz="1200" b="1" i="0">
                <a:solidFill>
                  <a:srgbClr val="262626"/>
                </a:solidFill>
                <a:latin typeface="Calibri"/>
              </a:rPr>
              <a:t>Compare documents</a:t>
            </a:r>
          </a:p>
        </p:txBody>
      </p:sp>
      <p:pic>
        <p:nvPicPr>
          <p:cNvPr id="111" name="MdEditNote_b.png" descr="MdEditNote_b.png"/>
          <p:cNvPicPr>
            <a:picLocks noChangeAspect="1"/>
          </p:cNvPicPr>
          <p:nvPr/>
        </p:nvPicPr>
        <p:blipFill>
          <a:blip r:embed="rId6"/>
          <a:stretch>
            <a:fillRect/>
          </a:stretch>
        </p:blipFill>
        <p:spPr>
          <a:xfrm>
            <a:off x="3337560" y="3575304"/>
            <a:ext cx="274320" cy="274320"/>
          </a:xfrm>
          <a:prstGeom prst="rect">
            <a:avLst/>
          </a:prstGeom>
        </p:spPr>
      </p:pic>
      <p:sp>
        <p:nvSpPr>
          <p:cNvPr id="7" name="TextBox 111"/>
          <p:cNvSpPr txBox="1"/>
          <p:nvPr/>
        </p:nvSpPr>
        <p:spPr>
          <a:xfrm>
            <a:off x="3703320" y="3520440"/>
            <a:ext cx="1572768" cy="457200"/>
          </a:xfrm>
          <a:prstGeom prst="rect">
            <a:avLst/>
          </a:prstGeom>
          <a:noFill/>
        </p:spPr>
        <p:txBody>
          <a:bodyPr wrap="square" lIns="0" tIns="0" rIns="0" bIns="0" rtlCol="0" anchor="t">
            <a:noAutofit/>
          </a:bodyPr>
          <a:lstStyle/>
          <a:p>
            <a:pPr algn="l"/>
            <a:r>
              <a:rPr lang="en-US" sz="1200" b="1" i="0">
                <a:solidFill>
                  <a:srgbClr val="262626"/>
                </a:solidFill>
                <a:latin typeface="Calibri"/>
              </a:rPr>
              <a:t>Prepare legal communications</a:t>
            </a:r>
          </a:p>
        </p:txBody>
      </p:sp>
      <p:pic>
        <p:nvPicPr>
          <p:cNvPr id="112" name="MdSummarize_b.png" descr="MdSummarize_b.png"/>
          <p:cNvPicPr>
            <a:picLocks noChangeAspect="1"/>
          </p:cNvPicPr>
          <p:nvPr/>
        </p:nvPicPr>
        <p:blipFill>
          <a:blip r:embed="rId7"/>
          <a:stretch>
            <a:fillRect/>
          </a:stretch>
        </p:blipFill>
        <p:spPr>
          <a:xfrm>
            <a:off x="3337560" y="4142232"/>
            <a:ext cx="274320" cy="274320"/>
          </a:xfrm>
          <a:prstGeom prst="rect">
            <a:avLst/>
          </a:prstGeom>
        </p:spPr>
      </p:pic>
      <p:sp>
        <p:nvSpPr>
          <p:cNvPr id="8" name="TextBox 112"/>
          <p:cNvSpPr txBox="1"/>
          <p:nvPr/>
        </p:nvSpPr>
        <p:spPr>
          <a:xfrm>
            <a:off x="3703320" y="4087368"/>
            <a:ext cx="1572768" cy="457200"/>
          </a:xfrm>
          <a:prstGeom prst="rect">
            <a:avLst/>
          </a:prstGeom>
          <a:noFill/>
        </p:spPr>
        <p:txBody>
          <a:bodyPr wrap="square" lIns="0" tIns="0" rIns="0" bIns="0" rtlCol="0" anchor="t">
            <a:noAutofit/>
          </a:bodyPr>
          <a:lstStyle/>
          <a:p>
            <a:pPr algn="l"/>
            <a:r>
              <a:rPr lang="en-US" sz="1200" b="1" i="0">
                <a:solidFill>
                  <a:srgbClr val="262626"/>
                </a:solidFill>
                <a:latin typeface="Calibri"/>
              </a:rPr>
              <a:t>Summarize information</a:t>
            </a:r>
          </a:p>
        </p:txBody>
      </p:sp>
      <p:pic>
        <p:nvPicPr>
          <p:cNvPr id="113" name="MdLightbulbOutline_b.png" descr="MdLightbulbOutline_b.png"/>
          <p:cNvPicPr>
            <a:picLocks noChangeAspect="1"/>
          </p:cNvPicPr>
          <p:nvPr/>
        </p:nvPicPr>
        <p:blipFill>
          <a:blip r:embed="rId8"/>
          <a:stretch>
            <a:fillRect/>
          </a:stretch>
        </p:blipFill>
        <p:spPr>
          <a:xfrm>
            <a:off x="3337560" y="4709160"/>
            <a:ext cx="274320" cy="274320"/>
          </a:xfrm>
          <a:prstGeom prst="rect">
            <a:avLst/>
          </a:prstGeom>
        </p:spPr>
      </p:pic>
      <p:sp>
        <p:nvSpPr>
          <p:cNvPr id="9" name="TextBox 113"/>
          <p:cNvSpPr txBox="1"/>
          <p:nvPr/>
        </p:nvSpPr>
        <p:spPr>
          <a:xfrm>
            <a:off x="3703320" y="4654296"/>
            <a:ext cx="1572768" cy="457200"/>
          </a:xfrm>
          <a:prstGeom prst="rect">
            <a:avLst/>
          </a:prstGeom>
          <a:noFill/>
        </p:spPr>
        <p:txBody>
          <a:bodyPr wrap="square" lIns="0" tIns="0" rIns="0" bIns="0" rtlCol="0" anchor="t">
            <a:noAutofit/>
          </a:bodyPr>
          <a:lstStyle/>
          <a:p>
            <a:pPr algn="l"/>
            <a:r>
              <a:rPr lang="en-US" sz="1200" b="1" i="0">
                <a:solidFill>
                  <a:srgbClr val="262626"/>
                </a:solidFill>
                <a:latin typeface="Calibri"/>
              </a:rPr>
              <a:t>Prepare recommendations</a:t>
            </a:r>
          </a:p>
        </p:txBody>
      </p:sp>
      <p:sp>
        <p:nvSpPr>
          <p:cNvPr id="114" name="TextBox 114"/>
          <p:cNvSpPr txBox="1"/>
          <p:nvPr/>
        </p:nvSpPr>
        <p:spPr>
          <a:xfrm>
            <a:off x="5715000" y="1508760"/>
            <a:ext cx="5669280" cy="320040"/>
          </a:xfrm>
          <a:prstGeom prst="rect">
            <a:avLst/>
          </a:prstGeom>
          <a:noFill/>
        </p:spPr>
        <p:txBody>
          <a:bodyPr wrap="square" lIns="0" tIns="0" rIns="0" bIns="0" rtlCol="0" anchor="ctr">
            <a:noAutofit/>
          </a:bodyPr>
          <a:lstStyle/>
          <a:p>
            <a:pPr algn="l"/>
            <a:r>
              <a:rPr lang="en-US" sz="1400" b="0" i="0">
                <a:solidFill>
                  <a:srgbClr val="262626"/>
                </a:solidFill>
                <a:latin typeface="Calibri"/>
              </a:rPr>
              <a:t>But throughout the day, different questions arise:</a:t>
            </a:r>
          </a:p>
        </p:txBody>
      </p:sp>
      <p:sp>
        <p:nvSpPr>
          <p:cNvPr id="115" name="Rectangle 115"/>
          <p:cNvSpPr/>
          <p:nvPr/>
        </p:nvSpPr>
        <p:spPr>
          <a:xfrm>
            <a:off x="5715000" y="1938528"/>
            <a:ext cx="5669280" cy="585216"/>
          </a:xfrm>
          <a:prstGeom prst="rect">
            <a:avLst/>
          </a:prstGeom>
          <a:solidFill>
            <a:srgbClr val="F3F6FA"/>
          </a:solidFill>
          <a:ln>
            <a:noFill/>
          </a:ln>
          <a:effectLst/>
        </p:spPr>
        <p:txBody>
          <a:bodyPr wrap="square" lIns="91440" tIns="45720" rIns="91440" bIns="45720" rtlCol="0" anchor="ctr">
            <a:noAutofit/>
          </a:bodyPr>
          <a:lstStyle/>
          <a:p>
            <a:endParaRPr lang="en-US"/>
          </a:p>
        </p:txBody>
      </p:sp>
      <p:sp>
        <p:nvSpPr>
          <p:cNvPr id="116" name="Oval 116"/>
          <p:cNvSpPr/>
          <p:nvPr/>
        </p:nvSpPr>
        <p:spPr>
          <a:xfrm>
            <a:off x="5879592" y="2066544"/>
            <a:ext cx="329184" cy="329184"/>
          </a:xfrm>
          <a:prstGeom prst="ellipse">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US" sz="1100" b="1" i="0">
                <a:solidFill>
                  <a:srgbClr val="FFFFFF"/>
                </a:solidFill>
                <a:latin typeface="Calibri"/>
              </a:rPr>
              <a:t>1</a:t>
            </a:r>
          </a:p>
        </p:txBody>
      </p:sp>
      <p:sp>
        <p:nvSpPr>
          <p:cNvPr id="117" name="TextBox 117"/>
          <p:cNvSpPr txBox="1"/>
          <p:nvPr/>
        </p:nvSpPr>
        <p:spPr>
          <a:xfrm>
            <a:off x="6400800" y="1938528"/>
            <a:ext cx="4846320" cy="585216"/>
          </a:xfrm>
          <a:prstGeom prst="rect">
            <a:avLst/>
          </a:prstGeom>
          <a:noFill/>
        </p:spPr>
        <p:txBody>
          <a:bodyPr wrap="square" lIns="0" tIns="0" rIns="0" bIns="0" rtlCol="0" anchor="ctr">
            <a:noAutofit/>
          </a:bodyPr>
          <a:lstStyle/>
          <a:p>
            <a:pPr algn="l"/>
            <a:r>
              <a:rPr lang="en-US" sz="1500" b="1" i="0">
                <a:solidFill>
                  <a:srgbClr val="013765"/>
                </a:solidFill>
                <a:latin typeface="Calibri"/>
              </a:rPr>
              <a:t>What is Maria allowed to do?</a:t>
            </a:r>
          </a:p>
        </p:txBody>
      </p:sp>
      <p:sp>
        <p:nvSpPr>
          <p:cNvPr id="118" name="Rectangle 118"/>
          <p:cNvSpPr/>
          <p:nvPr/>
        </p:nvSpPr>
        <p:spPr>
          <a:xfrm>
            <a:off x="5715000" y="2633472"/>
            <a:ext cx="5669280" cy="585216"/>
          </a:xfrm>
          <a:prstGeom prst="rect">
            <a:avLst/>
          </a:prstGeom>
          <a:solidFill>
            <a:srgbClr val="F3F6FA"/>
          </a:solidFill>
          <a:ln>
            <a:noFill/>
          </a:ln>
          <a:effectLst/>
        </p:spPr>
        <p:txBody>
          <a:bodyPr wrap="square" lIns="91440" tIns="45720" rIns="91440" bIns="45720" rtlCol="0" anchor="ctr">
            <a:noAutofit/>
          </a:bodyPr>
          <a:lstStyle/>
          <a:p>
            <a:endParaRPr lang="en-US"/>
          </a:p>
        </p:txBody>
      </p:sp>
      <p:sp>
        <p:nvSpPr>
          <p:cNvPr id="119" name="Oval 119"/>
          <p:cNvSpPr/>
          <p:nvPr/>
        </p:nvSpPr>
        <p:spPr>
          <a:xfrm>
            <a:off x="5879592" y="2761488"/>
            <a:ext cx="329184" cy="329184"/>
          </a:xfrm>
          <a:prstGeom prst="ellipse">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US" sz="1100" b="1" i="0">
                <a:solidFill>
                  <a:srgbClr val="FFFFFF"/>
                </a:solidFill>
                <a:latin typeface="Calibri"/>
              </a:rPr>
              <a:t>2</a:t>
            </a:r>
          </a:p>
        </p:txBody>
      </p:sp>
      <p:sp>
        <p:nvSpPr>
          <p:cNvPr id="120" name="TextBox 120"/>
          <p:cNvSpPr txBox="1"/>
          <p:nvPr/>
        </p:nvSpPr>
        <p:spPr>
          <a:xfrm>
            <a:off x="6400800" y="2633472"/>
            <a:ext cx="4846320" cy="585216"/>
          </a:xfrm>
          <a:prstGeom prst="rect">
            <a:avLst/>
          </a:prstGeom>
          <a:noFill/>
        </p:spPr>
        <p:txBody>
          <a:bodyPr wrap="square" lIns="0" tIns="0" rIns="0" bIns="0" rtlCol="0" anchor="ctr">
            <a:noAutofit/>
          </a:bodyPr>
          <a:lstStyle/>
          <a:p>
            <a:pPr algn="l"/>
            <a:r>
              <a:rPr lang="en-US" sz="1500" b="1" i="0">
                <a:solidFill>
                  <a:srgbClr val="013765"/>
                </a:solidFill>
                <a:latin typeface="Calibri"/>
              </a:rPr>
              <a:t>What information is appropriate to use?</a:t>
            </a:r>
          </a:p>
        </p:txBody>
      </p:sp>
      <p:sp>
        <p:nvSpPr>
          <p:cNvPr id="121" name="Rectangle 121"/>
          <p:cNvSpPr/>
          <p:nvPr/>
        </p:nvSpPr>
        <p:spPr>
          <a:xfrm>
            <a:off x="5715000" y="3328416"/>
            <a:ext cx="5669280" cy="585216"/>
          </a:xfrm>
          <a:prstGeom prst="rect">
            <a:avLst/>
          </a:prstGeom>
          <a:solidFill>
            <a:srgbClr val="F3F6FA"/>
          </a:solidFill>
          <a:ln>
            <a:noFill/>
          </a:ln>
          <a:effectLst/>
        </p:spPr>
        <p:txBody>
          <a:bodyPr wrap="square" lIns="91440" tIns="45720" rIns="91440" bIns="45720" rtlCol="0" anchor="ctr">
            <a:noAutofit/>
          </a:bodyPr>
          <a:lstStyle/>
          <a:p>
            <a:endParaRPr lang="en-US"/>
          </a:p>
        </p:txBody>
      </p:sp>
      <p:sp>
        <p:nvSpPr>
          <p:cNvPr id="122" name="Oval 122"/>
          <p:cNvSpPr/>
          <p:nvPr/>
        </p:nvSpPr>
        <p:spPr>
          <a:xfrm>
            <a:off x="5879592" y="3456432"/>
            <a:ext cx="329184" cy="329184"/>
          </a:xfrm>
          <a:prstGeom prst="ellipse">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US" sz="1100" b="1" i="0">
                <a:solidFill>
                  <a:srgbClr val="FFFFFF"/>
                </a:solidFill>
                <a:latin typeface="Calibri"/>
              </a:rPr>
              <a:t>3</a:t>
            </a:r>
          </a:p>
        </p:txBody>
      </p:sp>
      <p:sp>
        <p:nvSpPr>
          <p:cNvPr id="123" name="TextBox 123"/>
          <p:cNvSpPr txBox="1"/>
          <p:nvPr/>
        </p:nvSpPr>
        <p:spPr>
          <a:xfrm>
            <a:off x="6400800" y="3328416"/>
            <a:ext cx="4846320" cy="585216"/>
          </a:xfrm>
          <a:prstGeom prst="rect">
            <a:avLst/>
          </a:prstGeom>
          <a:noFill/>
        </p:spPr>
        <p:txBody>
          <a:bodyPr wrap="square" lIns="0" tIns="0" rIns="0" bIns="0" rtlCol="0" anchor="ctr">
            <a:noAutofit/>
          </a:bodyPr>
          <a:lstStyle/>
          <a:p>
            <a:pPr algn="l"/>
            <a:r>
              <a:rPr lang="en-US" sz="1500" b="1" i="0">
                <a:solidFill>
                  <a:srgbClr val="013765"/>
                </a:solidFill>
                <a:latin typeface="Calibri"/>
              </a:rPr>
              <a:t>What protections are required?</a:t>
            </a:r>
          </a:p>
        </p:txBody>
      </p:sp>
      <p:sp>
        <p:nvSpPr>
          <p:cNvPr id="124" name="Rectangle 124"/>
          <p:cNvSpPr/>
          <p:nvPr/>
        </p:nvSpPr>
        <p:spPr>
          <a:xfrm>
            <a:off x="5715000" y="4023360"/>
            <a:ext cx="5669280" cy="585216"/>
          </a:xfrm>
          <a:prstGeom prst="rect">
            <a:avLst/>
          </a:prstGeom>
          <a:solidFill>
            <a:srgbClr val="F3F6FA"/>
          </a:solidFill>
          <a:ln>
            <a:noFill/>
          </a:ln>
          <a:effectLst/>
        </p:spPr>
        <p:txBody>
          <a:bodyPr wrap="square" lIns="91440" tIns="45720" rIns="91440" bIns="45720" rtlCol="0" anchor="ctr">
            <a:noAutofit/>
          </a:bodyPr>
          <a:lstStyle/>
          <a:p>
            <a:endParaRPr lang="en-US"/>
          </a:p>
        </p:txBody>
      </p:sp>
      <p:sp>
        <p:nvSpPr>
          <p:cNvPr id="125" name="Oval 125"/>
          <p:cNvSpPr/>
          <p:nvPr/>
        </p:nvSpPr>
        <p:spPr>
          <a:xfrm>
            <a:off x="5879592" y="4151376"/>
            <a:ext cx="329184" cy="329184"/>
          </a:xfrm>
          <a:prstGeom prst="ellipse">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US" sz="1100" b="1" i="0">
                <a:solidFill>
                  <a:srgbClr val="FFFFFF"/>
                </a:solidFill>
                <a:latin typeface="Calibri"/>
              </a:rPr>
              <a:t>4</a:t>
            </a:r>
          </a:p>
        </p:txBody>
      </p:sp>
      <p:sp>
        <p:nvSpPr>
          <p:cNvPr id="126" name="TextBox 126"/>
          <p:cNvSpPr txBox="1"/>
          <p:nvPr/>
        </p:nvSpPr>
        <p:spPr>
          <a:xfrm>
            <a:off x="6400800" y="4023360"/>
            <a:ext cx="4846320" cy="585216"/>
          </a:xfrm>
          <a:prstGeom prst="rect">
            <a:avLst/>
          </a:prstGeom>
          <a:noFill/>
        </p:spPr>
        <p:txBody>
          <a:bodyPr wrap="square" lIns="0" tIns="0" rIns="0" bIns="0" rtlCol="0" anchor="ctr">
            <a:noAutofit/>
          </a:bodyPr>
          <a:lstStyle/>
          <a:p>
            <a:pPr algn="l"/>
            <a:r>
              <a:rPr lang="en-US" sz="1500" b="1" i="0">
                <a:solidFill>
                  <a:srgbClr val="013765"/>
                </a:solidFill>
                <a:latin typeface="Calibri"/>
              </a:rPr>
              <a:t>When must Maria make the decision herself?</a:t>
            </a:r>
          </a:p>
        </p:txBody>
      </p:sp>
      <p:sp>
        <p:nvSpPr>
          <p:cNvPr id="127" name="Rectangle 127"/>
          <p:cNvSpPr/>
          <p:nvPr/>
        </p:nvSpPr>
        <p:spPr>
          <a:xfrm>
            <a:off x="5715000" y="4718304"/>
            <a:ext cx="5669280" cy="585216"/>
          </a:xfrm>
          <a:prstGeom prst="rect">
            <a:avLst/>
          </a:prstGeom>
          <a:solidFill>
            <a:srgbClr val="F3F6FA"/>
          </a:solidFill>
          <a:ln>
            <a:noFill/>
          </a:ln>
          <a:effectLst/>
        </p:spPr>
        <p:txBody>
          <a:bodyPr wrap="square" lIns="91440" tIns="45720" rIns="91440" bIns="45720" rtlCol="0" anchor="ctr">
            <a:noAutofit/>
          </a:bodyPr>
          <a:lstStyle/>
          <a:p>
            <a:endParaRPr lang="en-US"/>
          </a:p>
        </p:txBody>
      </p:sp>
      <p:sp>
        <p:nvSpPr>
          <p:cNvPr id="128" name="Oval 128"/>
          <p:cNvSpPr/>
          <p:nvPr/>
        </p:nvSpPr>
        <p:spPr>
          <a:xfrm>
            <a:off x="5879592" y="4846320"/>
            <a:ext cx="329184" cy="329184"/>
          </a:xfrm>
          <a:prstGeom prst="ellipse">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US" sz="1100" b="1" i="0">
                <a:solidFill>
                  <a:srgbClr val="FFFFFF"/>
                </a:solidFill>
                <a:latin typeface="Calibri"/>
              </a:rPr>
              <a:t>5</a:t>
            </a:r>
          </a:p>
        </p:txBody>
      </p:sp>
      <p:sp>
        <p:nvSpPr>
          <p:cNvPr id="129" name="TextBox 129"/>
          <p:cNvSpPr txBox="1"/>
          <p:nvPr/>
        </p:nvSpPr>
        <p:spPr>
          <a:xfrm>
            <a:off x="6400800" y="4718304"/>
            <a:ext cx="4846320" cy="585216"/>
          </a:xfrm>
          <a:prstGeom prst="rect">
            <a:avLst/>
          </a:prstGeom>
          <a:noFill/>
        </p:spPr>
        <p:txBody>
          <a:bodyPr wrap="square" lIns="0" tIns="0" rIns="0" bIns="0" rtlCol="0" anchor="ctr">
            <a:noAutofit/>
          </a:bodyPr>
          <a:lstStyle/>
          <a:p>
            <a:pPr algn="l"/>
            <a:r>
              <a:rPr lang="en-US" sz="1500" b="1" i="0">
                <a:solidFill>
                  <a:srgbClr val="013765"/>
                </a:solidFill>
                <a:latin typeface="Calibri"/>
              </a:rPr>
              <a:t>What can the organization prove afterward?</a:t>
            </a:r>
          </a:p>
        </p:txBody>
      </p:sp>
      <p:sp>
        <p:nvSpPr>
          <p:cNvPr id="130" name="Rectangle 130"/>
          <p:cNvSpPr/>
          <p:nvPr/>
        </p:nvSpPr>
        <p:spPr>
          <a:xfrm>
            <a:off x="1097280" y="5504688"/>
            <a:ext cx="10287000" cy="411480"/>
          </a:xfrm>
          <a:prstGeom prst="rect">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ctr">
            <a:noAutofit/>
          </a:bodyPr>
          <a:lstStyle/>
          <a:p>
            <a:pPr algn="l"/>
            <a:r>
              <a:rPr lang="en-US" sz="1400" b="1" i="1">
                <a:solidFill>
                  <a:srgbClr val="FFFFFF"/>
                </a:solidFill>
                <a:latin typeface="Calibri"/>
              </a:rPr>
              <a:t>Let's follow Maria through her day.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Start Work</a:t>
            </a:r>
          </a:p>
        </p:txBody>
      </p:sp>
      <p:sp>
        <p:nvSpPr>
          <p:cNvPr id="101" name="Slide number"/>
          <p:cNvSpPr txBox="1"/>
          <p:nvPr/>
        </p:nvSpPr>
        <p:spPr>
          <a:xfrm>
            <a:off x="10817352" y="6473952"/>
            <a:ext cx="914400" cy="274320"/>
          </a:xfrm>
          <a:prstGeom prst="rect">
            <a:avLst/>
          </a:prstGeom>
          <a:noFill/>
        </p:spPr>
        <p:txBody>
          <a:bodyPr wrap="none">
            <a:spAutoFit/>
          </a:bodyPr>
          <a:lstStyle/>
          <a:p>
            <a:pPr algn="r"/>
            <a:fld id="{B6F15528-21DE-4FAA-801E-634DDDAF4B2B}" type="slidenum">
              <a:rPr lang="en-US" sz="900">
                <a:solidFill>
                  <a:srgbClr val="8C8C8C"/>
                </a:solidFill>
                <a:latin typeface="Calibri"/>
              </a:rPr>
              <a:t>23</a:t>
            </a:fld>
            <a:endParaRPr lang="en-US" sz="900">
              <a:solidFill>
                <a:srgbClr val="8C8C8C"/>
              </a:solidFill>
              <a:latin typeface="Calibri"/>
            </a:endParaRPr>
          </a:p>
        </p:txBody>
      </p:sp>
      <p:sp>
        <p:nvSpPr>
          <p:cNvPr id="102" name="Rounded Rectangle 102"/>
          <p:cNvSpPr/>
          <p:nvPr/>
        </p:nvSpPr>
        <p:spPr>
          <a:xfrm>
            <a:off x="3145536" y="256032"/>
            <a:ext cx="731520" cy="274320"/>
          </a:xfrm>
          <a:prstGeom prst="roundRect">
            <a:avLst>
              <a:gd name="adj" fmla="val 50000"/>
            </a:avLst>
          </a:prstGeom>
          <a:solidFill>
            <a:srgbClr val="0079CF"/>
          </a:solidFill>
          <a:ln w="9525">
            <a:solidFill>
              <a:srgbClr val="0079CF"/>
            </a:solidFill>
          </a:ln>
          <a:effectLst/>
        </p:spPr>
        <p:txBody>
          <a:bodyPr wrap="square" lIns="0" tIns="0" rIns="0" bIns="0" rtlCol="0" anchor="ctr">
            <a:noAutofit/>
          </a:bodyPr>
          <a:lstStyle/>
          <a:p>
            <a:pPr algn="ctr"/>
            <a:r>
              <a:rPr lang="en-US" sz="900" b="1" i="0">
                <a:solidFill>
                  <a:srgbClr val="FFFFFF"/>
                </a:solidFill>
                <a:latin typeface="Calibri"/>
              </a:rPr>
              <a:t>8:30 AM</a:t>
            </a:r>
          </a:p>
        </p:txBody>
      </p:sp>
      <p:sp>
        <p:nvSpPr>
          <p:cNvPr id="103" name="TextBox 103"/>
          <p:cNvSpPr txBox="1"/>
          <p:nvPr/>
        </p:nvSpPr>
        <p:spPr>
          <a:xfrm>
            <a:off x="3877056"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4" name="Rounded Rectangle 104"/>
          <p:cNvSpPr/>
          <p:nvPr/>
        </p:nvSpPr>
        <p:spPr>
          <a:xfrm>
            <a:off x="402336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9:00 AM</a:t>
            </a:r>
          </a:p>
        </p:txBody>
      </p:sp>
      <p:sp>
        <p:nvSpPr>
          <p:cNvPr id="105" name="TextBox 105"/>
          <p:cNvSpPr txBox="1"/>
          <p:nvPr/>
        </p:nvSpPr>
        <p:spPr>
          <a:xfrm>
            <a:off x="4754880"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6" name="Rounded Rectangle 106"/>
          <p:cNvSpPr/>
          <p:nvPr/>
        </p:nvSpPr>
        <p:spPr>
          <a:xfrm>
            <a:off x="490118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10:00 AM</a:t>
            </a:r>
          </a:p>
        </p:txBody>
      </p:sp>
      <p:sp>
        <p:nvSpPr>
          <p:cNvPr id="107" name="TextBox 107"/>
          <p:cNvSpPr txBox="1"/>
          <p:nvPr/>
        </p:nvSpPr>
        <p:spPr>
          <a:xfrm>
            <a:off x="5632704"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8" name="Rounded Rectangle 108"/>
          <p:cNvSpPr/>
          <p:nvPr/>
        </p:nvSpPr>
        <p:spPr>
          <a:xfrm>
            <a:off x="577900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10:30 AM</a:t>
            </a:r>
          </a:p>
        </p:txBody>
      </p:sp>
      <p:sp>
        <p:nvSpPr>
          <p:cNvPr id="109" name="TextBox 109"/>
          <p:cNvSpPr txBox="1"/>
          <p:nvPr/>
        </p:nvSpPr>
        <p:spPr>
          <a:xfrm>
            <a:off x="6510528"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0" name="Rounded Rectangle 110"/>
          <p:cNvSpPr/>
          <p:nvPr/>
        </p:nvSpPr>
        <p:spPr>
          <a:xfrm>
            <a:off x="665683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endParaRPr lang="en-US" sz="900" b="1" i="0">
              <a:solidFill>
                <a:srgbClr val="8C8C8C"/>
              </a:solidFill>
              <a:latin typeface="Calibri"/>
            </a:endParaRPr>
          </a:p>
        </p:txBody>
      </p:sp>
      <p:sp>
        <p:nvSpPr>
          <p:cNvPr id="111" name="TextBox 111"/>
          <p:cNvSpPr txBox="1"/>
          <p:nvPr/>
        </p:nvSpPr>
        <p:spPr>
          <a:xfrm>
            <a:off x="7388352"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2" name="Rounded Rectangle 112"/>
          <p:cNvSpPr/>
          <p:nvPr/>
        </p:nvSpPr>
        <p:spPr>
          <a:xfrm>
            <a:off x="753465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12:00 PM</a:t>
            </a:r>
          </a:p>
        </p:txBody>
      </p:sp>
      <p:sp>
        <p:nvSpPr>
          <p:cNvPr id="113" name="TextBox 113"/>
          <p:cNvSpPr txBox="1"/>
          <p:nvPr/>
        </p:nvSpPr>
        <p:spPr>
          <a:xfrm>
            <a:off x="8266176"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4" name="Rounded Rectangle 114"/>
          <p:cNvSpPr/>
          <p:nvPr/>
        </p:nvSpPr>
        <p:spPr>
          <a:xfrm>
            <a:off x="841248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1:30 PM</a:t>
            </a:r>
          </a:p>
        </p:txBody>
      </p:sp>
      <p:sp>
        <p:nvSpPr>
          <p:cNvPr id="115" name="TextBox 115"/>
          <p:cNvSpPr txBox="1"/>
          <p:nvPr/>
        </p:nvSpPr>
        <p:spPr>
          <a:xfrm>
            <a:off x="9144000"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6" name="Rounded Rectangle 116"/>
          <p:cNvSpPr/>
          <p:nvPr/>
        </p:nvSpPr>
        <p:spPr>
          <a:xfrm>
            <a:off x="929030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2:30 PM</a:t>
            </a:r>
          </a:p>
        </p:txBody>
      </p:sp>
      <p:sp>
        <p:nvSpPr>
          <p:cNvPr id="117" name="TextBox 117"/>
          <p:cNvSpPr txBox="1"/>
          <p:nvPr/>
        </p:nvSpPr>
        <p:spPr>
          <a:xfrm>
            <a:off x="10021824"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8" name="Rounded Rectangle 118"/>
          <p:cNvSpPr/>
          <p:nvPr/>
        </p:nvSpPr>
        <p:spPr>
          <a:xfrm>
            <a:off x="1016812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3:30 PM</a:t>
            </a:r>
          </a:p>
        </p:txBody>
      </p:sp>
      <p:sp>
        <p:nvSpPr>
          <p:cNvPr id="119" name="TextBox 119"/>
          <p:cNvSpPr txBox="1"/>
          <p:nvPr/>
        </p:nvSpPr>
        <p:spPr>
          <a:xfrm>
            <a:off x="10899648"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20" name="Rounded Rectangle 120"/>
          <p:cNvSpPr/>
          <p:nvPr/>
        </p:nvSpPr>
        <p:spPr>
          <a:xfrm>
            <a:off x="1104595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4:30 PM</a:t>
            </a:r>
          </a:p>
        </p:txBody>
      </p:sp>
      <p:sp>
        <p:nvSpPr>
          <p:cNvPr id="121" name="Rounded Rectangle 121"/>
          <p:cNvSpPr/>
          <p:nvPr/>
        </p:nvSpPr>
        <p:spPr>
          <a:xfrm>
            <a:off x="1097280" y="1110996"/>
            <a:ext cx="786384" cy="237744"/>
          </a:xfrm>
          <a:prstGeom prst="roundRect">
            <a:avLst>
              <a:gd name="adj" fmla="val 12000"/>
            </a:avLst>
          </a:prstGeom>
          <a:solidFill>
            <a:srgbClr val="0079CF"/>
          </a:solidFill>
          <a:ln>
            <a:noFill/>
          </a:ln>
          <a:effectLst/>
        </p:spPr>
        <p:txBody>
          <a:bodyPr wrap="square" lIns="54864" tIns="27432" rIns="54864" bIns="27432" rtlCol="0" anchor="ctr">
            <a:noAutofit/>
          </a:bodyPr>
          <a:lstStyle/>
          <a:p>
            <a:pPr algn="ctr"/>
            <a:r>
              <a:rPr lang="en-US" sz="1000" b="1" i="0">
                <a:solidFill>
                  <a:srgbClr val="FFFFFF"/>
                </a:solidFill>
                <a:latin typeface="Calibri"/>
              </a:rPr>
              <a:t>8:30 AM</a:t>
            </a:r>
          </a:p>
        </p:txBody>
      </p:sp>
      <p:sp>
        <p:nvSpPr>
          <p:cNvPr id="122" name="TextBox 122"/>
          <p:cNvSpPr txBox="1"/>
          <p:nvPr/>
        </p:nvSpPr>
        <p:spPr>
          <a:xfrm>
            <a:off x="1901952" y="1106424"/>
            <a:ext cx="8229600" cy="274320"/>
          </a:xfrm>
          <a:prstGeom prst="rect">
            <a:avLst/>
          </a:prstGeom>
          <a:noFill/>
        </p:spPr>
        <p:txBody>
          <a:bodyPr wrap="square" lIns="91440" tIns="45720" rIns="91440" bIns="45720" rtlCol="0" anchor="ctr">
            <a:noAutofit/>
          </a:bodyPr>
          <a:lstStyle/>
          <a:p>
            <a:pPr algn="l"/>
            <a:r>
              <a:rPr lang="en-US" sz="1100" b="1" i="0" cap="all" spc="200">
                <a:solidFill>
                  <a:srgbClr val="262626"/>
                </a:solidFill>
                <a:latin typeface="Calibri"/>
              </a:rPr>
              <a:t>Maria begins her day</a:t>
            </a:r>
          </a:p>
        </p:txBody>
      </p:sp>
      <p:sp>
        <p:nvSpPr>
          <p:cNvPr id="123" name="Rectangle 123"/>
          <p:cNvSpPr/>
          <p:nvPr/>
        </p:nvSpPr>
        <p:spPr>
          <a:xfrm>
            <a:off x="1097280" y="1536192"/>
            <a:ext cx="3703320" cy="3584448"/>
          </a:xfrm>
          <a:prstGeom prst="rect">
            <a:avLst/>
          </a:prstGeom>
          <a:solidFill>
            <a:srgbClr val="F3F6FA"/>
          </a:solidFill>
          <a:ln>
            <a:noFill/>
          </a:ln>
          <a:effectLst/>
        </p:spPr>
        <p:txBody>
          <a:bodyPr wrap="square" lIns="91440" tIns="45720" rIns="91440" bIns="45720" rtlCol="0" anchor="ctr">
            <a:noAutofit/>
          </a:bodyPr>
          <a:lstStyle/>
          <a:p>
            <a:endParaRPr lang="en-US"/>
          </a:p>
        </p:txBody>
      </p:sp>
      <p:sp>
        <p:nvSpPr>
          <p:cNvPr id="124" name="Oval 124"/>
          <p:cNvSpPr/>
          <p:nvPr/>
        </p:nvSpPr>
        <p:spPr>
          <a:xfrm>
            <a:off x="1325880" y="1764792"/>
            <a:ext cx="566928" cy="566928"/>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25" name="MdLogin_w.png" descr="MdLogin_w.png"/>
          <p:cNvPicPr>
            <a:picLocks noChangeAspect="1"/>
          </p:cNvPicPr>
          <p:nvPr/>
        </p:nvPicPr>
        <p:blipFill>
          <a:blip r:embed="rId2"/>
          <a:stretch>
            <a:fillRect/>
          </a:stretch>
        </p:blipFill>
        <p:spPr>
          <a:xfrm>
            <a:off x="1450604" y="1889516"/>
            <a:ext cx="317480" cy="317480"/>
          </a:xfrm>
          <a:prstGeom prst="rect">
            <a:avLst/>
          </a:prstGeom>
        </p:spPr>
      </p:pic>
      <p:sp>
        <p:nvSpPr>
          <p:cNvPr id="3" name="TextBox 125"/>
          <p:cNvSpPr txBox="1"/>
          <p:nvPr/>
        </p:nvSpPr>
        <p:spPr>
          <a:xfrm>
            <a:off x="1325880" y="2514600"/>
            <a:ext cx="3246120" cy="481584"/>
          </a:xfrm>
          <a:prstGeom prst="rect">
            <a:avLst/>
          </a:prstGeom>
          <a:noFill/>
        </p:spPr>
        <p:txBody>
          <a:bodyPr wrap="square" lIns="0" tIns="0" rIns="0" bIns="0" rtlCol="0" anchor="t">
            <a:noAutofit/>
          </a:bodyPr>
          <a:lstStyle/>
          <a:p>
            <a:pPr algn="l"/>
            <a:r>
              <a:rPr lang="en-US" sz="1400" b="0" i="0">
                <a:solidFill>
                  <a:srgbClr val="262626"/>
                </a:solidFill>
                <a:latin typeface="Calibri"/>
              </a:rPr>
              <a:t>Maria signs in and begins working on matters assigned to her.</a:t>
            </a:r>
          </a:p>
        </p:txBody>
      </p:sp>
      <p:sp>
        <p:nvSpPr>
          <p:cNvPr id="126" name="TextBox 126"/>
          <p:cNvSpPr txBox="1"/>
          <p:nvPr/>
        </p:nvSpPr>
        <p:spPr>
          <a:xfrm>
            <a:off x="1325880" y="3051048"/>
            <a:ext cx="3246120" cy="481584"/>
          </a:xfrm>
          <a:prstGeom prst="rect">
            <a:avLst/>
          </a:prstGeom>
          <a:noFill/>
        </p:spPr>
        <p:txBody>
          <a:bodyPr wrap="square" lIns="0" tIns="0" rIns="0" bIns="0" rtlCol="0" anchor="t">
            <a:noAutofit/>
          </a:bodyPr>
          <a:lstStyle/>
          <a:p>
            <a:pPr algn="l"/>
            <a:r>
              <a:rPr lang="en-US" sz="1400" b="0" i="0">
                <a:solidFill>
                  <a:srgbClr val="262626"/>
                </a:solidFill>
                <a:latin typeface="Calibri"/>
              </a:rPr>
              <a:t>She needs access to the information required for her role.</a:t>
            </a:r>
          </a:p>
        </p:txBody>
      </p:sp>
      <p:sp>
        <p:nvSpPr>
          <p:cNvPr id="127" name="Rectangle 127"/>
          <p:cNvSpPr/>
          <p:nvPr/>
        </p:nvSpPr>
        <p:spPr>
          <a:xfrm>
            <a:off x="5029200" y="1536192"/>
            <a:ext cx="6355080" cy="1043432"/>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28" name="Oval 128"/>
          <p:cNvSpPr/>
          <p:nvPr/>
        </p:nvSpPr>
        <p:spPr>
          <a:xfrm>
            <a:off x="5212080" y="1740916"/>
            <a:ext cx="420624" cy="420624"/>
          </a:xfrm>
          <a:prstGeom prst="ellipse">
            <a:avLst/>
          </a:prstGeom>
          <a:solidFill>
            <a:srgbClr val="F3F4F6"/>
          </a:solidFill>
          <a:ln>
            <a:noFill/>
          </a:ln>
          <a:effectLst/>
        </p:spPr>
        <p:txBody>
          <a:bodyPr wrap="square" lIns="91440" tIns="45720" rIns="91440" bIns="45720" rtlCol="0" anchor="ctr">
            <a:noAutofit/>
          </a:bodyPr>
          <a:lstStyle/>
          <a:p>
            <a:endParaRPr lang="en-US"/>
          </a:p>
        </p:txBody>
      </p:sp>
      <p:pic>
        <p:nvPicPr>
          <p:cNvPr id="129" name="MdWarningAmber_g.png" descr="MdWarningAmber_g.png"/>
          <p:cNvPicPr>
            <a:picLocks noChangeAspect="1"/>
          </p:cNvPicPr>
          <p:nvPr/>
        </p:nvPicPr>
        <p:blipFill>
          <a:blip r:embed="rId3"/>
          <a:stretch>
            <a:fillRect/>
          </a:stretch>
        </p:blipFill>
        <p:spPr>
          <a:xfrm>
            <a:off x="5296205" y="1825041"/>
            <a:ext cx="252374" cy="252374"/>
          </a:xfrm>
          <a:prstGeom prst="rect">
            <a:avLst/>
          </a:prstGeom>
        </p:spPr>
      </p:pic>
      <p:sp>
        <p:nvSpPr>
          <p:cNvPr id="4" name="TextBox 129"/>
          <p:cNvSpPr txBox="1"/>
          <p:nvPr/>
        </p:nvSpPr>
        <p:spPr>
          <a:xfrm>
            <a:off x="5760720" y="1731772"/>
            <a:ext cx="5440680" cy="219456"/>
          </a:xfrm>
          <a:prstGeom prst="rect">
            <a:avLst/>
          </a:prstGeom>
          <a:noFill/>
        </p:spPr>
        <p:txBody>
          <a:bodyPr wrap="square" lIns="0" tIns="0" rIns="0" bIns="0" rtlCol="0" anchor="t">
            <a:noAutofit/>
          </a:bodyPr>
          <a:lstStyle/>
          <a:p>
            <a:pPr algn="l"/>
            <a:r>
              <a:rPr lang="en-US" sz="1000" b="1" i="0" cap="all" spc="100">
                <a:solidFill>
                  <a:srgbClr val="595959"/>
                </a:solidFill>
                <a:latin typeface="Calibri"/>
              </a:rPr>
              <a:t>What could go wrong?</a:t>
            </a:r>
          </a:p>
        </p:txBody>
      </p:sp>
      <p:sp>
        <p:nvSpPr>
          <p:cNvPr id="130" name="TextBox 130"/>
          <p:cNvSpPr txBox="1"/>
          <p:nvPr/>
        </p:nvSpPr>
        <p:spPr>
          <a:xfrm>
            <a:off x="5744125" y="1929723"/>
            <a:ext cx="5440680" cy="451104"/>
          </a:xfrm>
          <a:prstGeom prst="rect">
            <a:avLst/>
          </a:prstGeom>
          <a:noFill/>
        </p:spPr>
        <p:txBody>
          <a:bodyPr wrap="square" lIns="0" tIns="0" rIns="0" bIns="0" rtlCol="0" anchor="t">
            <a:noAutofit/>
          </a:bodyPr>
          <a:lstStyle/>
          <a:p>
            <a:pPr algn="l"/>
            <a:r>
              <a:rPr lang="en-US" sz="1300" b="0" i="0">
                <a:solidFill>
                  <a:srgbClr val="FF0000"/>
                </a:solidFill>
                <a:latin typeface="Calibri"/>
              </a:rPr>
              <a:t>Maria could try to connect with her Personal Laptop, or </a:t>
            </a:r>
            <a:r>
              <a:rPr lang="en-US" sz="1300">
                <a:solidFill>
                  <a:srgbClr val="FF0000"/>
                </a:solidFill>
                <a:latin typeface="Calibri"/>
              </a:rPr>
              <a:t>Gain Access to Co-Pilot without completing Multi Factor Authentication or May not belong to Legal Department where the functionality is rolled out</a:t>
            </a:r>
            <a:endParaRPr lang="en-US" sz="1300" b="0" i="0">
              <a:solidFill>
                <a:srgbClr val="FF0000"/>
              </a:solidFill>
              <a:latin typeface="Calibri"/>
            </a:endParaRPr>
          </a:p>
        </p:txBody>
      </p:sp>
      <p:sp>
        <p:nvSpPr>
          <p:cNvPr id="131" name="Rectangle 131"/>
          <p:cNvSpPr/>
          <p:nvPr/>
        </p:nvSpPr>
        <p:spPr>
          <a:xfrm>
            <a:off x="5029200" y="2707640"/>
            <a:ext cx="6355080" cy="1241552"/>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32" name="Oval 132"/>
          <p:cNvSpPr/>
          <p:nvPr/>
        </p:nvSpPr>
        <p:spPr>
          <a:xfrm>
            <a:off x="5212080" y="2912364"/>
            <a:ext cx="420624" cy="420624"/>
          </a:xfrm>
          <a:prstGeom prst="ellipse">
            <a:avLst/>
          </a:prstGeom>
          <a:solidFill>
            <a:srgbClr val="013765"/>
          </a:solidFill>
          <a:ln>
            <a:noFill/>
          </a:ln>
          <a:effectLst/>
        </p:spPr>
        <p:txBody>
          <a:bodyPr wrap="square" lIns="91440" tIns="45720" rIns="91440" bIns="45720" rtlCol="0" anchor="ctr">
            <a:noAutofit/>
          </a:bodyPr>
          <a:lstStyle/>
          <a:p>
            <a:endParaRPr lang="en-US"/>
          </a:p>
        </p:txBody>
      </p:sp>
      <p:pic>
        <p:nvPicPr>
          <p:cNvPr id="133" name="MdPolicy_w.png" descr="MdPolicy_w.png"/>
          <p:cNvPicPr>
            <a:picLocks noChangeAspect="1"/>
          </p:cNvPicPr>
          <p:nvPr/>
        </p:nvPicPr>
        <p:blipFill>
          <a:blip r:embed="rId4"/>
          <a:stretch>
            <a:fillRect/>
          </a:stretch>
        </p:blipFill>
        <p:spPr>
          <a:xfrm>
            <a:off x="5296205" y="2996489"/>
            <a:ext cx="252374" cy="252374"/>
          </a:xfrm>
          <a:prstGeom prst="rect">
            <a:avLst/>
          </a:prstGeom>
        </p:spPr>
      </p:pic>
      <p:sp>
        <p:nvSpPr>
          <p:cNvPr id="5" name="TextBox 133"/>
          <p:cNvSpPr txBox="1"/>
          <p:nvPr/>
        </p:nvSpPr>
        <p:spPr>
          <a:xfrm>
            <a:off x="5760720" y="2903220"/>
            <a:ext cx="5440680" cy="219456"/>
          </a:xfrm>
          <a:prstGeom prst="rect">
            <a:avLst/>
          </a:prstGeom>
          <a:noFill/>
        </p:spPr>
        <p:txBody>
          <a:bodyPr wrap="square" lIns="0" tIns="0" rIns="0" bIns="0" rtlCol="0" anchor="t">
            <a:noAutofit/>
          </a:bodyPr>
          <a:lstStyle/>
          <a:p>
            <a:pPr algn="l"/>
            <a:r>
              <a:rPr lang="en-US" sz="1000" b="1" i="0" cap="all" spc="100">
                <a:solidFill>
                  <a:srgbClr val="0079CF"/>
                </a:solidFill>
                <a:latin typeface="Calibri"/>
              </a:rPr>
              <a:t>What does the organization require?</a:t>
            </a:r>
          </a:p>
        </p:txBody>
      </p:sp>
      <p:sp>
        <p:nvSpPr>
          <p:cNvPr id="134" name="TextBox 134"/>
          <p:cNvSpPr txBox="1"/>
          <p:nvPr/>
        </p:nvSpPr>
        <p:spPr>
          <a:xfrm>
            <a:off x="5760720" y="3159252"/>
            <a:ext cx="5440680" cy="649224"/>
          </a:xfrm>
          <a:prstGeom prst="rect">
            <a:avLst/>
          </a:prstGeom>
          <a:noFill/>
        </p:spPr>
        <p:txBody>
          <a:bodyPr wrap="square" lIns="0" tIns="0" rIns="0" bIns="0" rtlCol="0" anchor="t">
            <a:noAutofit/>
          </a:bodyPr>
          <a:lstStyle/>
          <a:p>
            <a:pPr algn="l"/>
            <a:r>
              <a:rPr lang="en-US" sz="1300" b="0" i="0">
                <a:solidFill>
                  <a:srgbClr val="262626"/>
                </a:solidFill>
                <a:latin typeface="Calibri"/>
              </a:rPr>
              <a:t>Only an appropriately identified and authorized worker should be able to use the organization's AI capability and business information.</a:t>
            </a:r>
          </a:p>
        </p:txBody>
      </p:sp>
      <p:sp>
        <p:nvSpPr>
          <p:cNvPr id="135" name="Rectangle 135"/>
          <p:cNvSpPr/>
          <p:nvPr/>
        </p:nvSpPr>
        <p:spPr>
          <a:xfrm>
            <a:off x="5029200" y="4077208"/>
            <a:ext cx="6355080" cy="1043432"/>
          </a:xfrm>
          <a:prstGeom prst="rect">
            <a:avLst/>
          </a:prstGeom>
          <a:solidFill>
            <a:srgbClr val="0079CF"/>
          </a:solidFill>
          <a:ln w="9525">
            <a:solidFill>
              <a:srgbClr val="0079CF"/>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36" name="Oval 136"/>
          <p:cNvSpPr/>
          <p:nvPr/>
        </p:nvSpPr>
        <p:spPr>
          <a:xfrm>
            <a:off x="5212080" y="4281932"/>
            <a:ext cx="420624" cy="420624"/>
          </a:xfrm>
          <a:prstGeom prst="ellipse">
            <a:avLst/>
          </a:prstGeom>
          <a:solidFill>
            <a:srgbClr val="FFFFFF"/>
          </a:solidFill>
          <a:ln>
            <a:noFill/>
          </a:ln>
          <a:effectLst/>
        </p:spPr>
        <p:txBody>
          <a:bodyPr wrap="square" lIns="91440" tIns="45720" rIns="91440" bIns="45720" rtlCol="0" anchor="ctr">
            <a:noAutofit/>
          </a:bodyPr>
          <a:lstStyle/>
          <a:p>
            <a:endParaRPr lang="en-US"/>
          </a:p>
        </p:txBody>
      </p:sp>
      <p:pic>
        <p:nvPicPr>
          <p:cNvPr id="137" name="MdCheckCircle_b.png" descr="MdCheckCircle_b.png"/>
          <p:cNvPicPr>
            <a:picLocks noChangeAspect="1"/>
          </p:cNvPicPr>
          <p:nvPr/>
        </p:nvPicPr>
        <p:blipFill>
          <a:blip r:embed="rId5"/>
          <a:stretch>
            <a:fillRect/>
          </a:stretch>
        </p:blipFill>
        <p:spPr>
          <a:xfrm>
            <a:off x="5296205" y="4366057"/>
            <a:ext cx="252374" cy="252374"/>
          </a:xfrm>
          <a:prstGeom prst="rect">
            <a:avLst/>
          </a:prstGeom>
        </p:spPr>
      </p:pic>
      <p:sp>
        <p:nvSpPr>
          <p:cNvPr id="6" name="TextBox 137"/>
          <p:cNvSpPr txBox="1"/>
          <p:nvPr/>
        </p:nvSpPr>
        <p:spPr>
          <a:xfrm>
            <a:off x="5760720" y="4272788"/>
            <a:ext cx="5440680" cy="219456"/>
          </a:xfrm>
          <a:prstGeom prst="rect">
            <a:avLst/>
          </a:prstGeom>
          <a:noFill/>
        </p:spPr>
        <p:txBody>
          <a:bodyPr wrap="square" lIns="0" tIns="0" rIns="0" bIns="0" rtlCol="0" anchor="t">
            <a:noAutofit/>
          </a:bodyPr>
          <a:lstStyle/>
          <a:p>
            <a:pPr algn="l"/>
            <a:r>
              <a:rPr lang="en-US" sz="1000" b="1" i="0" cap="all" spc="100">
                <a:solidFill>
                  <a:srgbClr val="99D6EA"/>
                </a:solidFill>
                <a:latin typeface="Calibri"/>
              </a:rPr>
              <a:t>What does Maria experience?</a:t>
            </a:r>
          </a:p>
        </p:txBody>
      </p:sp>
      <p:sp>
        <p:nvSpPr>
          <p:cNvPr id="138" name="TextBox 138"/>
          <p:cNvSpPr txBox="1"/>
          <p:nvPr/>
        </p:nvSpPr>
        <p:spPr>
          <a:xfrm>
            <a:off x="5760720" y="4528820"/>
            <a:ext cx="5440680" cy="481584"/>
          </a:xfrm>
          <a:prstGeom prst="rect">
            <a:avLst/>
          </a:prstGeom>
          <a:noFill/>
        </p:spPr>
        <p:txBody>
          <a:bodyPr wrap="square" lIns="0" tIns="0" rIns="0" bIns="0" rtlCol="0" anchor="t">
            <a:noAutofit/>
          </a:bodyPr>
          <a:lstStyle/>
          <a:p>
            <a:pPr algn="l"/>
            <a:r>
              <a:rPr lang="en-US" sz="1400" b="1" i="0">
                <a:solidFill>
                  <a:srgbClr val="FFFFFF"/>
                </a:solidFill>
                <a:latin typeface="Calibri"/>
              </a:rPr>
              <a:t>She signs in and gets access to the work she is permitted to perform.</a:t>
            </a:r>
          </a:p>
        </p:txBody>
      </p:sp>
      <p:sp>
        <p:nvSpPr>
          <p:cNvPr id="139" name="Rectangle 139"/>
          <p:cNvSpPr/>
          <p:nvPr/>
        </p:nvSpPr>
        <p:spPr>
          <a:xfrm>
            <a:off x="1097280" y="5303520"/>
            <a:ext cx="10287000" cy="640080"/>
          </a:xfrm>
          <a:prstGeom prst="rect">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40" name="TextBox 140"/>
          <p:cNvSpPr txBox="1"/>
          <p:nvPr/>
        </p:nvSpPr>
        <p:spPr>
          <a:xfrm>
            <a:off x="1371600" y="5303520"/>
            <a:ext cx="2377440" cy="640080"/>
          </a:xfrm>
          <a:prstGeom prst="rect">
            <a:avLst/>
          </a:prstGeom>
          <a:noFill/>
        </p:spPr>
        <p:txBody>
          <a:bodyPr wrap="square" lIns="0" tIns="0" rIns="0" bIns="0" rtlCol="0" anchor="ctr">
            <a:noAutofit/>
          </a:bodyPr>
          <a:lstStyle/>
          <a:p>
            <a:pPr algn="l"/>
            <a:r>
              <a:rPr lang="en-US" sz="1000" b="1" i="0" cap="all" spc="150">
                <a:solidFill>
                  <a:srgbClr val="99D6EA"/>
                </a:solidFill>
                <a:latin typeface="Calibri"/>
              </a:rPr>
              <a:t>Governance behind the scene</a:t>
            </a:r>
          </a:p>
        </p:txBody>
      </p:sp>
      <p:sp>
        <p:nvSpPr>
          <p:cNvPr id="141" name="Rounded Rectangle 141"/>
          <p:cNvSpPr/>
          <p:nvPr/>
        </p:nvSpPr>
        <p:spPr>
          <a:xfrm>
            <a:off x="3840480" y="5440680"/>
            <a:ext cx="957072" cy="365760"/>
          </a:xfrm>
          <a:prstGeom prst="roundRect">
            <a:avLst>
              <a:gd name="adj" fmla="val 12000"/>
            </a:avLst>
          </a:prstGeom>
          <a:solidFill>
            <a:srgbClr val="FFFFFF"/>
          </a:solidFill>
          <a:ln>
            <a:noFill/>
          </a:ln>
          <a:effectLst/>
        </p:spPr>
        <p:txBody>
          <a:bodyPr wrap="square" lIns="54864" tIns="27432" rIns="54864" bIns="27432" rtlCol="0" anchor="ctr">
            <a:noAutofit/>
          </a:bodyPr>
          <a:lstStyle/>
          <a:p>
            <a:pPr algn="ctr"/>
            <a:r>
              <a:rPr lang="en-US" sz="1200" b="1" i="0">
                <a:solidFill>
                  <a:srgbClr val="013765"/>
                </a:solidFill>
                <a:latin typeface="Calibri"/>
              </a:rPr>
              <a:t>Identity</a:t>
            </a:r>
          </a:p>
        </p:txBody>
      </p:sp>
      <p:cxnSp>
        <p:nvCxnSpPr>
          <p:cNvPr id="142" name="Connector 142"/>
          <p:cNvCxnSpPr/>
          <p:nvPr/>
        </p:nvCxnSpPr>
        <p:spPr>
          <a:xfrm>
            <a:off x="4843272" y="5623560"/>
            <a:ext cx="274320" cy="0"/>
          </a:xfrm>
          <a:prstGeom prst="line">
            <a:avLst/>
          </a:prstGeom>
          <a:ln w="22225">
            <a:solidFill>
              <a:srgbClr val="FFFFFF"/>
            </a:solidFill>
            <a:tailEnd type="triangle" w="med" len="med"/>
          </a:ln>
        </p:spPr>
      </p:cxnSp>
      <p:sp>
        <p:nvSpPr>
          <p:cNvPr id="143" name="Rounded Rectangle 143"/>
          <p:cNvSpPr/>
          <p:nvPr/>
        </p:nvSpPr>
        <p:spPr>
          <a:xfrm>
            <a:off x="5163312" y="5440680"/>
            <a:ext cx="1810512" cy="365760"/>
          </a:xfrm>
          <a:prstGeom prst="roundRect">
            <a:avLst>
              <a:gd name="adj" fmla="val 12000"/>
            </a:avLst>
          </a:prstGeom>
          <a:solidFill>
            <a:srgbClr val="FFFFFF"/>
          </a:solidFill>
          <a:ln>
            <a:noFill/>
          </a:ln>
          <a:effectLst/>
        </p:spPr>
        <p:txBody>
          <a:bodyPr wrap="square" lIns="54864" tIns="27432" rIns="54864" bIns="27432" rtlCol="0" anchor="ctr">
            <a:noAutofit/>
          </a:bodyPr>
          <a:lstStyle/>
          <a:p>
            <a:pPr algn="ctr"/>
            <a:r>
              <a:rPr lang="en-US" sz="1200" b="1" i="0">
                <a:solidFill>
                  <a:srgbClr val="013765"/>
                </a:solidFill>
                <a:latin typeface="Calibri"/>
              </a:rPr>
              <a:t>Appropriate Access</a:t>
            </a:r>
          </a:p>
        </p:txBody>
      </p:sp>
      <p:cxnSp>
        <p:nvCxnSpPr>
          <p:cNvPr id="144" name="Connector 144"/>
          <p:cNvCxnSpPr/>
          <p:nvPr/>
        </p:nvCxnSpPr>
        <p:spPr>
          <a:xfrm>
            <a:off x="7019544" y="5623560"/>
            <a:ext cx="274320" cy="0"/>
          </a:xfrm>
          <a:prstGeom prst="line">
            <a:avLst/>
          </a:prstGeom>
          <a:ln w="22225">
            <a:solidFill>
              <a:srgbClr val="FFFFFF"/>
            </a:solidFill>
            <a:tailEnd type="triangle" w="med" len="med"/>
          </a:ln>
        </p:spPr>
      </p:cxnSp>
      <p:sp>
        <p:nvSpPr>
          <p:cNvPr id="145" name="Rounded Rectangle 145"/>
          <p:cNvSpPr/>
          <p:nvPr/>
        </p:nvSpPr>
        <p:spPr>
          <a:xfrm>
            <a:off x="7339584" y="5440680"/>
            <a:ext cx="1810512" cy="365760"/>
          </a:xfrm>
          <a:prstGeom prst="roundRect">
            <a:avLst>
              <a:gd name="adj" fmla="val 12000"/>
            </a:avLst>
          </a:prstGeom>
          <a:solidFill>
            <a:srgbClr val="FFFFFF"/>
          </a:solidFill>
          <a:ln>
            <a:noFill/>
          </a:ln>
          <a:effectLst/>
        </p:spPr>
        <p:txBody>
          <a:bodyPr wrap="square" lIns="54864" tIns="27432" rIns="54864" bIns="27432" rtlCol="0" anchor="ctr">
            <a:noAutofit/>
          </a:bodyPr>
          <a:lstStyle/>
          <a:p>
            <a:pPr algn="ctr"/>
            <a:r>
              <a:rPr lang="en-US" sz="1200" b="1" i="0">
                <a:solidFill>
                  <a:srgbClr val="013765"/>
                </a:solidFill>
                <a:latin typeface="Calibri"/>
              </a:rPr>
              <a:t>Policy Enforcement</a:t>
            </a:r>
          </a:p>
        </p:txBody>
      </p:sp>
      <p:cxnSp>
        <p:nvCxnSpPr>
          <p:cNvPr id="146" name="Connector 146"/>
          <p:cNvCxnSpPr/>
          <p:nvPr/>
        </p:nvCxnSpPr>
        <p:spPr>
          <a:xfrm>
            <a:off x="9195816" y="5623560"/>
            <a:ext cx="274320" cy="0"/>
          </a:xfrm>
          <a:prstGeom prst="line">
            <a:avLst/>
          </a:prstGeom>
          <a:ln w="22225">
            <a:solidFill>
              <a:srgbClr val="FFFFFF"/>
            </a:solidFill>
            <a:tailEnd type="triangle" w="med" len="med"/>
          </a:ln>
        </p:spPr>
      </p:cxnSp>
      <p:sp>
        <p:nvSpPr>
          <p:cNvPr id="147" name="Rounded Rectangle 147"/>
          <p:cNvSpPr/>
          <p:nvPr/>
        </p:nvSpPr>
        <p:spPr>
          <a:xfrm>
            <a:off x="9515856" y="5440680"/>
            <a:ext cx="957072" cy="365760"/>
          </a:xfrm>
          <a:prstGeom prst="roundRect">
            <a:avLst>
              <a:gd name="adj" fmla="val 12000"/>
            </a:avLst>
          </a:prstGeom>
          <a:solidFill>
            <a:srgbClr val="FFFFFF"/>
          </a:solidFill>
          <a:ln>
            <a:noFill/>
          </a:ln>
          <a:effectLst/>
        </p:spPr>
        <p:txBody>
          <a:bodyPr wrap="square" lIns="54864" tIns="27432" rIns="54864" bIns="27432" rtlCol="0" anchor="ctr">
            <a:noAutofit/>
          </a:bodyPr>
          <a:lstStyle/>
          <a:p>
            <a:pPr algn="ctr"/>
            <a:r>
              <a:rPr lang="en-US" sz="1200" b="1" i="0">
                <a:solidFill>
                  <a:srgbClr val="013765"/>
                </a:solidFill>
                <a:latin typeface="Calibri"/>
              </a:rPr>
              <a:t>Evidence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Find Information</a:t>
            </a:r>
          </a:p>
        </p:txBody>
      </p:sp>
      <p:sp>
        <p:nvSpPr>
          <p:cNvPr id="101" name="Slide number"/>
          <p:cNvSpPr txBox="1"/>
          <p:nvPr/>
        </p:nvSpPr>
        <p:spPr>
          <a:xfrm>
            <a:off x="10817352" y="6473952"/>
            <a:ext cx="914400" cy="274320"/>
          </a:xfrm>
          <a:prstGeom prst="rect">
            <a:avLst/>
          </a:prstGeom>
          <a:noFill/>
        </p:spPr>
        <p:txBody>
          <a:bodyPr wrap="none">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6F15528-21DE-4FAA-801E-634DDDAF4B2B}" type="slidenum">
              <a:rPr kumimoji="0" lang="en-US" sz="900" b="0" i="0" u="none" strike="noStrike" kern="1200" cap="none" spc="0" normalizeH="0" baseline="0" noProof="0">
                <a:ln>
                  <a:noFill/>
                </a:ln>
                <a:solidFill>
                  <a:srgbClr val="8C8C8C"/>
                </a:solidFill>
                <a:effectLst/>
                <a:uLnTx/>
                <a:uFillTx/>
                <a:latin typeface="Calibri"/>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sz="900" b="0" i="0" u="none" strike="noStrike" kern="1200" cap="none" spc="0" normalizeH="0" baseline="0" noProof="0">
              <a:ln>
                <a:noFill/>
              </a:ln>
              <a:solidFill>
                <a:srgbClr val="8C8C8C"/>
              </a:solidFill>
              <a:effectLst/>
              <a:uLnTx/>
              <a:uFillTx/>
              <a:latin typeface="Calibri"/>
            </a:endParaRPr>
          </a:p>
        </p:txBody>
      </p:sp>
      <p:sp>
        <p:nvSpPr>
          <p:cNvPr id="102" name="Rounded Rectangle 102"/>
          <p:cNvSpPr/>
          <p:nvPr/>
        </p:nvSpPr>
        <p:spPr>
          <a:xfrm>
            <a:off x="314553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8:30 AM</a:t>
            </a:r>
          </a:p>
        </p:txBody>
      </p:sp>
      <p:sp>
        <p:nvSpPr>
          <p:cNvPr id="103" name="TextBox 103"/>
          <p:cNvSpPr txBox="1"/>
          <p:nvPr/>
        </p:nvSpPr>
        <p:spPr>
          <a:xfrm>
            <a:off x="3877056"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04" name="Rounded Rectangle 104"/>
          <p:cNvSpPr/>
          <p:nvPr/>
        </p:nvSpPr>
        <p:spPr>
          <a:xfrm>
            <a:off x="4023360" y="256032"/>
            <a:ext cx="731520" cy="274320"/>
          </a:xfrm>
          <a:prstGeom prst="roundRect">
            <a:avLst>
              <a:gd name="adj" fmla="val 50000"/>
            </a:avLst>
          </a:prstGeom>
          <a:solidFill>
            <a:srgbClr val="0079CF"/>
          </a:solidFill>
          <a:ln w="9525">
            <a:solidFill>
              <a:srgbClr val="0079CF"/>
            </a:solidFill>
          </a:ln>
          <a:effectLst/>
        </p:spPr>
        <p:txBody>
          <a:bodyPr wrap="square" lIns="0" tIns="0" rIns="0" bIns="0" rtlCol="0" anchor="ctr">
            <a:noAutofit/>
          </a:bodyPr>
          <a:lstStyle/>
          <a:p>
            <a:pPr algn="ctr" fontAlgn="base">
              <a:spcBef>
                <a:spcPct val="0"/>
              </a:spcBef>
              <a:spcAft>
                <a:spcPct val="0"/>
              </a:spcAft>
            </a:pPr>
            <a:r>
              <a:rPr lang="en-US" sz="900" b="1">
                <a:solidFill>
                  <a:srgbClr val="FFFFFF"/>
                </a:solidFill>
                <a:latin typeface="Calibri"/>
              </a:rPr>
              <a:t>9:00 AM</a:t>
            </a:r>
          </a:p>
        </p:txBody>
      </p:sp>
      <p:sp>
        <p:nvSpPr>
          <p:cNvPr id="105" name="TextBox 105"/>
          <p:cNvSpPr txBox="1"/>
          <p:nvPr/>
        </p:nvSpPr>
        <p:spPr>
          <a:xfrm>
            <a:off x="4754880"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06" name="Rounded Rectangle 106"/>
          <p:cNvSpPr/>
          <p:nvPr/>
        </p:nvSpPr>
        <p:spPr>
          <a:xfrm>
            <a:off x="490118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fontAlgn="base">
              <a:spcBef>
                <a:spcPct val="0"/>
              </a:spcBef>
              <a:spcAft>
                <a:spcPct val="0"/>
              </a:spcAft>
            </a:pPr>
            <a:r>
              <a:rPr lang="en-US" sz="900" b="1">
                <a:solidFill>
                  <a:srgbClr val="8C8C8C"/>
                </a:solidFill>
                <a:latin typeface="Calibri"/>
              </a:rPr>
              <a:t>10:00 AM</a:t>
            </a:r>
          </a:p>
        </p:txBody>
      </p:sp>
      <p:sp>
        <p:nvSpPr>
          <p:cNvPr id="107" name="TextBox 107"/>
          <p:cNvSpPr txBox="1"/>
          <p:nvPr/>
        </p:nvSpPr>
        <p:spPr>
          <a:xfrm>
            <a:off x="5632704"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08" name="Rounded Rectangle 108"/>
          <p:cNvSpPr/>
          <p:nvPr/>
        </p:nvSpPr>
        <p:spPr>
          <a:xfrm>
            <a:off x="577900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10:30 AM</a:t>
            </a:r>
          </a:p>
        </p:txBody>
      </p:sp>
      <p:sp>
        <p:nvSpPr>
          <p:cNvPr id="109" name="TextBox 109"/>
          <p:cNvSpPr txBox="1"/>
          <p:nvPr/>
        </p:nvSpPr>
        <p:spPr>
          <a:xfrm>
            <a:off x="6510528"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0" name="Rounded Rectangle 110"/>
          <p:cNvSpPr/>
          <p:nvPr/>
        </p:nvSpPr>
        <p:spPr>
          <a:xfrm>
            <a:off x="665683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900" b="1" i="0" u="none" strike="noStrike" kern="1200" cap="none" spc="0" normalizeH="0" baseline="0" noProof="0">
              <a:ln>
                <a:noFill/>
              </a:ln>
              <a:solidFill>
                <a:srgbClr val="8C8C8C"/>
              </a:solidFill>
              <a:effectLst/>
              <a:uLnTx/>
              <a:uFillTx/>
              <a:latin typeface="Calibri"/>
            </a:endParaRPr>
          </a:p>
        </p:txBody>
      </p:sp>
      <p:sp>
        <p:nvSpPr>
          <p:cNvPr id="111" name="TextBox 111"/>
          <p:cNvSpPr txBox="1"/>
          <p:nvPr/>
        </p:nvSpPr>
        <p:spPr>
          <a:xfrm>
            <a:off x="7388352"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2" name="Rounded Rectangle 112"/>
          <p:cNvSpPr/>
          <p:nvPr/>
        </p:nvSpPr>
        <p:spPr>
          <a:xfrm>
            <a:off x="753465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12:00 PM</a:t>
            </a:r>
          </a:p>
        </p:txBody>
      </p:sp>
      <p:sp>
        <p:nvSpPr>
          <p:cNvPr id="113" name="TextBox 113"/>
          <p:cNvSpPr txBox="1"/>
          <p:nvPr/>
        </p:nvSpPr>
        <p:spPr>
          <a:xfrm>
            <a:off x="8266176"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4" name="Rounded Rectangle 114"/>
          <p:cNvSpPr/>
          <p:nvPr/>
        </p:nvSpPr>
        <p:spPr>
          <a:xfrm>
            <a:off x="841248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1:30 PM</a:t>
            </a:r>
          </a:p>
        </p:txBody>
      </p:sp>
      <p:sp>
        <p:nvSpPr>
          <p:cNvPr id="115" name="TextBox 115"/>
          <p:cNvSpPr txBox="1"/>
          <p:nvPr/>
        </p:nvSpPr>
        <p:spPr>
          <a:xfrm>
            <a:off x="9144000"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6" name="Rounded Rectangle 116"/>
          <p:cNvSpPr/>
          <p:nvPr/>
        </p:nvSpPr>
        <p:spPr>
          <a:xfrm>
            <a:off x="929030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2:30 PM</a:t>
            </a:r>
          </a:p>
        </p:txBody>
      </p:sp>
      <p:sp>
        <p:nvSpPr>
          <p:cNvPr id="117" name="TextBox 117"/>
          <p:cNvSpPr txBox="1"/>
          <p:nvPr/>
        </p:nvSpPr>
        <p:spPr>
          <a:xfrm>
            <a:off x="10021824"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8" name="Rounded Rectangle 118"/>
          <p:cNvSpPr/>
          <p:nvPr/>
        </p:nvSpPr>
        <p:spPr>
          <a:xfrm>
            <a:off x="1016812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3:30 PM</a:t>
            </a:r>
          </a:p>
        </p:txBody>
      </p:sp>
      <p:sp>
        <p:nvSpPr>
          <p:cNvPr id="119" name="TextBox 119"/>
          <p:cNvSpPr txBox="1"/>
          <p:nvPr/>
        </p:nvSpPr>
        <p:spPr>
          <a:xfrm>
            <a:off x="10899648"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20" name="Rounded Rectangle 120"/>
          <p:cNvSpPr/>
          <p:nvPr/>
        </p:nvSpPr>
        <p:spPr>
          <a:xfrm>
            <a:off x="1104595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4:30 PM</a:t>
            </a:r>
          </a:p>
        </p:txBody>
      </p:sp>
      <p:sp>
        <p:nvSpPr>
          <p:cNvPr id="121" name="Rounded Rectangle 121"/>
          <p:cNvSpPr/>
          <p:nvPr/>
        </p:nvSpPr>
        <p:spPr>
          <a:xfrm>
            <a:off x="1097280" y="1110996"/>
            <a:ext cx="786384" cy="237744"/>
          </a:xfrm>
          <a:prstGeom prst="roundRect">
            <a:avLst>
              <a:gd name="adj" fmla="val 12000"/>
            </a:avLst>
          </a:prstGeom>
          <a:solidFill>
            <a:srgbClr val="0079CF"/>
          </a:solidFill>
          <a:ln>
            <a:noFill/>
          </a:ln>
          <a:effectLst/>
        </p:spPr>
        <p:txBody>
          <a:bodyPr wrap="square" lIns="54864" tIns="27432" rIns="54864" bIns="27432"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000" b="1">
                <a:solidFill>
                  <a:srgbClr val="FFFFFF"/>
                </a:solidFill>
                <a:latin typeface="Calibri"/>
              </a:rPr>
              <a:t>09</a:t>
            </a:r>
            <a:r>
              <a:rPr kumimoji="0" lang="en-US" sz="1000" b="1" i="0" u="none" strike="noStrike" kern="1200" cap="none" spc="0" normalizeH="0" baseline="0" noProof="0">
                <a:ln>
                  <a:noFill/>
                </a:ln>
                <a:solidFill>
                  <a:srgbClr val="FFFFFF"/>
                </a:solidFill>
                <a:effectLst/>
                <a:uLnTx/>
                <a:uFillTx/>
                <a:latin typeface="Calibri"/>
              </a:rPr>
              <a:t>:00 AM</a:t>
            </a:r>
          </a:p>
        </p:txBody>
      </p:sp>
      <p:sp>
        <p:nvSpPr>
          <p:cNvPr id="122" name="TextBox 122"/>
          <p:cNvSpPr txBox="1"/>
          <p:nvPr/>
        </p:nvSpPr>
        <p:spPr>
          <a:xfrm>
            <a:off x="1901952" y="1106424"/>
            <a:ext cx="8229600" cy="274320"/>
          </a:xfrm>
          <a:prstGeom prst="rect">
            <a:avLst/>
          </a:prstGeom>
          <a:noFill/>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all" spc="200" normalizeH="0" baseline="0" noProof="0">
                <a:ln>
                  <a:noFill/>
                </a:ln>
                <a:solidFill>
                  <a:srgbClr val="262626"/>
                </a:solidFill>
                <a:effectLst/>
                <a:uLnTx/>
                <a:uFillTx/>
                <a:latin typeface="Calibri"/>
              </a:rPr>
              <a:t>Maria needs information to answer a legal question</a:t>
            </a:r>
          </a:p>
        </p:txBody>
      </p:sp>
      <p:sp>
        <p:nvSpPr>
          <p:cNvPr id="123" name="Rectangle 123"/>
          <p:cNvSpPr/>
          <p:nvPr/>
        </p:nvSpPr>
        <p:spPr>
          <a:xfrm>
            <a:off x="1097280" y="1536192"/>
            <a:ext cx="3703320" cy="3767328"/>
          </a:xfrm>
          <a:prstGeom prst="rect">
            <a:avLst/>
          </a:prstGeom>
          <a:solidFill>
            <a:srgbClr val="F3F6FA"/>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sp>
        <p:nvSpPr>
          <p:cNvPr id="124" name="Oval 124"/>
          <p:cNvSpPr/>
          <p:nvPr/>
        </p:nvSpPr>
        <p:spPr>
          <a:xfrm>
            <a:off x="1325880" y="1764792"/>
            <a:ext cx="566928" cy="566928"/>
          </a:xfrm>
          <a:prstGeom prst="ellipse">
            <a:avLst/>
          </a:prstGeom>
          <a:solidFill>
            <a:srgbClr val="0079CF"/>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125" name="MdSearch_w.png" descr="MdSearch_w.png"/>
          <p:cNvPicPr>
            <a:picLocks noChangeAspect="1"/>
          </p:cNvPicPr>
          <p:nvPr/>
        </p:nvPicPr>
        <p:blipFill>
          <a:blip r:embed="rId2"/>
          <a:stretch>
            <a:fillRect/>
          </a:stretch>
        </p:blipFill>
        <p:spPr>
          <a:xfrm>
            <a:off x="1450604" y="1889516"/>
            <a:ext cx="317480" cy="317480"/>
          </a:xfrm>
          <a:prstGeom prst="rect">
            <a:avLst/>
          </a:prstGeom>
        </p:spPr>
      </p:pic>
      <p:sp>
        <p:nvSpPr>
          <p:cNvPr id="3" name="TextBox 125"/>
          <p:cNvSpPr txBox="1"/>
          <p:nvPr/>
        </p:nvSpPr>
        <p:spPr>
          <a:xfrm>
            <a:off x="1325880" y="2860379"/>
            <a:ext cx="3246120" cy="268224"/>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262626"/>
                </a:solidFill>
                <a:effectLst/>
                <a:uLnTx/>
                <a:uFillTx/>
                <a:latin typeface="Calibri"/>
              </a:rPr>
              <a:t>Maria asks:</a:t>
            </a:r>
          </a:p>
        </p:txBody>
      </p:sp>
      <p:sp>
        <p:nvSpPr>
          <p:cNvPr id="126" name="Rectangle 126"/>
          <p:cNvSpPr/>
          <p:nvPr/>
        </p:nvSpPr>
        <p:spPr>
          <a:xfrm>
            <a:off x="1325880" y="3220043"/>
            <a:ext cx="3246120" cy="646176"/>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TextBox 127"/>
          <p:cNvSpPr txBox="1"/>
          <p:nvPr/>
        </p:nvSpPr>
        <p:spPr>
          <a:xfrm>
            <a:off x="1508760" y="3220043"/>
            <a:ext cx="2880360" cy="646176"/>
          </a:xfrm>
          <a:prstGeom prst="rect">
            <a:avLst/>
          </a:prstGeom>
          <a:noFill/>
        </p:spPr>
        <p:txBody>
          <a:bodyPr wrap="square" lIns="0" tIns="0" rIns="0" bIns="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1" u="none" strike="noStrike" kern="1200" cap="none" spc="0" normalizeH="0" baseline="0" noProof="0">
                <a:ln>
                  <a:noFill/>
                </a:ln>
                <a:solidFill>
                  <a:srgbClr val="013765"/>
                </a:solidFill>
                <a:effectLst/>
                <a:uLnTx/>
                <a:uFillTx/>
                <a:latin typeface="Calibri"/>
              </a:rPr>
              <a:t>“</a:t>
            </a:r>
            <a:r>
              <a:rPr kumimoji="0" lang="en-US" sz="1400" b="1" i="1" u="none" strike="noStrike" kern="1200" cap="none" spc="0" normalizeH="0" baseline="0" noProof="0">
                <a:ln>
                  <a:noFill/>
                </a:ln>
                <a:solidFill>
                  <a:srgbClr val="013765"/>
                </a:solidFill>
                <a:effectLst/>
                <a:uLnTx/>
                <a:uFillTx/>
                <a:latin typeface="Calibri"/>
                <a:cs typeface="Arial"/>
              </a:rPr>
              <a:t>Tell me everything about this supplier.</a:t>
            </a: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sp>
        <p:nvSpPr>
          <p:cNvPr id="128" name="TextBox 128"/>
          <p:cNvSpPr txBox="1"/>
          <p:nvPr/>
        </p:nvSpPr>
        <p:spPr>
          <a:xfrm>
            <a:off x="1325880" y="4051470"/>
            <a:ext cx="3246120" cy="481584"/>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262626"/>
                </a:solidFill>
                <a:effectLst/>
                <a:uLnTx/>
                <a:uFillTx/>
                <a:latin typeface="Calibri"/>
              </a:rPr>
              <a:t>Copilot helps Maria locate relevant information.</a:t>
            </a:r>
          </a:p>
        </p:txBody>
      </p:sp>
      <p:sp>
        <p:nvSpPr>
          <p:cNvPr id="129" name="Rectangle 129"/>
          <p:cNvSpPr/>
          <p:nvPr/>
        </p:nvSpPr>
        <p:spPr>
          <a:xfrm>
            <a:off x="5029200" y="1536192"/>
            <a:ext cx="2948940" cy="1150112"/>
          </a:xfrm>
          <a:prstGeom prst="rect">
            <a:avLst/>
          </a:prstGeom>
          <a:solidFill>
            <a:srgbClr val="F3F4F6"/>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sp>
        <p:nvSpPr>
          <p:cNvPr id="130" name="TextBox 130"/>
          <p:cNvSpPr txBox="1"/>
          <p:nvPr/>
        </p:nvSpPr>
        <p:spPr>
          <a:xfrm>
            <a:off x="5212080" y="1664208"/>
            <a:ext cx="2583180" cy="219456"/>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all" spc="100" normalizeH="0" baseline="0" noProof="0">
                <a:ln>
                  <a:noFill/>
                </a:ln>
                <a:solidFill>
                  <a:srgbClr val="595959"/>
                </a:solidFill>
                <a:effectLst/>
                <a:uLnTx/>
                <a:uFillTx/>
                <a:latin typeface="Calibri"/>
              </a:rPr>
              <a:t>The question is not:</a:t>
            </a:r>
          </a:p>
        </p:txBody>
      </p:sp>
      <p:sp>
        <p:nvSpPr>
          <p:cNvPr id="131" name="TextBox 131"/>
          <p:cNvSpPr txBox="1"/>
          <p:nvPr/>
        </p:nvSpPr>
        <p:spPr>
          <a:xfrm>
            <a:off x="5212080" y="1901952"/>
            <a:ext cx="2583180" cy="692912"/>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a:ln>
                  <a:noFill/>
                </a:ln>
                <a:solidFill>
                  <a:srgbClr val="595959"/>
                </a:solidFill>
                <a:effectLst/>
                <a:uLnTx/>
                <a:uFillTx/>
                <a:latin typeface="Calibri"/>
              </a:rPr>
              <a:t>"Can Copilot find information?"</a:t>
            </a:r>
          </a:p>
        </p:txBody>
      </p:sp>
      <p:cxnSp>
        <p:nvCxnSpPr>
          <p:cNvPr id="132" name="Connector 132"/>
          <p:cNvCxnSpPr/>
          <p:nvPr/>
        </p:nvCxnSpPr>
        <p:spPr>
          <a:xfrm>
            <a:off x="8051292" y="2111248"/>
            <a:ext cx="310896" cy="0"/>
          </a:xfrm>
          <a:prstGeom prst="line">
            <a:avLst/>
          </a:prstGeom>
          <a:ln w="22225">
            <a:solidFill>
              <a:srgbClr val="0079CF"/>
            </a:solidFill>
            <a:tailEnd type="triangle" w="med" len="med"/>
          </a:ln>
        </p:spPr>
      </p:cxnSp>
      <p:sp>
        <p:nvSpPr>
          <p:cNvPr id="133" name="Rectangle 133"/>
          <p:cNvSpPr/>
          <p:nvPr/>
        </p:nvSpPr>
        <p:spPr>
          <a:xfrm>
            <a:off x="8435340" y="1536192"/>
            <a:ext cx="2948940" cy="1150112"/>
          </a:xfrm>
          <a:prstGeom prst="rect">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TextBox 134"/>
          <p:cNvSpPr txBox="1"/>
          <p:nvPr/>
        </p:nvSpPr>
        <p:spPr>
          <a:xfrm>
            <a:off x="8618220" y="1664208"/>
            <a:ext cx="2583180" cy="219456"/>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all" spc="100" normalizeH="0" baseline="0" noProof="0">
                <a:ln>
                  <a:noFill/>
                </a:ln>
                <a:solidFill>
                  <a:srgbClr val="99D6EA"/>
                </a:solidFill>
                <a:effectLst/>
                <a:uLnTx/>
                <a:uFillTx/>
                <a:latin typeface="Calibri"/>
              </a:rPr>
              <a:t>The question is:</a:t>
            </a:r>
          </a:p>
        </p:txBody>
      </p:sp>
      <p:sp>
        <p:nvSpPr>
          <p:cNvPr id="135" name="TextBox 135"/>
          <p:cNvSpPr txBox="1"/>
          <p:nvPr/>
        </p:nvSpPr>
        <p:spPr>
          <a:xfrm>
            <a:off x="8618220" y="1901952"/>
            <a:ext cx="2583180" cy="692912"/>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a:rPr>
              <a:t>"Which information should Maria be able to find?"</a:t>
            </a:r>
          </a:p>
        </p:txBody>
      </p:sp>
      <p:sp>
        <p:nvSpPr>
          <p:cNvPr id="136" name="Rectangle 136"/>
          <p:cNvSpPr/>
          <p:nvPr/>
        </p:nvSpPr>
        <p:spPr>
          <a:xfrm>
            <a:off x="5029200" y="2814320"/>
            <a:ext cx="6355080" cy="1180592"/>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 name="Oval 137"/>
          <p:cNvSpPr/>
          <p:nvPr/>
        </p:nvSpPr>
        <p:spPr>
          <a:xfrm>
            <a:off x="5212080" y="3087624"/>
            <a:ext cx="420624" cy="420624"/>
          </a:xfrm>
          <a:prstGeom prst="ellipse">
            <a:avLst/>
          </a:prstGeom>
          <a:solidFill>
            <a:srgbClr val="013765"/>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138" name="MdPolicy_w.png" descr="MdPolicy_w.png"/>
          <p:cNvPicPr>
            <a:picLocks noChangeAspect="1"/>
          </p:cNvPicPr>
          <p:nvPr/>
        </p:nvPicPr>
        <p:blipFill>
          <a:blip r:embed="rId3"/>
          <a:stretch>
            <a:fillRect/>
          </a:stretch>
        </p:blipFill>
        <p:spPr>
          <a:xfrm>
            <a:off x="5296205" y="3171749"/>
            <a:ext cx="252374" cy="252374"/>
          </a:xfrm>
          <a:prstGeom prst="rect">
            <a:avLst/>
          </a:prstGeom>
        </p:spPr>
      </p:pic>
      <p:sp>
        <p:nvSpPr>
          <p:cNvPr id="4" name="TextBox 138"/>
          <p:cNvSpPr txBox="1"/>
          <p:nvPr/>
        </p:nvSpPr>
        <p:spPr>
          <a:xfrm>
            <a:off x="5760720" y="3078480"/>
            <a:ext cx="5440680" cy="219456"/>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all" spc="100" normalizeH="0" baseline="0" noProof="0">
                <a:ln>
                  <a:noFill/>
                </a:ln>
                <a:solidFill>
                  <a:srgbClr val="0079CF"/>
                </a:solidFill>
                <a:effectLst/>
                <a:uLnTx/>
                <a:uFillTx/>
                <a:latin typeface="Calibri"/>
              </a:rPr>
              <a:t>What does the organization require?</a:t>
            </a:r>
          </a:p>
        </p:txBody>
      </p:sp>
      <p:sp>
        <p:nvSpPr>
          <p:cNvPr id="139" name="TextBox 139"/>
          <p:cNvSpPr txBox="1"/>
          <p:nvPr/>
        </p:nvSpPr>
        <p:spPr>
          <a:xfrm>
            <a:off x="5760720" y="3334512"/>
            <a:ext cx="5440680" cy="451104"/>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300" b="0" i="0" u="none" strike="noStrike" kern="1200" cap="none" spc="0" normalizeH="0" baseline="0" noProof="0">
                <a:ln>
                  <a:noFill/>
                </a:ln>
                <a:solidFill>
                  <a:srgbClr val="262626"/>
                </a:solidFill>
                <a:effectLst/>
                <a:uLnTx/>
                <a:uFillTx/>
                <a:latin typeface="Calibri"/>
              </a:rPr>
              <a:t>Information should be available according to the worker's role, business need and authorization.</a:t>
            </a:r>
          </a:p>
        </p:txBody>
      </p:sp>
      <p:sp>
        <p:nvSpPr>
          <p:cNvPr id="140" name="Rectangle 140"/>
          <p:cNvSpPr/>
          <p:nvPr/>
        </p:nvSpPr>
        <p:spPr>
          <a:xfrm>
            <a:off x="5029200" y="4122928"/>
            <a:ext cx="6355080" cy="1180592"/>
          </a:xfrm>
          <a:prstGeom prst="rect">
            <a:avLst/>
          </a:prstGeom>
          <a:solidFill>
            <a:srgbClr val="0079CF"/>
          </a:solidFill>
          <a:ln w="9525">
            <a:solidFill>
              <a:srgbClr val="0079CF"/>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 name="Oval 141"/>
          <p:cNvSpPr/>
          <p:nvPr/>
        </p:nvSpPr>
        <p:spPr>
          <a:xfrm>
            <a:off x="5212080" y="4396232"/>
            <a:ext cx="420624" cy="420624"/>
          </a:xfrm>
          <a:prstGeom prst="ellipse">
            <a:avLst/>
          </a:prstGeom>
          <a:solidFill>
            <a:srgbClr val="FFFFFF"/>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142" name="MdCheckCircle_b.png" descr="MdCheckCircle_b.png"/>
          <p:cNvPicPr>
            <a:picLocks noChangeAspect="1"/>
          </p:cNvPicPr>
          <p:nvPr/>
        </p:nvPicPr>
        <p:blipFill>
          <a:blip r:embed="rId4"/>
          <a:stretch>
            <a:fillRect/>
          </a:stretch>
        </p:blipFill>
        <p:spPr>
          <a:xfrm>
            <a:off x="5296205" y="4480357"/>
            <a:ext cx="252374" cy="252374"/>
          </a:xfrm>
          <a:prstGeom prst="rect">
            <a:avLst/>
          </a:prstGeom>
        </p:spPr>
      </p:pic>
      <p:sp>
        <p:nvSpPr>
          <p:cNvPr id="5" name="TextBox 142"/>
          <p:cNvSpPr txBox="1"/>
          <p:nvPr/>
        </p:nvSpPr>
        <p:spPr>
          <a:xfrm>
            <a:off x="5760720" y="4387088"/>
            <a:ext cx="5440680" cy="219456"/>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all" spc="100" normalizeH="0" baseline="0" noProof="0">
                <a:ln>
                  <a:noFill/>
                </a:ln>
                <a:solidFill>
                  <a:srgbClr val="99D6EA"/>
                </a:solidFill>
                <a:effectLst/>
                <a:uLnTx/>
                <a:uFillTx/>
                <a:latin typeface="Calibri"/>
              </a:rPr>
              <a:t>What does Maria experience?</a:t>
            </a:r>
          </a:p>
        </p:txBody>
      </p:sp>
      <p:sp>
        <p:nvSpPr>
          <p:cNvPr id="143" name="TextBox 143"/>
          <p:cNvSpPr txBox="1"/>
          <p:nvPr/>
        </p:nvSpPr>
        <p:spPr>
          <a:xfrm>
            <a:off x="5760720" y="4643120"/>
            <a:ext cx="5440680" cy="481584"/>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a:rPr>
              <a:t>Relevant information is available. Information outside her authorized work remains outside the conversation.</a:t>
            </a:r>
          </a:p>
        </p:txBody>
      </p:sp>
      <p:sp>
        <p:nvSpPr>
          <p:cNvPr id="144" name="Rectangle 144"/>
          <p:cNvSpPr/>
          <p:nvPr/>
        </p:nvSpPr>
        <p:spPr>
          <a:xfrm>
            <a:off x="1097280" y="5486400"/>
            <a:ext cx="10287000" cy="457200"/>
          </a:xfrm>
          <a:prstGeom prst="rect">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all" spc="150" normalizeH="0" baseline="0" noProof="0">
                <a:ln>
                  <a:noFill/>
                </a:ln>
                <a:solidFill>
                  <a:srgbClr val="99D6EA"/>
                </a:solidFill>
                <a:effectLst/>
                <a:uLnTx/>
                <a:uFillTx/>
                <a:latin typeface="Calibri"/>
                <a:ea typeface="+mn-ea"/>
                <a:cs typeface="+mn-cs"/>
              </a:rPr>
              <a:t>Governance principle   </a:t>
            </a:r>
            <a:r>
              <a:rPr kumimoji="0" lang="en-US" sz="1300" b="1" i="0" u="none" strike="noStrike" kern="1200" cap="none" spc="0" normalizeH="0" baseline="0" noProof="0">
                <a:ln>
                  <a:noFill/>
                </a:ln>
                <a:solidFill>
                  <a:srgbClr val="FFFFFF"/>
                </a:solidFill>
                <a:effectLst/>
                <a:uLnTx/>
                <a:uFillTx/>
                <a:latin typeface="Calibri"/>
                <a:ea typeface="+mn-ea"/>
                <a:cs typeface="+mn-cs"/>
              </a:rPr>
              <a:t>Access should follow business responsibility - not simply information availability.</a:t>
            </a:r>
          </a:p>
        </p:txBody>
      </p:sp>
      <p:sp>
        <p:nvSpPr>
          <p:cNvPr id="9" name="Text 20">
            <a:extLst>
              <a:ext uri="{FF2B5EF4-FFF2-40B4-BE49-F238E27FC236}">
                <a16:creationId xmlns:a16="http://schemas.microsoft.com/office/drawing/2014/main" id="{9A6260EF-8DBE-8B2A-0503-889038257966}"/>
              </a:ext>
            </a:extLst>
          </p:cNvPr>
          <p:cNvSpPr/>
          <p:nvPr/>
        </p:nvSpPr>
        <p:spPr>
          <a:xfrm>
            <a:off x="10405872" y="751960"/>
            <a:ext cx="1325880" cy="457200"/>
          </a:xfrm>
          <a:prstGeom prst="rect">
            <a:avLst/>
          </a:prstGeom>
          <a:noFill/>
          <a:ln/>
        </p:spPr>
        <p:txBody>
          <a:bodyPr wrap="squar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Period DEMO</a:t>
            </a:r>
            <a:endParaRPr kumimoji="0" lang="en-US" sz="1400" b="0" i="0" u="none" strike="noStrike" kern="1200" cap="none" spc="0" normalizeH="0" baseline="0" noProof="0">
              <a:ln>
                <a:noFill/>
              </a:ln>
              <a:solidFill>
                <a:prstClr val="black"/>
              </a:solidFill>
              <a:effectLst/>
              <a:uLnTx/>
              <a:uFillTx/>
              <a:latin typeface="Arial" panose="020B0604020202020204" pitchFamily="34" charset="0"/>
            </a:endParaRPr>
          </a:p>
        </p:txBody>
      </p:sp>
      <p:sp>
        <p:nvSpPr>
          <p:cNvPr id="10" name="TextBox 125">
            <a:extLst>
              <a:ext uri="{FF2B5EF4-FFF2-40B4-BE49-F238E27FC236}">
                <a16:creationId xmlns:a16="http://schemas.microsoft.com/office/drawing/2014/main" id="{13DB4DC0-23A4-7970-EE9A-021F47EAA726}"/>
              </a:ext>
            </a:extLst>
          </p:cNvPr>
          <p:cNvSpPr txBox="1"/>
          <p:nvPr/>
        </p:nvSpPr>
        <p:spPr>
          <a:xfrm>
            <a:off x="1325880" y="2514600"/>
            <a:ext cx="3246120" cy="481584"/>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262626"/>
                </a:solidFill>
                <a:effectLst/>
                <a:uLnTx/>
                <a:uFillTx/>
                <a:latin typeface="Calibri"/>
              </a:rPr>
              <a:t>Maria is assigned a supplier agreement.</a:t>
            </a:r>
          </a:p>
        </p:txBody>
      </p:sp>
      <p:sp>
        <p:nvSpPr>
          <p:cNvPr id="11" name="TextBox 10">
            <a:extLst>
              <a:ext uri="{FF2B5EF4-FFF2-40B4-BE49-F238E27FC236}">
                <a16:creationId xmlns:a16="http://schemas.microsoft.com/office/drawing/2014/main" id="{5012AC60-EFB6-5683-D083-90DBDB1EACC3}"/>
              </a:ext>
            </a:extLst>
          </p:cNvPr>
          <p:cNvSpPr txBox="1"/>
          <p:nvPr/>
        </p:nvSpPr>
        <p:spPr>
          <a:xfrm>
            <a:off x="10055311" y="762738"/>
            <a:ext cx="1323889" cy="369332"/>
          </a:xfrm>
          <a:prstGeom prst="rect">
            <a:avLst/>
          </a:prstGeom>
          <a:noFill/>
        </p:spPr>
        <p:txBody>
          <a:bodyPr wrap="none" rtlCol="0">
            <a:spAutoFit/>
          </a:bodyPr>
          <a:lstStyle/>
          <a:p>
            <a:r>
              <a:rPr lang="en-IN"/>
              <a:t>11:00 Broad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Review an Assigned Contract</a:t>
            </a:r>
          </a:p>
        </p:txBody>
      </p:sp>
      <p:sp>
        <p:nvSpPr>
          <p:cNvPr id="101" name="Slide number"/>
          <p:cNvSpPr txBox="1"/>
          <p:nvPr/>
        </p:nvSpPr>
        <p:spPr>
          <a:xfrm>
            <a:off x="10817352" y="6473952"/>
            <a:ext cx="914400" cy="274320"/>
          </a:xfrm>
          <a:prstGeom prst="rect">
            <a:avLst/>
          </a:prstGeom>
          <a:noFill/>
        </p:spPr>
        <p:txBody>
          <a:bodyPr wrap="none">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6F15528-21DE-4FAA-801E-634DDDAF4B2B}" type="slidenum">
              <a:rPr kumimoji="0" lang="en-US" sz="900" b="0" i="0" u="none" strike="noStrike" kern="1200" cap="none" spc="0" normalizeH="0" baseline="0" noProof="0">
                <a:ln>
                  <a:noFill/>
                </a:ln>
                <a:solidFill>
                  <a:srgbClr val="8C8C8C"/>
                </a:solidFill>
                <a:effectLst/>
                <a:uLnTx/>
                <a:uFillTx/>
                <a:latin typeface="Calibri"/>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900" b="0" i="0" u="none" strike="noStrike" kern="1200" cap="none" spc="0" normalizeH="0" baseline="0" noProof="0">
              <a:ln>
                <a:noFill/>
              </a:ln>
              <a:solidFill>
                <a:srgbClr val="8C8C8C"/>
              </a:solidFill>
              <a:effectLst/>
              <a:uLnTx/>
              <a:uFillTx/>
              <a:latin typeface="Calibri"/>
            </a:endParaRPr>
          </a:p>
        </p:txBody>
      </p:sp>
      <p:sp>
        <p:nvSpPr>
          <p:cNvPr id="102" name="Rounded Rectangle 102"/>
          <p:cNvSpPr/>
          <p:nvPr/>
        </p:nvSpPr>
        <p:spPr>
          <a:xfrm>
            <a:off x="314553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8:30 AM</a:t>
            </a:r>
          </a:p>
        </p:txBody>
      </p:sp>
      <p:sp>
        <p:nvSpPr>
          <p:cNvPr id="103" name="TextBox 103"/>
          <p:cNvSpPr txBox="1"/>
          <p:nvPr/>
        </p:nvSpPr>
        <p:spPr>
          <a:xfrm>
            <a:off x="3877056"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04" name="Rounded Rectangle 104"/>
          <p:cNvSpPr/>
          <p:nvPr/>
        </p:nvSpPr>
        <p:spPr>
          <a:xfrm>
            <a:off x="402336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fontAlgn="base">
              <a:spcBef>
                <a:spcPct val="0"/>
              </a:spcBef>
              <a:spcAft>
                <a:spcPct val="0"/>
              </a:spcAft>
            </a:pPr>
            <a:r>
              <a:rPr lang="en-US" sz="900" b="1">
                <a:solidFill>
                  <a:srgbClr val="8C8C8C"/>
                </a:solidFill>
                <a:latin typeface="Calibri"/>
              </a:rPr>
              <a:t>9:00 AM</a:t>
            </a:r>
          </a:p>
        </p:txBody>
      </p:sp>
      <p:sp>
        <p:nvSpPr>
          <p:cNvPr id="105" name="TextBox 105"/>
          <p:cNvSpPr txBox="1"/>
          <p:nvPr/>
        </p:nvSpPr>
        <p:spPr>
          <a:xfrm>
            <a:off x="4754880"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06" name="Rounded Rectangle 106"/>
          <p:cNvSpPr/>
          <p:nvPr/>
        </p:nvSpPr>
        <p:spPr>
          <a:xfrm>
            <a:off x="4901184" y="256032"/>
            <a:ext cx="731520" cy="274320"/>
          </a:xfrm>
          <a:prstGeom prst="roundRect">
            <a:avLst>
              <a:gd name="adj" fmla="val 50000"/>
            </a:avLst>
          </a:prstGeom>
          <a:solidFill>
            <a:srgbClr val="0079CF"/>
          </a:solidFill>
          <a:ln w="9525">
            <a:solidFill>
              <a:srgbClr val="0079CF"/>
            </a:solidFill>
          </a:ln>
          <a:effectLst/>
        </p:spPr>
        <p:txBody>
          <a:bodyPr wrap="square" lIns="0" tIns="0" rIns="0" bIns="0" rtlCol="0" anchor="ctr">
            <a:noAutofit/>
          </a:bodyPr>
          <a:lstStyle/>
          <a:p>
            <a:pPr algn="ctr" fontAlgn="base">
              <a:spcBef>
                <a:spcPct val="0"/>
              </a:spcBef>
              <a:spcAft>
                <a:spcPct val="0"/>
              </a:spcAft>
            </a:pPr>
            <a:r>
              <a:rPr lang="en-US" sz="900" b="1">
                <a:solidFill>
                  <a:srgbClr val="FFFFFF"/>
                </a:solidFill>
                <a:latin typeface="Calibri"/>
              </a:rPr>
              <a:t>10:00 AM</a:t>
            </a:r>
          </a:p>
        </p:txBody>
      </p:sp>
      <p:sp>
        <p:nvSpPr>
          <p:cNvPr id="107" name="TextBox 107"/>
          <p:cNvSpPr txBox="1"/>
          <p:nvPr/>
        </p:nvSpPr>
        <p:spPr>
          <a:xfrm>
            <a:off x="5632704"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08" name="Rounded Rectangle 108"/>
          <p:cNvSpPr/>
          <p:nvPr/>
        </p:nvSpPr>
        <p:spPr>
          <a:xfrm>
            <a:off x="577900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10:30 AM</a:t>
            </a:r>
          </a:p>
        </p:txBody>
      </p:sp>
      <p:sp>
        <p:nvSpPr>
          <p:cNvPr id="109" name="TextBox 109"/>
          <p:cNvSpPr txBox="1"/>
          <p:nvPr/>
        </p:nvSpPr>
        <p:spPr>
          <a:xfrm>
            <a:off x="6510528"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0" name="Rounded Rectangle 110"/>
          <p:cNvSpPr/>
          <p:nvPr/>
        </p:nvSpPr>
        <p:spPr>
          <a:xfrm>
            <a:off x="665683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900" b="1" i="0" u="none" strike="noStrike" kern="1200" cap="none" spc="0" normalizeH="0" baseline="0" noProof="0">
              <a:ln>
                <a:noFill/>
              </a:ln>
              <a:solidFill>
                <a:srgbClr val="8C8C8C"/>
              </a:solidFill>
              <a:effectLst/>
              <a:uLnTx/>
              <a:uFillTx/>
              <a:latin typeface="Calibri"/>
            </a:endParaRPr>
          </a:p>
        </p:txBody>
      </p:sp>
      <p:sp>
        <p:nvSpPr>
          <p:cNvPr id="111" name="TextBox 111"/>
          <p:cNvSpPr txBox="1"/>
          <p:nvPr/>
        </p:nvSpPr>
        <p:spPr>
          <a:xfrm>
            <a:off x="7388352"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2" name="Rounded Rectangle 112"/>
          <p:cNvSpPr/>
          <p:nvPr/>
        </p:nvSpPr>
        <p:spPr>
          <a:xfrm>
            <a:off x="753465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12:00 PM</a:t>
            </a:r>
          </a:p>
        </p:txBody>
      </p:sp>
      <p:sp>
        <p:nvSpPr>
          <p:cNvPr id="113" name="TextBox 113"/>
          <p:cNvSpPr txBox="1"/>
          <p:nvPr/>
        </p:nvSpPr>
        <p:spPr>
          <a:xfrm>
            <a:off x="8266176"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4" name="Rounded Rectangle 114"/>
          <p:cNvSpPr/>
          <p:nvPr/>
        </p:nvSpPr>
        <p:spPr>
          <a:xfrm>
            <a:off x="841248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1:30 PM</a:t>
            </a:r>
          </a:p>
        </p:txBody>
      </p:sp>
      <p:sp>
        <p:nvSpPr>
          <p:cNvPr id="115" name="TextBox 115"/>
          <p:cNvSpPr txBox="1"/>
          <p:nvPr/>
        </p:nvSpPr>
        <p:spPr>
          <a:xfrm>
            <a:off x="9144000"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6" name="Rounded Rectangle 116"/>
          <p:cNvSpPr/>
          <p:nvPr/>
        </p:nvSpPr>
        <p:spPr>
          <a:xfrm>
            <a:off x="929030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2:30 PM</a:t>
            </a:r>
          </a:p>
        </p:txBody>
      </p:sp>
      <p:sp>
        <p:nvSpPr>
          <p:cNvPr id="117" name="TextBox 117"/>
          <p:cNvSpPr txBox="1"/>
          <p:nvPr/>
        </p:nvSpPr>
        <p:spPr>
          <a:xfrm>
            <a:off x="10021824"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8" name="Rounded Rectangle 118"/>
          <p:cNvSpPr/>
          <p:nvPr/>
        </p:nvSpPr>
        <p:spPr>
          <a:xfrm>
            <a:off x="1016812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3:30 PM</a:t>
            </a:r>
          </a:p>
        </p:txBody>
      </p:sp>
      <p:sp>
        <p:nvSpPr>
          <p:cNvPr id="119" name="TextBox 119"/>
          <p:cNvSpPr txBox="1"/>
          <p:nvPr/>
        </p:nvSpPr>
        <p:spPr>
          <a:xfrm>
            <a:off x="10899648"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20" name="Rounded Rectangle 120"/>
          <p:cNvSpPr/>
          <p:nvPr/>
        </p:nvSpPr>
        <p:spPr>
          <a:xfrm>
            <a:off x="1104595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4:30 PM</a:t>
            </a:r>
          </a:p>
        </p:txBody>
      </p:sp>
      <p:sp>
        <p:nvSpPr>
          <p:cNvPr id="121" name="Rounded Rectangle 121"/>
          <p:cNvSpPr/>
          <p:nvPr/>
        </p:nvSpPr>
        <p:spPr>
          <a:xfrm>
            <a:off x="1097280" y="1110996"/>
            <a:ext cx="786384" cy="237744"/>
          </a:xfrm>
          <a:prstGeom prst="roundRect">
            <a:avLst>
              <a:gd name="adj" fmla="val 12000"/>
            </a:avLst>
          </a:prstGeom>
          <a:solidFill>
            <a:srgbClr val="0079CF"/>
          </a:solidFill>
          <a:ln>
            <a:noFill/>
          </a:ln>
          <a:effectLst/>
        </p:spPr>
        <p:txBody>
          <a:bodyPr wrap="square" lIns="54864" tIns="27432" rIns="54864" bIns="27432"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000" b="1">
                <a:solidFill>
                  <a:srgbClr val="FFFFFF"/>
                </a:solidFill>
                <a:latin typeface="Calibri"/>
              </a:rPr>
              <a:t>10</a:t>
            </a:r>
            <a:r>
              <a:rPr kumimoji="0" lang="en-US" sz="1000" b="1" i="0" u="none" strike="noStrike" kern="1200" cap="none" spc="0" normalizeH="0" baseline="0" noProof="0">
                <a:ln>
                  <a:noFill/>
                </a:ln>
                <a:solidFill>
                  <a:srgbClr val="FFFFFF"/>
                </a:solidFill>
                <a:effectLst/>
                <a:uLnTx/>
                <a:uFillTx/>
                <a:latin typeface="Calibri"/>
              </a:rPr>
              <a:t>:00 AM</a:t>
            </a:r>
          </a:p>
        </p:txBody>
      </p:sp>
      <p:sp>
        <p:nvSpPr>
          <p:cNvPr id="122" name="TextBox 122"/>
          <p:cNvSpPr txBox="1"/>
          <p:nvPr/>
        </p:nvSpPr>
        <p:spPr>
          <a:xfrm>
            <a:off x="1901952" y="1106424"/>
            <a:ext cx="8229600" cy="274320"/>
          </a:xfrm>
          <a:prstGeom prst="rect">
            <a:avLst/>
          </a:prstGeom>
          <a:noFill/>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all" spc="200" normalizeH="0" baseline="0" noProof="0">
                <a:ln>
                  <a:noFill/>
                </a:ln>
                <a:solidFill>
                  <a:srgbClr val="262626"/>
                </a:solidFill>
                <a:effectLst/>
                <a:uLnTx/>
                <a:uFillTx/>
                <a:latin typeface="Calibri"/>
              </a:rPr>
              <a:t>Maria asks Copilot to help review a contract</a:t>
            </a:r>
          </a:p>
        </p:txBody>
      </p:sp>
      <p:sp>
        <p:nvSpPr>
          <p:cNvPr id="123" name="Rectangle 123"/>
          <p:cNvSpPr/>
          <p:nvPr/>
        </p:nvSpPr>
        <p:spPr>
          <a:xfrm>
            <a:off x="1097280" y="1536192"/>
            <a:ext cx="3703320" cy="3767328"/>
          </a:xfrm>
          <a:prstGeom prst="rect">
            <a:avLst/>
          </a:prstGeom>
          <a:solidFill>
            <a:srgbClr val="F3F6FA"/>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sp>
        <p:nvSpPr>
          <p:cNvPr id="124" name="Oval 124"/>
          <p:cNvSpPr/>
          <p:nvPr/>
        </p:nvSpPr>
        <p:spPr>
          <a:xfrm>
            <a:off x="1325880" y="1764792"/>
            <a:ext cx="566928" cy="566928"/>
          </a:xfrm>
          <a:prstGeom prst="ellipse">
            <a:avLst/>
          </a:prstGeom>
          <a:solidFill>
            <a:srgbClr val="0079CF"/>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125" name="MdDescription_w.png" descr="MdDescription_w.png"/>
          <p:cNvPicPr>
            <a:picLocks noChangeAspect="1"/>
          </p:cNvPicPr>
          <p:nvPr/>
        </p:nvPicPr>
        <p:blipFill>
          <a:blip r:embed="rId2"/>
          <a:stretch>
            <a:fillRect/>
          </a:stretch>
        </p:blipFill>
        <p:spPr>
          <a:xfrm>
            <a:off x="1450604" y="1889516"/>
            <a:ext cx="317480" cy="317480"/>
          </a:xfrm>
          <a:prstGeom prst="rect">
            <a:avLst/>
          </a:prstGeom>
        </p:spPr>
      </p:pic>
      <p:sp>
        <p:nvSpPr>
          <p:cNvPr id="3" name="TextBox 125"/>
          <p:cNvSpPr txBox="1"/>
          <p:nvPr/>
        </p:nvSpPr>
        <p:spPr>
          <a:xfrm>
            <a:off x="1325880" y="2514600"/>
            <a:ext cx="3246120" cy="481584"/>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262626"/>
                </a:solidFill>
                <a:effectLst/>
                <a:uLnTx/>
                <a:uFillTx/>
                <a:latin typeface="Calibri"/>
              </a:rPr>
              <a:t>Maria reviews all the identified documents and then asks Copilot to help summarize termination obligation:</a:t>
            </a:r>
          </a:p>
        </p:txBody>
      </p:sp>
      <p:sp>
        <p:nvSpPr>
          <p:cNvPr id="127" name="TextBox 127"/>
          <p:cNvSpPr txBox="1"/>
          <p:nvPr/>
        </p:nvSpPr>
        <p:spPr>
          <a:xfrm>
            <a:off x="1325880" y="3491484"/>
            <a:ext cx="3246120" cy="1210056"/>
          </a:xfrm>
          <a:prstGeom prst="rect">
            <a:avLst/>
          </a:prstGeom>
          <a:noFill/>
        </p:spPr>
        <p:txBody>
          <a:bodyPr wrap="square" lIns="0" tIns="0" rIns="0" bIns="0" rtlCol="0" anchor="t">
            <a:noAutofit/>
          </a:bodyPr>
          <a:lstStyle/>
          <a:p>
            <a:pPr marL="228600" marR="0" lvl="0" indent="-228600" algn="l" defTabSz="914400" rtl="0" eaLnBrk="1" fontAlgn="base" latinLnBrk="0" hangingPunct="1">
              <a:lnSpc>
                <a:spcPct val="100000"/>
              </a:lnSpc>
              <a:spcBef>
                <a:spcPct val="0"/>
              </a:spcBef>
              <a:spcAft>
                <a:spcPts val="300"/>
              </a:spcAft>
              <a:buClr>
                <a:srgbClr val="0079CF"/>
              </a:buClr>
              <a:buSzTx/>
              <a:buFont typeface="Arial"/>
              <a:buChar char="•"/>
              <a:tabLst/>
              <a:defRPr/>
            </a:pPr>
            <a:r>
              <a:rPr kumimoji="0" lang="en-US" sz="1300" b="0" i="0" u="none" strike="noStrike" kern="1200" cap="none" spc="0" normalizeH="0" baseline="0" noProof="0">
                <a:ln>
                  <a:noFill/>
                </a:ln>
                <a:solidFill>
                  <a:srgbClr val="262626"/>
                </a:solidFill>
                <a:effectLst/>
                <a:uLnTx/>
                <a:uFillTx/>
                <a:latin typeface="Calibri"/>
              </a:rPr>
              <a:t>Should the asset be Returned or Deleted?</a:t>
            </a:r>
          </a:p>
          <a:p>
            <a:pPr marL="228600" marR="0" lvl="0" indent="-228600" algn="l" defTabSz="914400" rtl="0" eaLnBrk="1" fontAlgn="base" latinLnBrk="0" hangingPunct="1">
              <a:lnSpc>
                <a:spcPct val="100000"/>
              </a:lnSpc>
              <a:spcBef>
                <a:spcPct val="0"/>
              </a:spcBef>
              <a:spcAft>
                <a:spcPts val="300"/>
              </a:spcAft>
              <a:buClr>
                <a:srgbClr val="0079CF"/>
              </a:buClr>
              <a:buSzTx/>
              <a:buFont typeface="Arial"/>
              <a:buChar char="•"/>
              <a:tabLst/>
              <a:defRPr/>
            </a:pPr>
            <a:r>
              <a:rPr kumimoji="0" lang="en-US" sz="1300" b="0" i="0" u="none" strike="noStrike" kern="1200" cap="none" spc="0" normalizeH="0" baseline="0" noProof="0">
                <a:ln>
                  <a:noFill/>
                </a:ln>
                <a:solidFill>
                  <a:srgbClr val="262626"/>
                </a:solidFill>
                <a:effectLst/>
                <a:uLnTx/>
                <a:uFillTx/>
                <a:latin typeface="Calibri"/>
              </a:rPr>
              <a:t>Termination provisions</a:t>
            </a:r>
          </a:p>
          <a:p>
            <a:pPr marL="228600" marR="0" lvl="0" indent="-228600" algn="l" defTabSz="914400" rtl="0" eaLnBrk="1" fontAlgn="base" latinLnBrk="0" hangingPunct="1">
              <a:lnSpc>
                <a:spcPct val="100000"/>
              </a:lnSpc>
              <a:spcBef>
                <a:spcPct val="0"/>
              </a:spcBef>
              <a:spcAft>
                <a:spcPts val="300"/>
              </a:spcAft>
              <a:buClr>
                <a:srgbClr val="0079CF"/>
              </a:buClr>
              <a:buSzTx/>
              <a:buFont typeface="Arial"/>
              <a:buChar char="•"/>
              <a:tabLst/>
              <a:defRPr/>
            </a:pPr>
            <a:r>
              <a:rPr kumimoji="0" lang="en-US" sz="1300" b="0" i="0" u="none" strike="noStrike" kern="1200" cap="none" spc="0" normalizeH="0" baseline="0" noProof="0">
                <a:ln>
                  <a:noFill/>
                </a:ln>
                <a:solidFill>
                  <a:srgbClr val="262626"/>
                </a:solidFill>
                <a:effectLst/>
                <a:uLnTx/>
                <a:uFillTx/>
                <a:latin typeface="Calibri"/>
              </a:rPr>
              <a:t>Within how Many days ?</a:t>
            </a:r>
          </a:p>
          <a:p>
            <a:pPr marL="228600" marR="0" lvl="0" indent="-228600" algn="l" defTabSz="914400" rtl="0" eaLnBrk="1" fontAlgn="base" latinLnBrk="0" hangingPunct="1">
              <a:lnSpc>
                <a:spcPct val="100000"/>
              </a:lnSpc>
              <a:spcBef>
                <a:spcPct val="0"/>
              </a:spcBef>
              <a:spcAft>
                <a:spcPts val="300"/>
              </a:spcAft>
              <a:buClr>
                <a:srgbClr val="0079CF"/>
              </a:buClr>
              <a:buSzTx/>
              <a:buFont typeface="Arial"/>
              <a:buChar char="•"/>
              <a:tabLst/>
              <a:defRPr/>
            </a:pPr>
            <a:r>
              <a:rPr kumimoji="0" lang="en-US" sz="1300" b="0" i="0" u="none" strike="noStrike" kern="1200" cap="none" spc="0" normalizeH="0" baseline="0" noProof="0">
                <a:ln>
                  <a:noFill/>
                </a:ln>
                <a:solidFill>
                  <a:srgbClr val="262626"/>
                </a:solidFill>
                <a:effectLst/>
                <a:uLnTx/>
                <a:uFillTx/>
                <a:latin typeface="Calibri"/>
              </a:rPr>
              <a:t>Supplier obligations</a:t>
            </a:r>
          </a:p>
          <a:p>
            <a:pPr marL="228600" marR="0" lvl="0" indent="-228600" algn="l" defTabSz="914400" rtl="0" eaLnBrk="1" fontAlgn="base" latinLnBrk="0" hangingPunct="1">
              <a:lnSpc>
                <a:spcPct val="100000"/>
              </a:lnSpc>
              <a:spcBef>
                <a:spcPct val="0"/>
              </a:spcBef>
              <a:spcAft>
                <a:spcPts val="300"/>
              </a:spcAft>
              <a:buClr>
                <a:srgbClr val="0079CF"/>
              </a:buClr>
              <a:buSzTx/>
              <a:buFont typeface="Arial"/>
              <a:buChar char="•"/>
              <a:tabLst/>
              <a:defRPr/>
            </a:pPr>
            <a:r>
              <a:rPr kumimoji="0" lang="en-US" sz="1300" b="0" i="0" u="none" strike="noStrike" kern="1200" cap="none" spc="0" normalizeH="0" baseline="0" noProof="0">
                <a:ln>
                  <a:noFill/>
                </a:ln>
                <a:solidFill>
                  <a:srgbClr val="262626"/>
                </a:solidFill>
                <a:effectLst/>
                <a:uLnTx/>
                <a:uFillTx/>
                <a:latin typeface="Calibri"/>
              </a:rPr>
              <a:t>Key changes from the previous version</a:t>
            </a:r>
          </a:p>
        </p:txBody>
      </p:sp>
      <p:sp>
        <p:nvSpPr>
          <p:cNvPr id="128" name="Rectangle 128"/>
          <p:cNvSpPr/>
          <p:nvPr/>
        </p:nvSpPr>
        <p:spPr>
          <a:xfrm>
            <a:off x="5029200" y="1536192"/>
            <a:ext cx="6355080" cy="1170432"/>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Oval 129"/>
          <p:cNvSpPr/>
          <p:nvPr/>
        </p:nvSpPr>
        <p:spPr>
          <a:xfrm>
            <a:off x="5212080" y="1804416"/>
            <a:ext cx="420624" cy="420624"/>
          </a:xfrm>
          <a:prstGeom prst="ellipse">
            <a:avLst/>
          </a:prstGeom>
          <a:solidFill>
            <a:srgbClr val="F3F4F6"/>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130" name="MdWarningAmber_g.png" descr="MdWarningAmber_g.png"/>
          <p:cNvPicPr>
            <a:picLocks noChangeAspect="1"/>
          </p:cNvPicPr>
          <p:nvPr/>
        </p:nvPicPr>
        <p:blipFill>
          <a:blip r:embed="rId3"/>
          <a:stretch>
            <a:fillRect/>
          </a:stretch>
        </p:blipFill>
        <p:spPr>
          <a:xfrm>
            <a:off x="5296205" y="1888541"/>
            <a:ext cx="252374" cy="252374"/>
          </a:xfrm>
          <a:prstGeom prst="rect">
            <a:avLst/>
          </a:prstGeom>
        </p:spPr>
      </p:pic>
      <p:sp>
        <p:nvSpPr>
          <p:cNvPr id="4" name="TextBox 130"/>
          <p:cNvSpPr txBox="1"/>
          <p:nvPr/>
        </p:nvSpPr>
        <p:spPr>
          <a:xfrm>
            <a:off x="5760720" y="1795272"/>
            <a:ext cx="5440680" cy="219456"/>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all" spc="100" normalizeH="0" baseline="0" noProof="0">
                <a:ln>
                  <a:noFill/>
                </a:ln>
                <a:solidFill>
                  <a:srgbClr val="595959"/>
                </a:solidFill>
                <a:effectLst/>
                <a:uLnTx/>
                <a:uFillTx/>
                <a:latin typeface="Calibri"/>
              </a:rPr>
              <a:t>What could go wrong?</a:t>
            </a:r>
          </a:p>
        </p:txBody>
      </p:sp>
      <p:sp>
        <p:nvSpPr>
          <p:cNvPr id="131" name="TextBox 131"/>
          <p:cNvSpPr txBox="1"/>
          <p:nvPr/>
        </p:nvSpPr>
        <p:spPr>
          <a:xfrm>
            <a:off x="5760720" y="2051304"/>
            <a:ext cx="5440680" cy="451104"/>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300" b="0" i="0" u="none" strike="noStrike" kern="1200" cap="none" spc="0" normalizeH="0" baseline="0" noProof="0">
                <a:ln>
                  <a:noFill/>
                </a:ln>
                <a:solidFill>
                  <a:srgbClr val="262626"/>
                </a:solidFill>
                <a:effectLst/>
                <a:uLnTx/>
                <a:uFillTx/>
                <a:latin typeface="Calibri"/>
              </a:rPr>
              <a:t>AI could expose information from matters Maria is not authorized to access or combine information from unrelated work.</a:t>
            </a:r>
          </a:p>
        </p:txBody>
      </p:sp>
      <p:sp>
        <p:nvSpPr>
          <p:cNvPr id="132" name="Rectangle 132"/>
          <p:cNvSpPr/>
          <p:nvPr/>
        </p:nvSpPr>
        <p:spPr>
          <a:xfrm>
            <a:off x="5029200" y="2834640"/>
            <a:ext cx="6355080" cy="1170432"/>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Oval 133"/>
          <p:cNvSpPr/>
          <p:nvPr/>
        </p:nvSpPr>
        <p:spPr>
          <a:xfrm>
            <a:off x="5212080" y="3102864"/>
            <a:ext cx="420624" cy="420624"/>
          </a:xfrm>
          <a:prstGeom prst="ellipse">
            <a:avLst/>
          </a:prstGeom>
          <a:solidFill>
            <a:srgbClr val="013765"/>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134" name="MdPolicy_w.png" descr="MdPolicy_w.png"/>
          <p:cNvPicPr>
            <a:picLocks noChangeAspect="1"/>
          </p:cNvPicPr>
          <p:nvPr/>
        </p:nvPicPr>
        <p:blipFill>
          <a:blip r:embed="rId4"/>
          <a:stretch>
            <a:fillRect/>
          </a:stretch>
        </p:blipFill>
        <p:spPr>
          <a:xfrm>
            <a:off x="5296205" y="3186989"/>
            <a:ext cx="252374" cy="252374"/>
          </a:xfrm>
          <a:prstGeom prst="rect">
            <a:avLst/>
          </a:prstGeom>
        </p:spPr>
      </p:pic>
      <p:sp>
        <p:nvSpPr>
          <p:cNvPr id="5" name="TextBox 134"/>
          <p:cNvSpPr txBox="1"/>
          <p:nvPr/>
        </p:nvSpPr>
        <p:spPr>
          <a:xfrm>
            <a:off x="5760720" y="3093720"/>
            <a:ext cx="5440680" cy="219456"/>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all" spc="100" normalizeH="0" baseline="0" noProof="0">
                <a:ln>
                  <a:noFill/>
                </a:ln>
                <a:solidFill>
                  <a:srgbClr val="0079CF"/>
                </a:solidFill>
                <a:effectLst/>
                <a:uLnTx/>
                <a:uFillTx/>
                <a:latin typeface="Calibri"/>
              </a:rPr>
              <a:t>What does the organization require?</a:t>
            </a:r>
          </a:p>
        </p:txBody>
      </p:sp>
      <p:sp>
        <p:nvSpPr>
          <p:cNvPr id="135" name="TextBox 135"/>
          <p:cNvSpPr txBox="1"/>
          <p:nvPr/>
        </p:nvSpPr>
        <p:spPr>
          <a:xfrm>
            <a:off x="5760720" y="3349752"/>
            <a:ext cx="5440680" cy="451104"/>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300" b="0" i="0" u="none" strike="noStrike" kern="1200" cap="none" spc="0" normalizeH="0" baseline="0" noProof="0">
                <a:ln>
                  <a:noFill/>
                </a:ln>
                <a:solidFill>
                  <a:srgbClr val="262626"/>
                </a:solidFill>
                <a:effectLst/>
                <a:uLnTx/>
                <a:uFillTx/>
                <a:latin typeface="Calibri"/>
              </a:rPr>
              <a:t>AI-assisted work must remain within the information and business activities Maria is authorized to perform.</a:t>
            </a:r>
          </a:p>
        </p:txBody>
      </p:sp>
      <p:sp>
        <p:nvSpPr>
          <p:cNvPr id="136" name="Rectangle 136"/>
          <p:cNvSpPr/>
          <p:nvPr/>
        </p:nvSpPr>
        <p:spPr>
          <a:xfrm>
            <a:off x="5029200" y="4133088"/>
            <a:ext cx="6355080" cy="1170432"/>
          </a:xfrm>
          <a:prstGeom prst="rect">
            <a:avLst/>
          </a:prstGeom>
          <a:solidFill>
            <a:srgbClr val="0079CF"/>
          </a:solidFill>
          <a:ln w="9525">
            <a:solidFill>
              <a:srgbClr val="0079CF"/>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 name="Oval 137"/>
          <p:cNvSpPr/>
          <p:nvPr/>
        </p:nvSpPr>
        <p:spPr>
          <a:xfrm>
            <a:off x="5212080" y="4401312"/>
            <a:ext cx="420624" cy="420624"/>
          </a:xfrm>
          <a:prstGeom prst="ellipse">
            <a:avLst/>
          </a:prstGeom>
          <a:solidFill>
            <a:srgbClr val="FFFFFF"/>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138" name="MdCheckCircle_b.png" descr="MdCheckCircle_b.png"/>
          <p:cNvPicPr>
            <a:picLocks noChangeAspect="1"/>
          </p:cNvPicPr>
          <p:nvPr/>
        </p:nvPicPr>
        <p:blipFill>
          <a:blip r:embed="rId5"/>
          <a:stretch>
            <a:fillRect/>
          </a:stretch>
        </p:blipFill>
        <p:spPr>
          <a:xfrm>
            <a:off x="5296205" y="4485437"/>
            <a:ext cx="252374" cy="252374"/>
          </a:xfrm>
          <a:prstGeom prst="rect">
            <a:avLst/>
          </a:prstGeom>
        </p:spPr>
      </p:pic>
      <p:sp>
        <p:nvSpPr>
          <p:cNvPr id="6" name="TextBox 138"/>
          <p:cNvSpPr txBox="1"/>
          <p:nvPr/>
        </p:nvSpPr>
        <p:spPr>
          <a:xfrm>
            <a:off x="5760720" y="4392168"/>
            <a:ext cx="5440680" cy="219456"/>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all" spc="100" normalizeH="0" baseline="0" noProof="0">
                <a:ln>
                  <a:noFill/>
                </a:ln>
                <a:solidFill>
                  <a:srgbClr val="99D6EA"/>
                </a:solidFill>
                <a:effectLst/>
                <a:uLnTx/>
                <a:uFillTx/>
                <a:latin typeface="Calibri"/>
              </a:rPr>
              <a:t>What does Maria experience?</a:t>
            </a:r>
          </a:p>
        </p:txBody>
      </p:sp>
      <p:sp>
        <p:nvSpPr>
          <p:cNvPr id="139" name="TextBox 139"/>
          <p:cNvSpPr txBox="1"/>
          <p:nvPr/>
        </p:nvSpPr>
        <p:spPr>
          <a:xfrm>
            <a:off x="5760720" y="4648200"/>
            <a:ext cx="5440680" cy="481584"/>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a:rPr>
              <a:t>Copilot helps with the contract Maria is working on - without opening the door to unrelated matters.</a:t>
            </a:r>
          </a:p>
        </p:txBody>
      </p:sp>
      <p:sp>
        <p:nvSpPr>
          <p:cNvPr id="140" name="Rectangle 140"/>
          <p:cNvSpPr/>
          <p:nvPr/>
        </p:nvSpPr>
        <p:spPr>
          <a:xfrm>
            <a:off x="1097280" y="5486400"/>
            <a:ext cx="10287000" cy="457200"/>
          </a:xfrm>
          <a:prstGeom prst="rect">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all" spc="150" normalizeH="0" baseline="0" noProof="0">
                <a:ln>
                  <a:noFill/>
                </a:ln>
                <a:solidFill>
                  <a:srgbClr val="99D6EA"/>
                </a:solidFill>
                <a:effectLst/>
                <a:uLnTx/>
                <a:uFillTx/>
                <a:latin typeface="Calibri"/>
                <a:ea typeface="+mn-ea"/>
                <a:cs typeface="+mn-cs"/>
              </a:rPr>
              <a:t>Business outcome   </a:t>
            </a:r>
            <a:r>
              <a:rPr kumimoji="0" lang="en-US" sz="1300" b="0" i="1" u="none" strike="noStrike" kern="1200" cap="none" spc="0" normalizeH="0" baseline="0" noProof="0">
                <a:ln>
                  <a:noFill/>
                </a:ln>
                <a:solidFill>
                  <a:srgbClr val="FFFFFF"/>
                </a:solidFill>
                <a:effectLst/>
                <a:uLnTx/>
                <a:uFillTx/>
                <a:latin typeface="Calibri"/>
                <a:ea typeface="+mn-ea"/>
                <a:cs typeface="+mn-cs"/>
              </a:rPr>
              <a:t>Maria gets assistance </a:t>
            </a:r>
            <a:r>
              <a:rPr kumimoji="0" lang="en-US" sz="1300" b="1" i="0" u="none" strike="noStrike" kern="1200" cap="none" spc="0" normalizeH="0" baseline="0" noProof="0">
                <a:ln>
                  <a:noFill/>
                </a:ln>
                <a:solidFill>
                  <a:srgbClr val="FFFFFF"/>
                </a:solidFill>
                <a:effectLst/>
                <a:uLnTx/>
                <a:uFillTx/>
                <a:latin typeface="Calibri"/>
                <a:ea typeface="+mn-ea"/>
                <a:cs typeface="+mn-cs"/>
              </a:rPr>
              <a:t>within the boundaries of her work.</a:t>
            </a:r>
          </a:p>
        </p:txBody>
      </p:sp>
      <p:sp>
        <p:nvSpPr>
          <p:cNvPr id="8" name="TextBox 7">
            <a:extLst>
              <a:ext uri="{FF2B5EF4-FFF2-40B4-BE49-F238E27FC236}">
                <a16:creationId xmlns:a16="http://schemas.microsoft.com/office/drawing/2014/main" id="{9DD6C04F-8729-65AC-2121-B89A6C4F29A2}"/>
              </a:ext>
            </a:extLst>
          </p:cNvPr>
          <p:cNvSpPr txBox="1"/>
          <p:nvPr/>
        </p:nvSpPr>
        <p:spPr>
          <a:xfrm>
            <a:off x="10055311" y="762738"/>
            <a:ext cx="1629036" cy="369332"/>
          </a:xfrm>
          <a:prstGeom prst="rect">
            <a:avLst/>
          </a:prstGeom>
          <a:noFill/>
        </p:spPr>
        <p:txBody>
          <a:bodyPr wrap="none" rtlCol="0">
            <a:spAutoFit/>
          </a:bodyPr>
          <a:lstStyle/>
          <a:p>
            <a:r>
              <a:rPr lang="en-IN"/>
              <a:t>11:00 Focussed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Work With Sensitive Information</a:t>
            </a:r>
          </a:p>
        </p:txBody>
      </p:sp>
      <p:sp>
        <p:nvSpPr>
          <p:cNvPr id="101" name="Slide number"/>
          <p:cNvSpPr txBox="1"/>
          <p:nvPr/>
        </p:nvSpPr>
        <p:spPr>
          <a:xfrm>
            <a:off x="10817352" y="6473952"/>
            <a:ext cx="914400" cy="274320"/>
          </a:xfrm>
          <a:prstGeom prst="rect">
            <a:avLst/>
          </a:prstGeom>
          <a:noFill/>
        </p:spPr>
        <p:txBody>
          <a:bodyPr wrap="none">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6F15528-21DE-4FAA-801E-634DDDAF4B2B}" type="slidenum">
              <a:rPr kumimoji="0" lang="en-US" sz="900" b="0" i="0" u="none" strike="noStrike" kern="1200" cap="none" spc="0" normalizeH="0" baseline="0" noProof="0">
                <a:ln>
                  <a:noFill/>
                </a:ln>
                <a:solidFill>
                  <a:srgbClr val="8C8C8C"/>
                </a:solidFill>
                <a:effectLst/>
                <a:uLnTx/>
                <a:uFillTx/>
                <a:latin typeface="Calibri"/>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900" b="0" i="0" u="none" strike="noStrike" kern="1200" cap="none" spc="0" normalizeH="0" baseline="0" noProof="0">
              <a:ln>
                <a:noFill/>
              </a:ln>
              <a:solidFill>
                <a:srgbClr val="8C8C8C"/>
              </a:solidFill>
              <a:effectLst/>
              <a:uLnTx/>
              <a:uFillTx/>
              <a:latin typeface="Calibri"/>
            </a:endParaRPr>
          </a:p>
        </p:txBody>
      </p:sp>
      <p:sp>
        <p:nvSpPr>
          <p:cNvPr id="102" name="Rounded Rectangle 102"/>
          <p:cNvSpPr/>
          <p:nvPr/>
        </p:nvSpPr>
        <p:spPr>
          <a:xfrm>
            <a:off x="314553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8:30 AM</a:t>
            </a:r>
          </a:p>
        </p:txBody>
      </p:sp>
      <p:sp>
        <p:nvSpPr>
          <p:cNvPr id="103" name="TextBox 103"/>
          <p:cNvSpPr txBox="1"/>
          <p:nvPr/>
        </p:nvSpPr>
        <p:spPr>
          <a:xfrm>
            <a:off x="3877056"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04" name="Rounded Rectangle 104"/>
          <p:cNvSpPr/>
          <p:nvPr/>
        </p:nvSpPr>
        <p:spPr>
          <a:xfrm>
            <a:off x="402336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9:00 AM</a:t>
            </a:r>
          </a:p>
        </p:txBody>
      </p:sp>
      <p:sp>
        <p:nvSpPr>
          <p:cNvPr id="105" name="TextBox 105"/>
          <p:cNvSpPr txBox="1"/>
          <p:nvPr/>
        </p:nvSpPr>
        <p:spPr>
          <a:xfrm>
            <a:off x="4754880"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06" name="Rounded Rectangle 106"/>
          <p:cNvSpPr/>
          <p:nvPr/>
        </p:nvSpPr>
        <p:spPr>
          <a:xfrm>
            <a:off x="490118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10:00 AM</a:t>
            </a:r>
          </a:p>
        </p:txBody>
      </p:sp>
      <p:sp>
        <p:nvSpPr>
          <p:cNvPr id="107" name="TextBox 107"/>
          <p:cNvSpPr txBox="1"/>
          <p:nvPr/>
        </p:nvSpPr>
        <p:spPr>
          <a:xfrm>
            <a:off x="5632704"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08" name="Rounded Rectangle 108"/>
          <p:cNvSpPr/>
          <p:nvPr/>
        </p:nvSpPr>
        <p:spPr>
          <a:xfrm>
            <a:off x="5779008" y="256032"/>
            <a:ext cx="731520" cy="274320"/>
          </a:xfrm>
          <a:prstGeom prst="roundRect">
            <a:avLst>
              <a:gd name="adj" fmla="val 50000"/>
            </a:avLst>
          </a:prstGeom>
          <a:solidFill>
            <a:srgbClr val="0079CF"/>
          </a:solidFill>
          <a:ln w="9525">
            <a:solidFill>
              <a:srgbClr val="0079CF"/>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a:rPr>
              <a:t>10:30 AM</a:t>
            </a:r>
          </a:p>
        </p:txBody>
      </p:sp>
      <p:sp>
        <p:nvSpPr>
          <p:cNvPr id="109" name="TextBox 109"/>
          <p:cNvSpPr txBox="1"/>
          <p:nvPr/>
        </p:nvSpPr>
        <p:spPr>
          <a:xfrm>
            <a:off x="6510528"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0" name="Rounded Rectangle 110"/>
          <p:cNvSpPr/>
          <p:nvPr/>
        </p:nvSpPr>
        <p:spPr>
          <a:xfrm>
            <a:off x="665683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900" b="1" i="0" u="none" strike="noStrike" kern="1200" cap="none" spc="0" normalizeH="0" baseline="0" noProof="0">
              <a:ln>
                <a:noFill/>
              </a:ln>
              <a:solidFill>
                <a:srgbClr val="8C8C8C"/>
              </a:solidFill>
              <a:effectLst/>
              <a:uLnTx/>
              <a:uFillTx/>
              <a:latin typeface="Calibri"/>
            </a:endParaRPr>
          </a:p>
        </p:txBody>
      </p:sp>
      <p:sp>
        <p:nvSpPr>
          <p:cNvPr id="111" name="TextBox 111"/>
          <p:cNvSpPr txBox="1"/>
          <p:nvPr/>
        </p:nvSpPr>
        <p:spPr>
          <a:xfrm>
            <a:off x="7388352"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2" name="Rounded Rectangle 112"/>
          <p:cNvSpPr/>
          <p:nvPr/>
        </p:nvSpPr>
        <p:spPr>
          <a:xfrm>
            <a:off x="753465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12:00 PM</a:t>
            </a:r>
          </a:p>
        </p:txBody>
      </p:sp>
      <p:sp>
        <p:nvSpPr>
          <p:cNvPr id="113" name="TextBox 113"/>
          <p:cNvSpPr txBox="1"/>
          <p:nvPr/>
        </p:nvSpPr>
        <p:spPr>
          <a:xfrm>
            <a:off x="8266176"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4" name="Rounded Rectangle 114"/>
          <p:cNvSpPr/>
          <p:nvPr/>
        </p:nvSpPr>
        <p:spPr>
          <a:xfrm>
            <a:off x="841248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1:30 PM</a:t>
            </a:r>
          </a:p>
        </p:txBody>
      </p:sp>
      <p:sp>
        <p:nvSpPr>
          <p:cNvPr id="115" name="TextBox 115"/>
          <p:cNvSpPr txBox="1"/>
          <p:nvPr/>
        </p:nvSpPr>
        <p:spPr>
          <a:xfrm>
            <a:off x="9144000"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6" name="Rounded Rectangle 116"/>
          <p:cNvSpPr/>
          <p:nvPr/>
        </p:nvSpPr>
        <p:spPr>
          <a:xfrm>
            <a:off x="929030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2:30 PM</a:t>
            </a:r>
          </a:p>
        </p:txBody>
      </p:sp>
      <p:sp>
        <p:nvSpPr>
          <p:cNvPr id="117" name="TextBox 117"/>
          <p:cNvSpPr txBox="1"/>
          <p:nvPr/>
        </p:nvSpPr>
        <p:spPr>
          <a:xfrm>
            <a:off x="10021824"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18" name="Rounded Rectangle 118"/>
          <p:cNvSpPr/>
          <p:nvPr/>
        </p:nvSpPr>
        <p:spPr>
          <a:xfrm>
            <a:off x="1016812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3:30 PM</a:t>
            </a:r>
          </a:p>
        </p:txBody>
      </p:sp>
      <p:sp>
        <p:nvSpPr>
          <p:cNvPr id="119" name="TextBox 119"/>
          <p:cNvSpPr txBox="1"/>
          <p:nvPr/>
        </p:nvSpPr>
        <p:spPr>
          <a:xfrm>
            <a:off x="10899648" y="256032"/>
            <a:ext cx="146304" cy="274320"/>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8C8C8C"/>
                </a:solidFill>
                <a:effectLst/>
                <a:uLnTx/>
                <a:uFillTx/>
                <a:latin typeface="Calibri"/>
              </a:rPr>
              <a:t>›</a:t>
            </a:r>
          </a:p>
        </p:txBody>
      </p:sp>
      <p:sp>
        <p:nvSpPr>
          <p:cNvPr id="120" name="Rounded Rectangle 120"/>
          <p:cNvSpPr/>
          <p:nvPr/>
        </p:nvSpPr>
        <p:spPr>
          <a:xfrm>
            <a:off x="1104595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a:ln>
                  <a:noFill/>
                </a:ln>
                <a:solidFill>
                  <a:srgbClr val="8C8C8C"/>
                </a:solidFill>
                <a:effectLst/>
                <a:uLnTx/>
                <a:uFillTx/>
                <a:latin typeface="Calibri"/>
              </a:rPr>
              <a:t>4:30 PM</a:t>
            </a:r>
          </a:p>
        </p:txBody>
      </p:sp>
      <p:sp>
        <p:nvSpPr>
          <p:cNvPr id="121" name="Rounded Rectangle 121"/>
          <p:cNvSpPr/>
          <p:nvPr/>
        </p:nvSpPr>
        <p:spPr>
          <a:xfrm>
            <a:off x="1097280" y="1110996"/>
            <a:ext cx="786384" cy="237744"/>
          </a:xfrm>
          <a:prstGeom prst="roundRect">
            <a:avLst>
              <a:gd name="adj" fmla="val 12000"/>
            </a:avLst>
          </a:prstGeom>
          <a:solidFill>
            <a:srgbClr val="0079CF"/>
          </a:solidFill>
          <a:ln>
            <a:noFill/>
          </a:ln>
          <a:effectLst/>
        </p:spPr>
        <p:txBody>
          <a:bodyPr wrap="square" lIns="54864" tIns="27432" rIns="54864" bIns="27432"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Calibri"/>
              </a:rPr>
              <a:t>10:30 AM</a:t>
            </a:r>
          </a:p>
        </p:txBody>
      </p:sp>
      <p:sp>
        <p:nvSpPr>
          <p:cNvPr id="122" name="TextBox 122"/>
          <p:cNvSpPr txBox="1"/>
          <p:nvPr/>
        </p:nvSpPr>
        <p:spPr>
          <a:xfrm>
            <a:off x="1901952" y="1106424"/>
            <a:ext cx="8229600" cy="274320"/>
          </a:xfrm>
          <a:prstGeom prst="rect">
            <a:avLst/>
          </a:prstGeom>
          <a:noFill/>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all" spc="200" normalizeH="0" baseline="0" noProof="0">
                <a:ln>
                  <a:noFill/>
                </a:ln>
                <a:solidFill>
                  <a:srgbClr val="262626"/>
                </a:solidFill>
                <a:effectLst/>
                <a:uLnTx/>
                <a:uFillTx/>
                <a:latin typeface="Calibri"/>
              </a:rPr>
              <a:t>Maria encounters sensitive information</a:t>
            </a:r>
          </a:p>
        </p:txBody>
      </p:sp>
      <p:sp>
        <p:nvSpPr>
          <p:cNvPr id="123" name="Rectangle 123"/>
          <p:cNvSpPr/>
          <p:nvPr/>
        </p:nvSpPr>
        <p:spPr>
          <a:xfrm>
            <a:off x="1097280" y="1536192"/>
            <a:ext cx="3703320" cy="4178808"/>
          </a:xfrm>
          <a:prstGeom prst="rect">
            <a:avLst/>
          </a:prstGeom>
          <a:solidFill>
            <a:srgbClr val="F3F6FA"/>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sp>
        <p:nvSpPr>
          <p:cNvPr id="124" name="Oval 124"/>
          <p:cNvSpPr/>
          <p:nvPr/>
        </p:nvSpPr>
        <p:spPr>
          <a:xfrm>
            <a:off x="1325880" y="1764792"/>
            <a:ext cx="566928" cy="566928"/>
          </a:xfrm>
          <a:prstGeom prst="ellipse">
            <a:avLst/>
          </a:prstGeom>
          <a:solidFill>
            <a:srgbClr val="0079CF"/>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125" name="MdLockOutline_w.png" descr="MdLockOutline_w.png"/>
          <p:cNvPicPr>
            <a:picLocks noChangeAspect="1"/>
          </p:cNvPicPr>
          <p:nvPr/>
        </p:nvPicPr>
        <p:blipFill>
          <a:blip r:embed="rId2"/>
          <a:stretch>
            <a:fillRect/>
          </a:stretch>
        </p:blipFill>
        <p:spPr>
          <a:xfrm>
            <a:off x="1450604" y="1889516"/>
            <a:ext cx="317480" cy="317480"/>
          </a:xfrm>
          <a:prstGeom prst="rect">
            <a:avLst/>
          </a:prstGeom>
        </p:spPr>
      </p:pic>
      <p:sp>
        <p:nvSpPr>
          <p:cNvPr id="3" name="TextBox 125"/>
          <p:cNvSpPr txBox="1"/>
          <p:nvPr/>
        </p:nvSpPr>
        <p:spPr>
          <a:xfrm>
            <a:off x="1348971" y="3334328"/>
            <a:ext cx="3246120" cy="694944"/>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262626"/>
                </a:solidFill>
                <a:effectLst/>
                <a:uLnTx/>
                <a:uFillTx/>
                <a:latin typeface="Calibri"/>
              </a:rPr>
              <a:t>The contract and related documents may contain information that requires additional protection.</a:t>
            </a:r>
          </a:p>
        </p:txBody>
      </p:sp>
      <p:sp>
        <p:nvSpPr>
          <p:cNvPr id="126" name="TextBox 126"/>
          <p:cNvSpPr txBox="1"/>
          <p:nvPr/>
        </p:nvSpPr>
        <p:spPr>
          <a:xfrm>
            <a:off x="1348971" y="4084136"/>
            <a:ext cx="3246120" cy="481584"/>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262626"/>
                </a:solidFill>
                <a:effectLst/>
                <a:uLnTx/>
                <a:uFillTx/>
                <a:latin typeface="Calibri"/>
              </a:rPr>
              <a:t>Depending on the matter, information may involve:</a:t>
            </a:r>
          </a:p>
        </p:txBody>
      </p:sp>
      <p:sp>
        <p:nvSpPr>
          <p:cNvPr id="127" name="TextBox 127"/>
          <p:cNvSpPr txBox="1"/>
          <p:nvPr/>
        </p:nvSpPr>
        <p:spPr>
          <a:xfrm>
            <a:off x="1348971" y="4620584"/>
            <a:ext cx="3246120" cy="1210056"/>
          </a:xfrm>
          <a:prstGeom prst="rect">
            <a:avLst/>
          </a:prstGeom>
          <a:noFill/>
        </p:spPr>
        <p:txBody>
          <a:bodyPr wrap="square" lIns="0" tIns="0" rIns="0" bIns="0" rtlCol="0" anchor="t">
            <a:noAutofit/>
          </a:bodyPr>
          <a:lstStyle/>
          <a:p>
            <a:pPr marL="228600" marR="0" lvl="0" indent="-228600" algn="l" defTabSz="914400" rtl="0" eaLnBrk="1" fontAlgn="base" latinLnBrk="0" hangingPunct="1">
              <a:lnSpc>
                <a:spcPct val="100000"/>
              </a:lnSpc>
              <a:spcBef>
                <a:spcPct val="0"/>
              </a:spcBef>
              <a:spcAft>
                <a:spcPts val="300"/>
              </a:spcAft>
              <a:buClr>
                <a:srgbClr val="0079CF"/>
              </a:buClr>
              <a:buSzTx/>
              <a:buFont typeface="Arial"/>
              <a:buChar char="•"/>
              <a:tabLst/>
              <a:defRPr/>
            </a:pPr>
            <a:r>
              <a:rPr kumimoji="0" lang="en-US" sz="1300" b="0" i="0" u="none" strike="noStrike" kern="1200" cap="none" spc="0" normalizeH="0" baseline="0" noProof="0">
                <a:ln>
                  <a:noFill/>
                </a:ln>
                <a:solidFill>
                  <a:srgbClr val="262626"/>
                </a:solidFill>
                <a:effectLst/>
                <a:uLnTx/>
                <a:uFillTx/>
                <a:latin typeface="Calibri"/>
              </a:rPr>
              <a:t>Confidential legal information</a:t>
            </a:r>
          </a:p>
          <a:p>
            <a:pPr marL="228600" marR="0" lvl="0" indent="-228600" algn="l" defTabSz="914400" rtl="0" eaLnBrk="1" fontAlgn="base" latinLnBrk="0" hangingPunct="1">
              <a:lnSpc>
                <a:spcPct val="100000"/>
              </a:lnSpc>
              <a:spcBef>
                <a:spcPct val="0"/>
              </a:spcBef>
              <a:spcAft>
                <a:spcPts val="300"/>
              </a:spcAft>
              <a:buClr>
                <a:srgbClr val="0079CF"/>
              </a:buClr>
              <a:buSzTx/>
              <a:buFont typeface="Arial"/>
              <a:buChar char="•"/>
              <a:tabLst/>
              <a:defRPr/>
            </a:pPr>
            <a:r>
              <a:rPr kumimoji="0" lang="en-US" sz="1300" b="0" i="0" u="none" strike="noStrike" kern="1200" cap="none" spc="0" normalizeH="0" baseline="0" noProof="0">
                <a:ln>
                  <a:noFill/>
                </a:ln>
                <a:solidFill>
                  <a:srgbClr val="262626"/>
                </a:solidFill>
                <a:effectLst/>
                <a:uLnTx/>
                <a:uFillTx/>
                <a:latin typeface="Calibri"/>
              </a:rPr>
              <a:t>Personal information</a:t>
            </a:r>
          </a:p>
          <a:p>
            <a:pPr marL="228600" marR="0" lvl="0" indent="-228600" algn="l" defTabSz="914400" rtl="0" eaLnBrk="1" fontAlgn="base" latinLnBrk="0" hangingPunct="1">
              <a:lnSpc>
                <a:spcPct val="100000"/>
              </a:lnSpc>
              <a:spcBef>
                <a:spcPct val="0"/>
              </a:spcBef>
              <a:spcAft>
                <a:spcPts val="300"/>
              </a:spcAft>
              <a:buClr>
                <a:srgbClr val="0079CF"/>
              </a:buClr>
              <a:buSzTx/>
              <a:buFont typeface="Arial"/>
              <a:buChar char="•"/>
              <a:tabLst/>
              <a:defRPr/>
            </a:pPr>
            <a:r>
              <a:rPr kumimoji="0" lang="en-US" sz="1300" b="0" i="0" u="none" strike="noStrike" kern="1200" cap="none" spc="0" normalizeH="0" baseline="0" noProof="0">
                <a:ln>
                  <a:noFill/>
                </a:ln>
                <a:solidFill>
                  <a:srgbClr val="262626"/>
                </a:solidFill>
                <a:effectLst/>
                <a:uLnTx/>
                <a:uFillTx/>
                <a:latin typeface="Calibri"/>
              </a:rPr>
              <a:t>Business-sensitive information</a:t>
            </a:r>
          </a:p>
          <a:p>
            <a:pPr marL="228600" marR="0" lvl="0" indent="-228600" algn="l" defTabSz="914400" rtl="0" eaLnBrk="1" fontAlgn="base" latinLnBrk="0" hangingPunct="1">
              <a:lnSpc>
                <a:spcPct val="100000"/>
              </a:lnSpc>
              <a:spcBef>
                <a:spcPct val="0"/>
              </a:spcBef>
              <a:spcAft>
                <a:spcPts val="300"/>
              </a:spcAft>
              <a:buClr>
                <a:srgbClr val="0079CF"/>
              </a:buClr>
              <a:buSzTx/>
              <a:buFont typeface="Arial"/>
              <a:buChar char="•"/>
              <a:tabLst/>
              <a:defRPr/>
            </a:pPr>
            <a:r>
              <a:rPr kumimoji="0" lang="en-US" sz="1300" b="0" i="0" u="none" strike="noStrike" kern="1200" cap="none" spc="0" normalizeH="0" baseline="0" noProof="0">
                <a:ln>
                  <a:noFill/>
                </a:ln>
                <a:solidFill>
                  <a:srgbClr val="262626"/>
                </a:solidFill>
                <a:effectLst/>
                <a:uLnTx/>
                <a:uFillTx/>
                <a:latin typeface="Calibri"/>
              </a:rPr>
              <a:t>Regulated information, where applicable</a:t>
            </a:r>
          </a:p>
        </p:txBody>
      </p:sp>
      <p:sp>
        <p:nvSpPr>
          <p:cNvPr id="128" name="Rectangle 128"/>
          <p:cNvSpPr/>
          <p:nvPr/>
        </p:nvSpPr>
        <p:spPr>
          <a:xfrm>
            <a:off x="5029200" y="1536192"/>
            <a:ext cx="6355080" cy="1286256"/>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Oval 129"/>
          <p:cNvSpPr/>
          <p:nvPr/>
        </p:nvSpPr>
        <p:spPr>
          <a:xfrm>
            <a:off x="5212080" y="1763268"/>
            <a:ext cx="420624" cy="420624"/>
          </a:xfrm>
          <a:prstGeom prst="ellipse">
            <a:avLst/>
          </a:prstGeom>
          <a:solidFill>
            <a:srgbClr val="F3F4F6"/>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130" name="MdWarningAmber_g.png" descr="MdWarningAmber_g.png"/>
          <p:cNvPicPr>
            <a:picLocks noChangeAspect="1"/>
          </p:cNvPicPr>
          <p:nvPr/>
        </p:nvPicPr>
        <p:blipFill>
          <a:blip r:embed="rId3"/>
          <a:stretch>
            <a:fillRect/>
          </a:stretch>
        </p:blipFill>
        <p:spPr>
          <a:xfrm>
            <a:off x="5296205" y="1847393"/>
            <a:ext cx="252374" cy="252374"/>
          </a:xfrm>
          <a:prstGeom prst="rect">
            <a:avLst/>
          </a:prstGeom>
        </p:spPr>
      </p:pic>
      <p:sp>
        <p:nvSpPr>
          <p:cNvPr id="4" name="TextBox 130"/>
          <p:cNvSpPr txBox="1"/>
          <p:nvPr/>
        </p:nvSpPr>
        <p:spPr>
          <a:xfrm>
            <a:off x="5760720" y="1754124"/>
            <a:ext cx="5440680" cy="219456"/>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all" spc="100" normalizeH="0" baseline="0" noProof="0">
                <a:ln>
                  <a:noFill/>
                </a:ln>
                <a:solidFill>
                  <a:srgbClr val="595959"/>
                </a:solidFill>
                <a:effectLst/>
                <a:uLnTx/>
                <a:uFillTx/>
                <a:latin typeface="Calibri"/>
              </a:rPr>
              <a:t>What could go wrong?</a:t>
            </a:r>
          </a:p>
        </p:txBody>
      </p:sp>
      <p:sp>
        <p:nvSpPr>
          <p:cNvPr id="131" name="TextBox 131"/>
          <p:cNvSpPr txBox="1"/>
          <p:nvPr/>
        </p:nvSpPr>
        <p:spPr>
          <a:xfrm>
            <a:off x="5760720" y="2010156"/>
            <a:ext cx="5440680" cy="649224"/>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300" b="0" i="0" u="none" strike="noStrike" kern="1200" cap="none" spc="0" normalizeH="0" baseline="0" noProof="0">
                <a:ln>
                  <a:noFill/>
                </a:ln>
                <a:solidFill>
                  <a:srgbClr val="FF0000"/>
                </a:solidFill>
                <a:effectLst/>
                <a:uLnTx/>
                <a:uFillTx/>
                <a:latin typeface="Calibri"/>
              </a:rPr>
              <a:t>Information could be exposed, combined, retained or shared in ways that are inconsistent with its sensitivity or applicable obligations.</a:t>
            </a:r>
          </a:p>
        </p:txBody>
      </p:sp>
      <p:sp>
        <p:nvSpPr>
          <p:cNvPr id="132" name="Rectangle 132"/>
          <p:cNvSpPr/>
          <p:nvPr/>
        </p:nvSpPr>
        <p:spPr>
          <a:xfrm>
            <a:off x="5029200" y="2950464"/>
            <a:ext cx="6355080" cy="1548384"/>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Oval 133"/>
          <p:cNvSpPr/>
          <p:nvPr/>
        </p:nvSpPr>
        <p:spPr>
          <a:xfrm>
            <a:off x="5212080" y="3177540"/>
            <a:ext cx="420624" cy="420624"/>
          </a:xfrm>
          <a:prstGeom prst="ellipse">
            <a:avLst/>
          </a:prstGeom>
          <a:solidFill>
            <a:srgbClr val="013765"/>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134" name="MdPolicy_w.png" descr="MdPolicy_w.png"/>
          <p:cNvPicPr>
            <a:picLocks noChangeAspect="1"/>
          </p:cNvPicPr>
          <p:nvPr/>
        </p:nvPicPr>
        <p:blipFill>
          <a:blip r:embed="rId4"/>
          <a:stretch>
            <a:fillRect/>
          </a:stretch>
        </p:blipFill>
        <p:spPr>
          <a:xfrm>
            <a:off x="5296205" y="3261665"/>
            <a:ext cx="252374" cy="252374"/>
          </a:xfrm>
          <a:prstGeom prst="rect">
            <a:avLst/>
          </a:prstGeom>
        </p:spPr>
      </p:pic>
      <p:sp>
        <p:nvSpPr>
          <p:cNvPr id="5" name="TextBox 134"/>
          <p:cNvSpPr txBox="1"/>
          <p:nvPr/>
        </p:nvSpPr>
        <p:spPr>
          <a:xfrm>
            <a:off x="5760720" y="3168396"/>
            <a:ext cx="5440680" cy="219456"/>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all" spc="100" normalizeH="0" baseline="0" noProof="0">
                <a:ln>
                  <a:noFill/>
                </a:ln>
                <a:solidFill>
                  <a:srgbClr val="0079CF"/>
                </a:solidFill>
                <a:effectLst/>
                <a:uLnTx/>
                <a:uFillTx/>
                <a:latin typeface="Calibri"/>
              </a:rPr>
              <a:t>What does the organization require?</a:t>
            </a:r>
          </a:p>
        </p:txBody>
      </p:sp>
      <p:sp>
        <p:nvSpPr>
          <p:cNvPr id="135" name="TextBox 135"/>
          <p:cNvSpPr txBox="1"/>
          <p:nvPr/>
        </p:nvSpPr>
        <p:spPr>
          <a:xfrm>
            <a:off x="5760720" y="3424428"/>
            <a:ext cx="5440680" cy="252984"/>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300" b="0" i="0" u="none" strike="noStrike" kern="1200" cap="none" spc="0" normalizeH="0" baseline="0" noProof="0">
                <a:ln>
                  <a:noFill/>
                </a:ln>
                <a:solidFill>
                  <a:srgbClr val="262626"/>
                </a:solidFill>
                <a:effectLst/>
                <a:uLnTx/>
                <a:uFillTx/>
                <a:latin typeface="Calibri"/>
              </a:rPr>
              <a:t>The way information is handled must reflect:</a:t>
            </a:r>
          </a:p>
        </p:txBody>
      </p:sp>
      <p:sp>
        <p:nvSpPr>
          <p:cNvPr id="136" name="Rounded Rectangle 136"/>
          <p:cNvSpPr/>
          <p:nvPr/>
        </p:nvSpPr>
        <p:spPr>
          <a:xfrm>
            <a:off x="5760720" y="3695700"/>
            <a:ext cx="945236" cy="566928"/>
          </a:xfrm>
          <a:prstGeom prst="roundRect">
            <a:avLst>
              <a:gd name="adj" fmla="val 12000"/>
            </a:avLst>
          </a:prstGeom>
          <a:solidFill>
            <a:srgbClr val="E8F2FB"/>
          </a:solidFill>
          <a:ln>
            <a:noFill/>
          </a:ln>
          <a:effectLst/>
        </p:spPr>
        <p:txBody>
          <a:bodyPr wrap="square" lIns="54864" tIns="27432" rIns="54864" bIns="27432"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a:ln>
                  <a:noFill/>
                </a:ln>
                <a:solidFill>
                  <a:srgbClr val="013765"/>
                </a:solidFill>
                <a:effectLst/>
                <a:uLnTx/>
                <a:uFillTx/>
                <a:latin typeface="Calibri"/>
              </a:rPr>
              <a:t>Sensitivity</a:t>
            </a:r>
          </a:p>
        </p:txBody>
      </p:sp>
      <p:sp>
        <p:nvSpPr>
          <p:cNvPr id="137" name="TextBox 137"/>
          <p:cNvSpPr txBox="1"/>
          <p:nvPr/>
        </p:nvSpPr>
        <p:spPr>
          <a:xfrm>
            <a:off x="6705956" y="3695700"/>
            <a:ext cx="292608" cy="566928"/>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79CF"/>
                </a:solidFill>
                <a:effectLst/>
                <a:uLnTx/>
                <a:uFillTx/>
                <a:latin typeface="Calibri"/>
              </a:rPr>
              <a:t>+</a:t>
            </a:r>
          </a:p>
        </p:txBody>
      </p:sp>
      <p:sp>
        <p:nvSpPr>
          <p:cNvPr id="138" name="Rounded Rectangle 138"/>
          <p:cNvSpPr/>
          <p:nvPr/>
        </p:nvSpPr>
        <p:spPr>
          <a:xfrm>
            <a:off x="6998564" y="3695700"/>
            <a:ext cx="684598" cy="566928"/>
          </a:xfrm>
          <a:prstGeom prst="roundRect">
            <a:avLst>
              <a:gd name="adj" fmla="val 12000"/>
            </a:avLst>
          </a:prstGeom>
          <a:solidFill>
            <a:srgbClr val="E8F2FB"/>
          </a:solidFill>
          <a:ln>
            <a:noFill/>
          </a:ln>
          <a:effectLst/>
        </p:spPr>
        <p:txBody>
          <a:bodyPr wrap="square" lIns="54864" tIns="27432" rIns="54864" bIns="27432"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a:ln>
                  <a:noFill/>
                </a:ln>
                <a:solidFill>
                  <a:srgbClr val="013765"/>
                </a:solidFill>
                <a:effectLst/>
                <a:uLnTx/>
                <a:uFillTx/>
                <a:latin typeface="Calibri"/>
              </a:rPr>
              <a:t>Purpose</a:t>
            </a:r>
          </a:p>
        </p:txBody>
      </p:sp>
      <p:sp>
        <p:nvSpPr>
          <p:cNvPr id="139" name="TextBox 139"/>
          <p:cNvSpPr txBox="1"/>
          <p:nvPr/>
        </p:nvSpPr>
        <p:spPr>
          <a:xfrm>
            <a:off x="7683161" y="3695700"/>
            <a:ext cx="292608" cy="566928"/>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79CF"/>
                </a:solidFill>
                <a:effectLst/>
                <a:uLnTx/>
                <a:uFillTx/>
                <a:latin typeface="Calibri"/>
              </a:rPr>
              <a:t>+</a:t>
            </a:r>
          </a:p>
        </p:txBody>
      </p:sp>
      <p:sp>
        <p:nvSpPr>
          <p:cNvPr id="140" name="Rounded Rectangle 140"/>
          <p:cNvSpPr/>
          <p:nvPr/>
        </p:nvSpPr>
        <p:spPr>
          <a:xfrm>
            <a:off x="7975769" y="3695700"/>
            <a:ext cx="1336192" cy="566928"/>
          </a:xfrm>
          <a:prstGeom prst="roundRect">
            <a:avLst>
              <a:gd name="adj" fmla="val 12000"/>
            </a:avLst>
          </a:prstGeom>
          <a:solidFill>
            <a:srgbClr val="E8F2FB"/>
          </a:solidFill>
          <a:ln>
            <a:noFill/>
          </a:ln>
          <a:effectLst/>
        </p:spPr>
        <p:txBody>
          <a:bodyPr wrap="square" lIns="54864" tIns="27432" rIns="54864" bIns="27432"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a:ln>
                  <a:noFill/>
                </a:ln>
                <a:solidFill>
                  <a:srgbClr val="013765"/>
                </a:solidFill>
                <a:effectLst/>
                <a:uLnTx/>
                <a:uFillTx/>
                <a:latin typeface="Calibri"/>
              </a:rPr>
              <a:t>Applicable Policy</a:t>
            </a:r>
          </a:p>
        </p:txBody>
      </p:sp>
      <p:sp>
        <p:nvSpPr>
          <p:cNvPr id="141" name="TextBox 141"/>
          <p:cNvSpPr txBox="1"/>
          <p:nvPr/>
        </p:nvSpPr>
        <p:spPr>
          <a:xfrm>
            <a:off x="9311962" y="3695700"/>
            <a:ext cx="292608" cy="566928"/>
          </a:xfrm>
          <a:prstGeom prst="rect">
            <a:avLst/>
          </a:prstGeom>
          <a:noFill/>
        </p:spPr>
        <p:txBody>
          <a:bodyPr wrap="square" lIns="0" tIns="0" rIns="0" bIns="0"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79CF"/>
                </a:solidFill>
                <a:effectLst/>
                <a:uLnTx/>
                <a:uFillTx/>
                <a:latin typeface="Calibri"/>
              </a:rPr>
              <a:t>+</a:t>
            </a:r>
          </a:p>
        </p:txBody>
      </p:sp>
      <p:sp>
        <p:nvSpPr>
          <p:cNvPr id="142" name="Rounded Rectangle 142"/>
          <p:cNvSpPr/>
          <p:nvPr/>
        </p:nvSpPr>
        <p:spPr>
          <a:xfrm>
            <a:off x="9604570" y="3695700"/>
            <a:ext cx="1596830" cy="566928"/>
          </a:xfrm>
          <a:prstGeom prst="roundRect">
            <a:avLst>
              <a:gd name="adj" fmla="val 12000"/>
            </a:avLst>
          </a:prstGeom>
          <a:solidFill>
            <a:srgbClr val="E8F2FB"/>
          </a:solidFill>
          <a:ln>
            <a:noFill/>
          </a:ln>
          <a:effectLst/>
        </p:spPr>
        <p:txBody>
          <a:bodyPr wrap="square" lIns="54864" tIns="27432" rIns="54864" bIns="27432"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a:ln>
                  <a:noFill/>
                </a:ln>
                <a:solidFill>
                  <a:srgbClr val="013765"/>
                </a:solidFill>
                <a:effectLst/>
                <a:uLnTx/>
                <a:uFillTx/>
                <a:latin typeface="Calibri"/>
              </a:rPr>
              <a:t>Regulatory Obligation</a:t>
            </a:r>
          </a:p>
        </p:txBody>
      </p:sp>
      <p:sp>
        <p:nvSpPr>
          <p:cNvPr id="143" name="Rectangle 143"/>
          <p:cNvSpPr/>
          <p:nvPr/>
        </p:nvSpPr>
        <p:spPr>
          <a:xfrm>
            <a:off x="5029200" y="4626864"/>
            <a:ext cx="6355080" cy="1088136"/>
          </a:xfrm>
          <a:prstGeom prst="rect">
            <a:avLst/>
          </a:prstGeom>
          <a:solidFill>
            <a:srgbClr val="0079CF"/>
          </a:solidFill>
          <a:ln w="9525">
            <a:solidFill>
              <a:srgbClr val="0079CF"/>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Oval 144"/>
          <p:cNvSpPr/>
          <p:nvPr/>
        </p:nvSpPr>
        <p:spPr>
          <a:xfrm>
            <a:off x="5212080" y="4853940"/>
            <a:ext cx="420624" cy="420624"/>
          </a:xfrm>
          <a:prstGeom prst="ellipse">
            <a:avLst/>
          </a:prstGeom>
          <a:solidFill>
            <a:srgbClr val="FFFFFF"/>
          </a:solidFill>
          <a:ln>
            <a:noFill/>
          </a:ln>
          <a:effectLst/>
        </p:spPr>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ndParaRPr>
          </a:p>
        </p:txBody>
      </p:sp>
      <p:pic>
        <p:nvPicPr>
          <p:cNvPr id="145" name="MdShield_b.png" descr="MdShield_b.png"/>
          <p:cNvPicPr>
            <a:picLocks noChangeAspect="1"/>
          </p:cNvPicPr>
          <p:nvPr/>
        </p:nvPicPr>
        <p:blipFill>
          <a:blip r:embed="rId5"/>
          <a:stretch>
            <a:fillRect/>
          </a:stretch>
        </p:blipFill>
        <p:spPr>
          <a:xfrm>
            <a:off x="5296205" y="4938065"/>
            <a:ext cx="252374" cy="252374"/>
          </a:xfrm>
          <a:prstGeom prst="rect">
            <a:avLst/>
          </a:prstGeom>
        </p:spPr>
      </p:pic>
      <p:sp>
        <p:nvSpPr>
          <p:cNvPr id="6" name="TextBox 145"/>
          <p:cNvSpPr txBox="1"/>
          <p:nvPr/>
        </p:nvSpPr>
        <p:spPr>
          <a:xfrm>
            <a:off x="5760720" y="4844796"/>
            <a:ext cx="5440680" cy="219456"/>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000" b="1" i="0" u="none" strike="noStrike" kern="1200" cap="all" spc="100" normalizeH="0" baseline="0" noProof="0">
                <a:ln>
                  <a:noFill/>
                </a:ln>
                <a:solidFill>
                  <a:srgbClr val="99D6EA"/>
                </a:solidFill>
                <a:effectLst/>
                <a:uLnTx/>
                <a:uFillTx/>
                <a:latin typeface="Calibri"/>
              </a:rPr>
              <a:t>What does Maria experience?</a:t>
            </a:r>
          </a:p>
        </p:txBody>
      </p:sp>
      <p:sp>
        <p:nvSpPr>
          <p:cNvPr id="146" name="TextBox 146"/>
          <p:cNvSpPr txBox="1"/>
          <p:nvPr/>
        </p:nvSpPr>
        <p:spPr>
          <a:xfrm>
            <a:off x="5760720" y="5100828"/>
            <a:ext cx="5440680" cy="481584"/>
          </a:xfrm>
          <a:prstGeom prst="rect">
            <a:avLst/>
          </a:prstGeom>
          <a:noFill/>
        </p:spPr>
        <p:txBody>
          <a:bodyPr wrap="square" lIns="0" tIns="0" rIns="0" bIns="0" rtlCol="0" anchor="t">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a:rPr>
              <a:t>The information receives the level of protection required for the work she is performing.</a:t>
            </a:r>
          </a:p>
        </p:txBody>
      </p:sp>
      <p:sp>
        <p:nvSpPr>
          <p:cNvPr id="9" name="Rectangle 126">
            <a:extLst>
              <a:ext uri="{FF2B5EF4-FFF2-40B4-BE49-F238E27FC236}">
                <a16:creationId xmlns:a16="http://schemas.microsoft.com/office/drawing/2014/main" id="{A9E6AFDC-EE02-96C5-1022-37FF5B12DBE6}"/>
              </a:ext>
            </a:extLst>
          </p:cNvPr>
          <p:cNvSpPr/>
          <p:nvPr/>
        </p:nvSpPr>
        <p:spPr>
          <a:xfrm>
            <a:off x="1377835" y="2539446"/>
            <a:ext cx="3246120" cy="646176"/>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27">
            <a:extLst>
              <a:ext uri="{FF2B5EF4-FFF2-40B4-BE49-F238E27FC236}">
                <a16:creationId xmlns:a16="http://schemas.microsoft.com/office/drawing/2014/main" id="{CD141AB7-DD42-E005-DE08-056F8E3A0604}"/>
              </a:ext>
            </a:extLst>
          </p:cNvPr>
          <p:cNvSpPr txBox="1"/>
          <p:nvPr/>
        </p:nvSpPr>
        <p:spPr>
          <a:xfrm>
            <a:off x="1498138" y="2626037"/>
            <a:ext cx="3005514" cy="472993"/>
          </a:xfrm>
          <a:prstGeom prst="rect">
            <a:avLst/>
          </a:prstGeom>
          <a:noFill/>
        </p:spPr>
        <p:txBody>
          <a:bodyPr wrap="square" lIns="0" tIns="0" rIns="0" bIns="0" rtlCol="0" anchor="ctr">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1" u="none" strike="noStrike" kern="1200" cap="none" spc="0" normalizeH="0" baseline="0" noProof="0">
                <a:ln>
                  <a:noFill/>
                </a:ln>
                <a:solidFill>
                  <a:srgbClr val="013765"/>
                </a:solidFill>
                <a:effectLst/>
                <a:uLnTx/>
                <a:uFillTx/>
                <a:latin typeface="Calibri"/>
                <a:cs typeface="Arial"/>
              </a:rPr>
              <a:t>“Summarize our litigation strategy notes for the provider network dispute."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Prepare a Legal Response</a:t>
            </a:r>
          </a:p>
        </p:txBody>
      </p:sp>
      <p:sp>
        <p:nvSpPr>
          <p:cNvPr id="101" name="Slide number"/>
          <p:cNvSpPr txBox="1"/>
          <p:nvPr/>
        </p:nvSpPr>
        <p:spPr>
          <a:xfrm>
            <a:off x="10817352" y="6473952"/>
            <a:ext cx="914400" cy="274320"/>
          </a:xfrm>
          <a:prstGeom prst="rect">
            <a:avLst/>
          </a:prstGeom>
          <a:noFill/>
        </p:spPr>
        <p:txBody>
          <a:bodyPr wrap="none">
            <a:spAutoFit/>
          </a:bodyPr>
          <a:lstStyle/>
          <a:p>
            <a:pPr algn="r"/>
            <a:fld id="{B6F15528-21DE-4FAA-801E-634DDDAF4B2B}" type="slidenum">
              <a:rPr lang="en-US" sz="900">
                <a:solidFill>
                  <a:srgbClr val="8C8C8C"/>
                </a:solidFill>
                <a:latin typeface="Calibri"/>
              </a:rPr>
              <a:t>27</a:t>
            </a:fld>
            <a:endParaRPr lang="en-US" sz="900">
              <a:solidFill>
                <a:srgbClr val="8C8C8C"/>
              </a:solidFill>
              <a:latin typeface="Calibri"/>
            </a:endParaRPr>
          </a:p>
        </p:txBody>
      </p:sp>
      <p:sp>
        <p:nvSpPr>
          <p:cNvPr id="102" name="Rounded Rectangle 102"/>
          <p:cNvSpPr/>
          <p:nvPr/>
        </p:nvSpPr>
        <p:spPr>
          <a:xfrm>
            <a:off x="314553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8:30 AM</a:t>
            </a:r>
          </a:p>
        </p:txBody>
      </p:sp>
      <p:sp>
        <p:nvSpPr>
          <p:cNvPr id="103" name="TextBox 103"/>
          <p:cNvSpPr txBox="1"/>
          <p:nvPr/>
        </p:nvSpPr>
        <p:spPr>
          <a:xfrm>
            <a:off x="3877056"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4" name="Rounded Rectangle 104"/>
          <p:cNvSpPr/>
          <p:nvPr/>
        </p:nvSpPr>
        <p:spPr>
          <a:xfrm>
            <a:off x="402336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9:00 AM</a:t>
            </a:r>
          </a:p>
        </p:txBody>
      </p:sp>
      <p:sp>
        <p:nvSpPr>
          <p:cNvPr id="105" name="TextBox 105"/>
          <p:cNvSpPr txBox="1"/>
          <p:nvPr/>
        </p:nvSpPr>
        <p:spPr>
          <a:xfrm>
            <a:off x="4754880"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6" name="Rounded Rectangle 106"/>
          <p:cNvSpPr/>
          <p:nvPr/>
        </p:nvSpPr>
        <p:spPr>
          <a:xfrm>
            <a:off x="490118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10:00 AM</a:t>
            </a:r>
          </a:p>
        </p:txBody>
      </p:sp>
      <p:sp>
        <p:nvSpPr>
          <p:cNvPr id="107" name="TextBox 107"/>
          <p:cNvSpPr txBox="1"/>
          <p:nvPr/>
        </p:nvSpPr>
        <p:spPr>
          <a:xfrm>
            <a:off x="5632704"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8" name="Rounded Rectangle 108"/>
          <p:cNvSpPr/>
          <p:nvPr/>
        </p:nvSpPr>
        <p:spPr>
          <a:xfrm>
            <a:off x="577900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10:30 AM</a:t>
            </a:r>
          </a:p>
        </p:txBody>
      </p:sp>
      <p:sp>
        <p:nvSpPr>
          <p:cNvPr id="109" name="TextBox 109"/>
          <p:cNvSpPr txBox="1"/>
          <p:nvPr/>
        </p:nvSpPr>
        <p:spPr>
          <a:xfrm>
            <a:off x="6510528"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0" name="Rounded Rectangle 110"/>
          <p:cNvSpPr/>
          <p:nvPr/>
        </p:nvSpPr>
        <p:spPr>
          <a:xfrm>
            <a:off x="665683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endParaRPr lang="en-US" sz="900" b="1" i="0">
              <a:solidFill>
                <a:srgbClr val="8C8C8C"/>
              </a:solidFill>
              <a:latin typeface="Calibri"/>
            </a:endParaRPr>
          </a:p>
        </p:txBody>
      </p:sp>
      <p:sp>
        <p:nvSpPr>
          <p:cNvPr id="111" name="TextBox 111"/>
          <p:cNvSpPr txBox="1"/>
          <p:nvPr/>
        </p:nvSpPr>
        <p:spPr>
          <a:xfrm>
            <a:off x="7388352"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2" name="Rounded Rectangle 112"/>
          <p:cNvSpPr/>
          <p:nvPr/>
        </p:nvSpPr>
        <p:spPr>
          <a:xfrm>
            <a:off x="7534656" y="256032"/>
            <a:ext cx="731520" cy="274320"/>
          </a:xfrm>
          <a:prstGeom prst="roundRect">
            <a:avLst>
              <a:gd name="adj" fmla="val 50000"/>
            </a:avLst>
          </a:prstGeom>
          <a:solidFill>
            <a:srgbClr val="0079CF"/>
          </a:solidFill>
          <a:ln w="9525">
            <a:solidFill>
              <a:srgbClr val="0079CF"/>
            </a:solidFill>
          </a:ln>
          <a:effectLst/>
        </p:spPr>
        <p:txBody>
          <a:bodyPr wrap="square" lIns="0" tIns="0" rIns="0" bIns="0" rtlCol="0" anchor="ctr">
            <a:noAutofit/>
          </a:bodyPr>
          <a:lstStyle/>
          <a:p>
            <a:pPr algn="ctr"/>
            <a:r>
              <a:rPr lang="en-US" sz="900" b="1" i="0">
                <a:solidFill>
                  <a:srgbClr val="FFFFFF"/>
                </a:solidFill>
                <a:latin typeface="Calibri"/>
              </a:rPr>
              <a:t>12:00 PM</a:t>
            </a:r>
          </a:p>
        </p:txBody>
      </p:sp>
      <p:sp>
        <p:nvSpPr>
          <p:cNvPr id="113" name="TextBox 113"/>
          <p:cNvSpPr txBox="1"/>
          <p:nvPr/>
        </p:nvSpPr>
        <p:spPr>
          <a:xfrm>
            <a:off x="8266176"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4" name="Rounded Rectangle 114"/>
          <p:cNvSpPr/>
          <p:nvPr/>
        </p:nvSpPr>
        <p:spPr>
          <a:xfrm>
            <a:off x="841248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1:30 PM</a:t>
            </a:r>
          </a:p>
        </p:txBody>
      </p:sp>
      <p:sp>
        <p:nvSpPr>
          <p:cNvPr id="115" name="TextBox 115"/>
          <p:cNvSpPr txBox="1"/>
          <p:nvPr/>
        </p:nvSpPr>
        <p:spPr>
          <a:xfrm>
            <a:off x="9144000"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6" name="Rounded Rectangle 116"/>
          <p:cNvSpPr/>
          <p:nvPr/>
        </p:nvSpPr>
        <p:spPr>
          <a:xfrm>
            <a:off x="929030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2:30 PM</a:t>
            </a:r>
          </a:p>
        </p:txBody>
      </p:sp>
      <p:sp>
        <p:nvSpPr>
          <p:cNvPr id="117" name="TextBox 117"/>
          <p:cNvSpPr txBox="1"/>
          <p:nvPr/>
        </p:nvSpPr>
        <p:spPr>
          <a:xfrm>
            <a:off x="10021824"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8" name="Rounded Rectangle 118"/>
          <p:cNvSpPr/>
          <p:nvPr/>
        </p:nvSpPr>
        <p:spPr>
          <a:xfrm>
            <a:off x="1016812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3:30 PM</a:t>
            </a:r>
          </a:p>
        </p:txBody>
      </p:sp>
      <p:sp>
        <p:nvSpPr>
          <p:cNvPr id="119" name="TextBox 119"/>
          <p:cNvSpPr txBox="1"/>
          <p:nvPr/>
        </p:nvSpPr>
        <p:spPr>
          <a:xfrm>
            <a:off x="10899648"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20" name="Rounded Rectangle 120"/>
          <p:cNvSpPr/>
          <p:nvPr/>
        </p:nvSpPr>
        <p:spPr>
          <a:xfrm>
            <a:off x="1104595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4:30 PM</a:t>
            </a:r>
          </a:p>
        </p:txBody>
      </p:sp>
      <p:sp>
        <p:nvSpPr>
          <p:cNvPr id="121" name="Rounded Rectangle 121"/>
          <p:cNvSpPr/>
          <p:nvPr/>
        </p:nvSpPr>
        <p:spPr>
          <a:xfrm>
            <a:off x="1097280" y="1110996"/>
            <a:ext cx="786384" cy="237744"/>
          </a:xfrm>
          <a:prstGeom prst="roundRect">
            <a:avLst>
              <a:gd name="adj" fmla="val 12000"/>
            </a:avLst>
          </a:prstGeom>
          <a:solidFill>
            <a:srgbClr val="0079CF"/>
          </a:solidFill>
          <a:ln>
            <a:noFill/>
          </a:ln>
          <a:effectLst/>
        </p:spPr>
        <p:txBody>
          <a:bodyPr wrap="square" lIns="54864" tIns="27432" rIns="54864" bIns="27432" rtlCol="0" anchor="ctr">
            <a:noAutofit/>
          </a:bodyPr>
          <a:lstStyle/>
          <a:p>
            <a:pPr algn="ctr"/>
            <a:r>
              <a:rPr lang="en-US" sz="1000" b="1" i="0">
                <a:solidFill>
                  <a:srgbClr val="FFFFFF"/>
                </a:solidFill>
                <a:latin typeface="Calibri"/>
              </a:rPr>
              <a:t>12:00 PM</a:t>
            </a:r>
          </a:p>
        </p:txBody>
      </p:sp>
      <p:sp>
        <p:nvSpPr>
          <p:cNvPr id="122" name="TextBox 122"/>
          <p:cNvSpPr txBox="1"/>
          <p:nvPr/>
        </p:nvSpPr>
        <p:spPr>
          <a:xfrm>
            <a:off x="1901952" y="1106424"/>
            <a:ext cx="8229600" cy="274320"/>
          </a:xfrm>
          <a:prstGeom prst="rect">
            <a:avLst/>
          </a:prstGeom>
          <a:noFill/>
        </p:spPr>
        <p:txBody>
          <a:bodyPr wrap="square" lIns="91440" tIns="45720" rIns="91440" bIns="45720" rtlCol="0" anchor="ctr">
            <a:noAutofit/>
          </a:bodyPr>
          <a:lstStyle/>
          <a:p>
            <a:pPr algn="l"/>
            <a:r>
              <a:rPr lang="en-US" sz="1100" b="1" i="0" cap="all" spc="200">
                <a:solidFill>
                  <a:srgbClr val="262626"/>
                </a:solidFill>
                <a:latin typeface="Calibri"/>
              </a:rPr>
              <a:t>Copilot helps Maria prepare a response</a:t>
            </a:r>
          </a:p>
        </p:txBody>
      </p:sp>
      <p:sp>
        <p:nvSpPr>
          <p:cNvPr id="123" name="Rectangle 123"/>
          <p:cNvSpPr/>
          <p:nvPr/>
        </p:nvSpPr>
        <p:spPr>
          <a:xfrm>
            <a:off x="1097280" y="1536192"/>
            <a:ext cx="3703320" cy="3767328"/>
          </a:xfrm>
          <a:prstGeom prst="rect">
            <a:avLst/>
          </a:prstGeom>
          <a:solidFill>
            <a:srgbClr val="F3F6FA"/>
          </a:solidFill>
          <a:ln>
            <a:noFill/>
          </a:ln>
          <a:effectLst/>
        </p:spPr>
        <p:txBody>
          <a:bodyPr wrap="square" lIns="91440" tIns="45720" rIns="91440" bIns="45720" rtlCol="0" anchor="ctr">
            <a:noAutofit/>
          </a:bodyPr>
          <a:lstStyle/>
          <a:p>
            <a:endParaRPr lang="en-US"/>
          </a:p>
        </p:txBody>
      </p:sp>
      <p:sp>
        <p:nvSpPr>
          <p:cNvPr id="124" name="Oval 124"/>
          <p:cNvSpPr/>
          <p:nvPr/>
        </p:nvSpPr>
        <p:spPr>
          <a:xfrm>
            <a:off x="1325880" y="1764792"/>
            <a:ext cx="566928" cy="566928"/>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25" name="MdEditNote_w.png" descr="MdEditNote_w.png"/>
          <p:cNvPicPr>
            <a:picLocks noChangeAspect="1"/>
          </p:cNvPicPr>
          <p:nvPr/>
        </p:nvPicPr>
        <p:blipFill>
          <a:blip r:embed="rId2"/>
          <a:stretch>
            <a:fillRect/>
          </a:stretch>
        </p:blipFill>
        <p:spPr>
          <a:xfrm>
            <a:off x="1450604" y="1889516"/>
            <a:ext cx="317480" cy="317480"/>
          </a:xfrm>
          <a:prstGeom prst="rect">
            <a:avLst/>
          </a:prstGeom>
        </p:spPr>
      </p:pic>
      <p:sp>
        <p:nvSpPr>
          <p:cNvPr id="3" name="TextBox 125"/>
          <p:cNvSpPr txBox="1"/>
          <p:nvPr/>
        </p:nvSpPr>
        <p:spPr>
          <a:xfrm>
            <a:off x="1325880" y="2514600"/>
            <a:ext cx="3246120" cy="694944"/>
          </a:xfrm>
          <a:prstGeom prst="rect">
            <a:avLst/>
          </a:prstGeom>
          <a:noFill/>
        </p:spPr>
        <p:txBody>
          <a:bodyPr wrap="square" lIns="0" tIns="0" rIns="0" bIns="0" rtlCol="0" anchor="t">
            <a:noAutofit/>
          </a:bodyPr>
          <a:lstStyle/>
          <a:p>
            <a:pPr algn="l"/>
            <a:r>
              <a:rPr lang="en-US" sz="1400" b="0" i="0">
                <a:solidFill>
                  <a:srgbClr val="262626"/>
                </a:solidFill>
                <a:latin typeface="Calibri"/>
              </a:rPr>
              <a:t>Maria asks Copilot to draft a response based on the contract and relevant information.</a:t>
            </a:r>
          </a:p>
        </p:txBody>
      </p:sp>
      <p:sp>
        <p:nvSpPr>
          <p:cNvPr id="126" name="TextBox 126"/>
          <p:cNvSpPr txBox="1"/>
          <p:nvPr/>
        </p:nvSpPr>
        <p:spPr>
          <a:xfrm>
            <a:off x="1325880" y="3264408"/>
            <a:ext cx="3246120" cy="268224"/>
          </a:xfrm>
          <a:prstGeom prst="rect">
            <a:avLst/>
          </a:prstGeom>
          <a:noFill/>
        </p:spPr>
        <p:txBody>
          <a:bodyPr wrap="square" lIns="0" tIns="0" rIns="0" bIns="0" rtlCol="0" anchor="t">
            <a:noAutofit/>
          </a:bodyPr>
          <a:lstStyle/>
          <a:p>
            <a:pPr algn="l"/>
            <a:r>
              <a:rPr lang="en-US" sz="1400" b="0" i="0">
                <a:solidFill>
                  <a:srgbClr val="262626"/>
                </a:solidFill>
                <a:latin typeface="Calibri"/>
              </a:rPr>
              <a:t>Copilot produces a draft.</a:t>
            </a:r>
          </a:p>
        </p:txBody>
      </p:sp>
      <p:sp>
        <p:nvSpPr>
          <p:cNvPr id="127" name="Rectangle 127"/>
          <p:cNvSpPr/>
          <p:nvPr/>
        </p:nvSpPr>
        <p:spPr>
          <a:xfrm>
            <a:off x="5029200" y="1536192"/>
            <a:ext cx="6355080" cy="1586992"/>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28" name="Oval 128"/>
          <p:cNvSpPr/>
          <p:nvPr/>
        </p:nvSpPr>
        <p:spPr>
          <a:xfrm>
            <a:off x="5212080" y="1700276"/>
            <a:ext cx="420624" cy="420624"/>
          </a:xfrm>
          <a:prstGeom prst="ellipse">
            <a:avLst/>
          </a:prstGeom>
          <a:solidFill>
            <a:srgbClr val="F3F4F6"/>
          </a:solidFill>
          <a:ln>
            <a:noFill/>
          </a:ln>
          <a:effectLst/>
        </p:spPr>
        <p:txBody>
          <a:bodyPr wrap="square" lIns="91440" tIns="45720" rIns="91440" bIns="45720" rtlCol="0" anchor="ctr">
            <a:noAutofit/>
          </a:bodyPr>
          <a:lstStyle/>
          <a:p>
            <a:endParaRPr lang="en-US"/>
          </a:p>
        </p:txBody>
      </p:sp>
      <p:pic>
        <p:nvPicPr>
          <p:cNvPr id="129" name="MdWarningAmber_g.png" descr="MdWarningAmber_g.png"/>
          <p:cNvPicPr>
            <a:picLocks noChangeAspect="1"/>
          </p:cNvPicPr>
          <p:nvPr/>
        </p:nvPicPr>
        <p:blipFill>
          <a:blip r:embed="rId3"/>
          <a:stretch>
            <a:fillRect/>
          </a:stretch>
        </p:blipFill>
        <p:spPr>
          <a:xfrm>
            <a:off x="5296205" y="1784401"/>
            <a:ext cx="252374" cy="252374"/>
          </a:xfrm>
          <a:prstGeom prst="rect">
            <a:avLst/>
          </a:prstGeom>
        </p:spPr>
      </p:pic>
      <p:sp>
        <p:nvSpPr>
          <p:cNvPr id="4" name="TextBox 129"/>
          <p:cNvSpPr txBox="1"/>
          <p:nvPr/>
        </p:nvSpPr>
        <p:spPr>
          <a:xfrm>
            <a:off x="5760720" y="1691132"/>
            <a:ext cx="5440680" cy="219456"/>
          </a:xfrm>
          <a:prstGeom prst="rect">
            <a:avLst/>
          </a:prstGeom>
          <a:noFill/>
        </p:spPr>
        <p:txBody>
          <a:bodyPr wrap="square" lIns="0" tIns="0" rIns="0" bIns="0" rtlCol="0" anchor="t">
            <a:noAutofit/>
          </a:bodyPr>
          <a:lstStyle/>
          <a:p>
            <a:pPr algn="l"/>
            <a:r>
              <a:rPr lang="en-US" sz="1000" b="1" i="0" cap="all" spc="100">
                <a:solidFill>
                  <a:srgbClr val="595959"/>
                </a:solidFill>
                <a:latin typeface="Calibri"/>
              </a:rPr>
              <a:t>What could go wrong?</a:t>
            </a:r>
          </a:p>
        </p:txBody>
      </p:sp>
      <p:sp>
        <p:nvSpPr>
          <p:cNvPr id="130" name="TextBox 130"/>
          <p:cNvSpPr txBox="1"/>
          <p:nvPr/>
        </p:nvSpPr>
        <p:spPr>
          <a:xfrm>
            <a:off x="5760720" y="1947164"/>
            <a:ext cx="5440680" cy="252984"/>
          </a:xfrm>
          <a:prstGeom prst="rect">
            <a:avLst/>
          </a:prstGeom>
          <a:noFill/>
        </p:spPr>
        <p:txBody>
          <a:bodyPr wrap="square" lIns="0" tIns="0" rIns="0" bIns="0" rtlCol="0" anchor="t">
            <a:noAutofit/>
          </a:bodyPr>
          <a:lstStyle/>
          <a:p>
            <a:pPr algn="l"/>
            <a:r>
              <a:rPr lang="en-US" sz="1300" b="0" i="0">
                <a:solidFill>
                  <a:srgbClr val="262626"/>
                </a:solidFill>
                <a:latin typeface="Calibri"/>
              </a:rPr>
              <a:t>The response could contain:</a:t>
            </a:r>
          </a:p>
        </p:txBody>
      </p:sp>
      <p:sp>
        <p:nvSpPr>
          <p:cNvPr id="131" name="Rounded Rectangle 131"/>
          <p:cNvSpPr/>
          <p:nvPr/>
        </p:nvSpPr>
        <p:spPr>
          <a:xfrm>
            <a:off x="5760720" y="2218436"/>
            <a:ext cx="2674620" cy="329184"/>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An incorrect interpretation</a:t>
            </a:r>
          </a:p>
        </p:txBody>
      </p:sp>
      <p:sp>
        <p:nvSpPr>
          <p:cNvPr id="132" name="Rounded Rectangle 132"/>
          <p:cNvSpPr/>
          <p:nvPr/>
        </p:nvSpPr>
        <p:spPr>
          <a:xfrm>
            <a:off x="8526780" y="2218436"/>
            <a:ext cx="2674620" cy="329184"/>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Missing context</a:t>
            </a:r>
          </a:p>
        </p:txBody>
      </p:sp>
      <p:sp>
        <p:nvSpPr>
          <p:cNvPr id="133" name="Rounded Rectangle 133"/>
          <p:cNvSpPr/>
          <p:nvPr/>
        </p:nvSpPr>
        <p:spPr>
          <a:xfrm>
            <a:off x="5760720" y="2620772"/>
            <a:ext cx="2674620" cy="329184"/>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Unsupported conclusions</a:t>
            </a:r>
          </a:p>
        </p:txBody>
      </p:sp>
      <p:sp>
        <p:nvSpPr>
          <p:cNvPr id="134" name="Rounded Rectangle 134"/>
          <p:cNvSpPr/>
          <p:nvPr/>
        </p:nvSpPr>
        <p:spPr>
          <a:xfrm>
            <a:off x="8526780" y="2620772"/>
            <a:ext cx="2674620" cy="329184"/>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Information that should not be disclosed</a:t>
            </a:r>
          </a:p>
        </p:txBody>
      </p:sp>
      <p:sp>
        <p:nvSpPr>
          <p:cNvPr id="135" name="Rectangle 135"/>
          <p:cNvSpPr/>
          <p:nvPr/>
        </p:nvSpPr>
        <p:spPr>
          <a:xfrm>
            <a:off x="5029200" y="3251200"/>
            <a:ext cx="6355080" cy="962152"/>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36" name="Oval 136"/>
          <p:cNvSpPr/>
          <p:nvPr/>
        </p:nvSpPr>
        <p:spPr>
          <a:xfrm>
            <a:off x="5212080" y="3415284"/>
            <a:ext cx="420624" cy="420624"/>
          </a:xfrm>
          <a:prstGeom prst="ellipse">
            <a:avLst/>
          </a:prstGeom>
          <a:solidFill>
            <a:srgbClr val="013765"/>
          </a:solidFill>
          <a:ln>
            <a:noFill/>
          </a:ln>
          <a:effectLst/>
        </p:spPr>
        <p:txBody>
          <a:bodyPr wrap="square" lIns="91440" tIns="45720" rIns="91440" bIns="45720" rtlCol="0" anchor="ctr">
            <a:noAutofit/>
          </a:bodyPr>
          <a:lstStyle/>
          <a:p>
            <a:endParaRPr lang="en-US"/>
          </a:p>
        </p:txBody>
      </p:sp>
      <p:pic>
        <p:nvPicPr>
          <p:cNvPr id="137" name="MdPolicy_w.png" descr="MdPolicy_w.png"/>
          <p:cNvPicPr>
            <a:picLocks noChangeAspect="1"/>
          </p:cNvPicPr>
          <p:nvPr/>
        </p:nvPicPr>
        <p:blipFill>
          <a:blip r:embed="rId4"/>
          <a:stretch>
            <a:fillRect/>
          </a:stretch>
        </p:blipFill>
        <p:spPr>
          <a:xfrm>
            <a:off x="5296205" y="3499409"/>
            <a:ext cx="252374" cy="252374"/>
          </a:xfrm>
          <a:prstGeom prst="rect">
            <a:avLst/>
          </a:prstGeom>
        </p:spPr>
      </p:pic>
      <p:sp>
        <p:nvSpPr>
          <p:cNvPr id="5" name="TextBox 137"/>
          <p:cNvSpPr txBox="1"/>
          <p:nvPr/>
        </p:nvSpPr>
        <p:spPr>
          <a:xfrm>
            <a:off x="5760720" y="3406140"/>
            <a:ext cx="5440680" cy="219456"/>
          </a:xfrm>
          <a:prstGeom prst="rect">
            <a:avLst/>
          </a:prstGeom>
          <a:noFill/>
        </p:spPr>
        <p:txBody>
          <a:bodyPr wrap="square" lIns="0" tIns="0" rIns="0" bIns="0" rtlCol="0" anchor="t">
            <a:noAutofit/>
          </a:bodyPr>
          <a:lstStyle/>
          <a:p>
            <a:pPr algn="l"/>
            <a:r>
              <a:rPr lang="en-US" sz="1000" b="1" i="0" cap="all" spc="100">
                <a:solidFill>
                  <a:srgbClr val="0079CF"/>
                </a:solidFill>
                <a:latin typeface="Calibri"/>
              </a:rPr>
              <a:t>What does the organization require?</a:t>
            </a:r>
          </a:p>
        </p:txBody>
      </p:sp>
      <p:sp>
        <p:nvSpPr>
          <p:cNvPr id="138" name="TextBox 138"/>
          <p:cNvSpPr txBox="1"/>
          <p:nvPr/>
        </p:nvSpPr>
        <p:spPr>
          <a:xfrm>
            <a:off x="5760720" y="3662172"/>
            <a:ext cx="5440680" cy="451104"/>
          </a:xfrm>
          <a:prstGeom prst="rect">
            <a:avLst/>
          </a:prstGeom>
          <a:noFill/>
        </p:spPr>
        <p:txBody>
          <a:bodyPr wrap="square" lIns="0" tIns="0" rIns="0" bIns="0" rtlCol="0" anchor="t">
            <a:noAutofit/>
          </a:bodyPr>
          <a:lstStyle/>
          <a:p>
            <a:pPr algn="l"/>
            <a:r>
              <a:rPr lang="en-US" sz="1300" b="0" i="0">
                <a:solidFill>
                  <a:srgbClr val="262626"/>
                </a:solidFill>
                <a:latin typeface="Calibri"/>
              </a:rPr>
              <a:t>AI-generated content must be reviewed appropriately before it is relied upon for consequential legal work.</a:t>
            </a:r>
          </a:p>
        </p:txBody>
      </p:sp>
      <p:sp>
        <p:nvSpPr>
          <p:cNvPr id="139" name="Rectangle 139"/>
          <p:cNvSpPr/>
          <p:nvPr/>
        </p:nvSpPr>
        <p:spPr>
          <a:xfrm>
            <a:off x="5029200" y="4341368"/>
            <a:ext cx="6355080" cy="962152"/>
          </a:xfrm>
          <a:prstGeom prst="rect">
            <a:avLst/>
          </a:prstGeom>
          <a:solidFill>
            <a:srgbClr val="0079CF"/>
          </a:solidFill>
          <a:ln w="9525">
            <a:solidFill>
              <a:srgbClr val="0079CF"/>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40" name="Oval 140"/>
          <p:cNvSpPr/>
          <p:nvPr/>
        </p:nvSpPr>
        <p:spPr>
          <a:xfrm>
            <a:off x="5212080" y="4505452"/>
            <a:ext cx="420624" cy="420624"/>
          </a:xfrm>
          <a:prstGeom prst="ellipse">
            <a:avLst/>
          </a:prstGeom>
          <a:solidFill>
            <a:srgbClr val="FFFFFF"/>
          </a:solidFill>
          <a:ln>
            <a:noFill/>
          </a:ln>
          <a:effectLst/>
        </p:spPr>
        <p:txBody>
          <a:bodyPr wrap="square" lIns="91440" tIns="45720" rIns="91440" bIns="45720" rtlCol="0" anchor="ctr">
            <a:noAutofit/>
          </a:bodyPr>
          <a:lstStyle/>
          <a:p>
            <a:endParaRPr lang="en-US"/>
          </a:p>
        </p:txBody>
      </p:sp>
      <p:pic>
        <p:nvPicPr>
          <p:cNvPr id="141" name="MdFactCheck_b.png" descr="MdFactCheck_b.png"/>
          <p:cNvPicPr>
            <a:picLocks noChangeAspect="1"/>
          </p:cNvPicPr>
          <p:nvPr/>
        </p:nvPicPr>
        <p:blipFill>
          <a:blip r:embed="rId5"/>
          <a:stretch>
            <a:fillRect/>
          </a:stretch>
        </p:blipFill>
        <p:spPr>
          <a:xfrm>
            <a:off x="5296205" y="4589577"/>
            <a:ext cx="252374" cy="252374"/>
          </a:xfrm>
          <a:prstGeom prst="rect">
            <a:avLst/>
          </a:prstGeom>
        </p:spPr>
      </p:pic>
      <p:sp>
        <p:nvSpPr>
          <p:cNvPr id="6" name="TextBox 141"/>
          <p:cNvSpPr txBox="1"/>
          <p:nvPr/>
        </p:nvSpPr>
        <p:spPr>
          <a:xfrm>
            <a:off x="5760720" y="4496308"/>
            <a:ext cx="5440680" cy="219456"/>
          </a:xfrm>
          <a:prstGeom prst="rect">
            <a:avLst/>
          </a:prstGeom>
          <a:noFill/>
        </p:spPr>
        <p:txBody>
          <a:bodyPr wrap="square" lIns="0" tIns="0" rIns="0" bIns="0" rtlCol="0" anchor="t">
            <a:noAutofit/>
          </a:bodyPr>
          <a:lstStyle/>
          <a:p>
            <a:pPr algn="l"/>
            <a:r>
              <a:rPr lang="en-US" sz="1000" b="1" i="0" cap="all" spc="100">
                <a:solidFill>
                  <a:srgbClr val="99D6EA"/>
                </a:solidFill>
                <a:latin typeface="Calibri"/>
              </a:rPr>
              <a:t>What does Maria experience?</a:t>
            </a:r>
          </a:p>
        </p:txBody>
      </p:sp>
      <p:sp>
        <p:nvSpPr>
          <p:cNvPr id="142" name="TextBox 142"/>
          <p:cNvSpPr txBox="1"/>
          <p:nvPr/>
        </p:nvSpPr>
        <p:spPr>
          <a:xfrm>
            <a:off x="5760720" y="4752340"/>
            <a:ext cx="5440680" cy="481584"/>
          </a:xfrm>
          <a:prstGeom prst="rect">
            <a:avLst/>
          </a:prstGeom>
          <a:noFill/>
        </p:spPr>
        <p:txBody>
          <a:bodyPr wrap="square" lIns="0" tIns="0" rIns="0" bIns="0" rtlCol="0" anchor="t">
            <a:noAutofit/>
          </a:bodyPr>
          <a:lstStyle/>
          <a:p>
            <a:pPr algn="l"/>
            <a:r>
              <a:rPr lang="en-US" sz="1400" b="1" i="0">
                <a:solidFill>
                  <a:srgbClr val="FFFFFF"/>
                </a:solidFill>
                <a:latin typeface="Calibri"/>
              </a:rPr>
              <a:t>Copilot accelerates the work. Maria reviews the result before using it.</a:t>
            </a:r>
          </a:p>
        </p:txBody>
      </p:sp>
      <p:sp>
        <p:nvSpPr>
          <p:cNvPr id="143" name="Rectangle 143"/>
          <p:cNvSpPr/>
          <p:nvPr/>
        </p:nvSpPr>
        <p:spPr>
          <a:xfrm>
            <a:off x="1097280" y="5486400"/>
            <a:ext cx="10287000" cy="457200"/>
          </a:xfrm>
          <a:prstGeom prst="rect">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ctr">
            <a:noAutofit/>
          </a:bodyPr>
          <a:lstStyle/>
          <a:p>
            <a:pPr algn="l"/>
            <a:r>
              <a:rPr lang="en-US" sz="1000" b="1" i="0" cap="all" spc="150">
                <a:solidFill>
                  <a:srgbClr val="99D6EA"/>
                </a:solidFill>
                <a:latin typeface="Calibri"/>
              </a:rPr>
              <a:t>Key principle   </a:t>
            </a:r>
            <a:r>
              <a:rPr lang="en-US" sz="1300" b="1" i="0">
                <a:solidFill>
                  <a:srgbClr val="FFFFFF"/>
                </a:solidFill>
                <a:latin typeface="Calibri"/>
              </a:rPr>
              <a:t>AI assists the professional. It does not replace professional accountability.</a:t>
            </a:r>
          </a:p>
        </p:txBody>
      </p:sp>
      <p:sp>
        <p:nvSpPr>
          <p:cNvPr id="10" name="Text 20">
            <a:extLst>
              <a:ext uri="{FF2B5EF4-FFF2-40B4-BE49-F238E27FC236}">
                <a16:creationId xmlns:a16="http://schemas.microsoft.com/office/drawing/2014/main" id="{999F8B01-6D1F-CC1B-534F-6F020EFD81D7}"/>
              </a:ext>
            </a:extLst>
          </p:cNvPr>
          <p:cNvSpPr/>
          <p:nvPr/>
        </p:nvSpPr>
        <p:spPr>
          <a:xfrm>
            <a:off x="10405872" y="751960"/>
            <a:ext cx="1325880" cy="457200"/>
          </a:xfrm>
          <a:prstGeom prst="rect">
            <a:avLst/>
          </a:prstGeom>
          <a:noFill/>
          <a:ln/>
        </p:spPr>
        <p:txBody>
          <a:bodyPr wrap="square"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Vendor DATA</a:t>
            </a:r>
            <a:endParaRPr lang="en-US" sz="1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A Request Falls Outside Maria's Role</a:t>
            </a:r>
          </a:p>
        </p:txBody>
      </p:sp>
      <p:sp>
        <p:nvSpPr>
          <p:cNvPr id="101" name="Slide number"/>
          <p:cNvSpPr txBox="1"/>
          <p:nvPr/>
        </p:nvSpPr>
        <p:spPr>
          <a:xfrm>
            <a:off x="10817352" y="6473952"/>
            <a:ext cx="914400" cy="274320"/>
          </a:xfrm>
          <a:prstGeom prst="rect">
            <a:avLst/>
          </a:prstGeom>
          <a:noFill/>
        </p:spPr>
        <p:txBody>
          <a:bodyPr wrap="none">
            <a:spAutoFit/>
          </a:bodyPr>
          <a:lstStyle/>
          <a:p>
            <a:pPr algn="r"/>
            <a:fld id="{B6F15528-21DE-4FAA-801E-634DDDAF4B2B}" type="slidenum">
              <a:rPr lang="en-US" sz="900">
                <a:solidFill>
                  <a:srgbClr val="8C8C8C"/>
                </a:solidFill>
                <a:latin typeface="Calibri"/>
              </a:rPr>
              <a:t>28</a:t>
            </a:fld>
            <a:endParaRPr lang="en-US" sz="900">
              <a:solidFill>
                <a:srgbClr val="8C8C8C"/>
              </a:solidFill>
              <a:latin typeface="Calibri"/>
            </a:endParaRPr>
          </a:p>
        </p:txBody>
      </p:sp>
      <p:sp>
        <p:nvSpPr>
          <p:cNvPr id="102" name="Rounded Rectangle 102"/>
          <p:cNvSpPr/>
          <p:nvPr/>
        </p:nvSpPr>
        <p:spPr>
          <a:xfrm>
            <a:off x="314553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8:30 AM</a:t>
            </a:r>
          </a:p>
        </p:txBody>
      </p:sp>
      <p:sp>
        <p:nvSpPr>
          <p:cNvPr id="103" name="TextBox 103"/>
          <p:cNvSpPr txBox="1"/>
          <p:nvPr/>
        </p:nvSpPr>
        <p:spPr>
          <a:xfrm>
            <a:off x="3877056"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4" name="Rounded Rectangle 104"/>
          <p:cNvSpPr/>
          <p:nvPr/>
        </p:nvSpPr>
        <p:spPr>
          <a:xfrm>
            <a:off x="402336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9:00 AM</a:t>
            </a:r>
          </a:p>
        </p:txBody>
      </p:sp>
      <p:sp>
        <p:nvSpPr>
          <p:cNvPr id="105" name="TextBox 105"/>
          <p:cNvSpPr txBox="1"/>
          <p:nvPr/>
        </p:nvSpPr>
        <p:spPr>
          <a:xfrm>
            <a:off x="4754880"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6" name="Rounded Rectangle 106"/>
          <p:cNvSpPr/>
          <p:nvPr/>
        </p:nvSpPr>
        <p:spPr>
          <a:xfrm>
            <a:off x="490118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10:00 AM</a:t>
            </a:r>
          </a:p>
        </p:txBody>
      </p:sp>
      <p:sp>
        <p:nvSpPr>
          <p:cNvPr id="107" name="TextBox 107"/>
          <p:cNvSpPr txBox="1"/>
          <p:nvPr/>
        </p:nvSpPr>
        <p:spPr>
          <a:xfrm>
            <a:off x="5632704"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8" name="Rounded Rectangle 108"/>
          <p:cNvSpPr/>
          <p:nvPr/>
        </p:nvSpPr>
        <p:spPr>
          <a:xfrm>
            <a:off x="577900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10:30 AM</a:t>
            </a:r>
          </a:p>
        </p:txBody>
      </p:sp>
      <p:sp>
        <p:nvSpPr>
          <p:cNvPr id="109" name="TextBox 109"/>
          <p:cNvSpPr txBox="1"/>
          <p:nvPr/>
        </p:nvSpPr>
        <p:spPr>
          <a:xfrm>
            <a:off x="6510528"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0" name="Rounded Rectangle 110"/>
          <p:cNvSpPr/>
          <p:nvPr/>
        </p:nvSpPr>
        <p:spPr>
          <a:xfrm>
            <a:off x="665683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endParaRPr lang="en-US" sz="900" b="1" i="0">
              <a:solidFill>
                <a:srgbClr val="8C8C8C"/>
              </a:solidFill>
              <a:latin typeface="Calibri"/>
            </a:endParaRPr>
          </a:p>
        </p:txBody>
      </p:sp>
      <p:sp>
        <p:nvSpPr>
          <p:cNvPr id="111" name="TextBox 111"/>
          <p:cNvSpPr txBox="1"/>
          <p:nvPr/>
        </p:nvSpPr>
        <p:spPr>
          <a:xfrm>
            <a:off x="7388352"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2" name="Rounded Rectangle 112"/>
          <p:cNvSpPr/>
          <p:nvPr/>
        </p:nvSpPr>
        <p:spPr>
          <a:xfrm>
            <a:off x="753465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12:00 PM</a:t>
            </a:r>
          </a:p>
        </p:txBody>
      </p:sp>
      <p:sp>
        <p:nvSpPr>
          <p:cNvPr id="113" name="TextBox 113"/>
          <p:cNvSpPr txBox="1"/>
          <p:nvPr/>
        </p:nvSpPr>
        <p:spPr>
          <a:xfrm>
            <a:off x="8266176"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4" name="Rounded Rectangle 114"/>
          <p:cNvSpPr/>
          <p:nvPr/>
        </p:nvSpPr>
        <p:spPr>
          <a:xfrm>
            <a:off x="8412480" y="256032"/>
            <a:ext cx="731520" cy="274320"/>
          </a:xfrm>
          <a:prstGeom prst="roundRect">
            <a:avLst>
              <a:gd name="adj" fmla="val 50000"/>
            </a:avLst>
          </a:prstGeom>
          <a:solidFill>
            <a:srgbClr val="0079CF"/>
          </a:solidFill>
          <a:ln w="9525">
            <a:solidFill>
              <a:srgbClr val="0079CF"/>
            </a:solidFill>
          </a:ln>
          <a:effectLst/>
        </p:spPr>
        <p:txBody>
          <a:bodyPr wrap="square" lIns="0" tIns="0" rIns="0" bIns="0" rtlCol="0" anchor="ctr">
            <a:noAutofit/>
          </a:bodyPr>
          <a:lstStyle/>
          <a:p>
            <a:pPr algn="ctr"/>
            <a:r>
              <a:rPr lang="en-US" sz="900" b="1" i="0">
                <a:solidFill>
                  <a:srgbClr val="FFFFFF"/>
                </a:solidFill>
                <a:latin typeface="Calibri"/>
              </a:rPr>
              <a:t>1:30 PM</a:t>
            </a:r>
          </a:p>
        </p:txBody>
      </p:sp>
      <p:sp>
        <p:nvSpPr>
          <p:cNvPr id="115" name="TextBox 115"/>
          <p:cNvSpPr txBox="1"/>
          <p:nvPr/>
        </p:nvSpPr>
        <p:spPr>
          <a:xfrm>
            <a:off x="9144000"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6" name="Rounded Rectangle 116"/>
          <p:cNvSpPr/>
          <p:nvPr/>
        </p:nvSpPr>
        <p:spPr>
          <a:xfrm>
            <a:off x="929030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2:30 PM</a:t>
            </a:r>
          </a:p>
        </p:txBody>
      </p:sp>
      <p:sp>
        <p:nvSpPr>
          <p:cNvPr id="117" name="TextBox 117"/>
          <p:cNvSpPr txBox="1"/>
          <p:nvPr/>
        </p:nvSpPr>
        <p:spPr>
          <a:xfrm>
            <a:off x="10021824"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8" name="Rounded Rectangle 118"/>
          <p:cNvSpPr/>
          <p:nvPr/>
        </p:nvSpPr>
        <p:spPr>
          <a:xfrm>
            <a:off x="1016812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3:30 PM</a:t>
            </a:r>
          </a:p>
        </p:txBody>
      </p:sp>
      <p:sp>
        <p:nvSpPr>
          <p:cNvPr id="119" name="TextBox 119"/>
          <p:cNvSpPr txBox="1"/>
          <p:nvPr/>
        </p:nvSpPr>
        <p:spPr>
          <a:xfrm>
            <a:off x="10899648"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20" name="Rounded Rectangle 120"/>
          <p:cNvSpPr/>
          <p:nvPr/>
        </p:nvSpPr>
        <p:spPr>
          <a:xfrm>
            <a:off x="1104595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4:30 PM</a:t>
            </a:r>
          </a:p>
        </p:txBody>
      </p:sp>
      <p:sp>
        <p:nvSpPr>
          <p:cNvPr id="121" name="Rounded Rectangle 121"/>
          <p:cNvSpPr/>
          <p:nvPr/>
        </p:nvSpPr>
        <p:spPr>
          <a:xfrm>
            <a:off x="1097280" y="1110996"/>
            <a:ext cx="786384" cy="237744"/>
          </a:xfrm>
          <a:prstGeom prst="roundRect">
            <a:avLst>
              <a:gd name="adj" fmla="val 12000"/>
            </a:avLst>
          </a:prstGeom>
          <a:solidFill>
            <a:srgbClr val="0079CF"/>
          </a:solidFill>
          <a:ln>
            <a:noFill/>
          </a:ln>
          <a:effectLst/>
        </p:spPr>
        <p:txBody>
          <a:bodyPr wrap="square" lIns="54864" tIns="27432" rIns="54864" bIns="27432" rtlCol="0" anchor="ctr">
            <a:noAutofit/>
          </a:bodyPr>
          <a:lstStyle/>
          <a:p>
            <a:pPr algn="ctr"/>
            <a:r>
              <a:rPr lang="en-US" sz="1000" b="1" i="0">
                <a:solidFill>
                  <a:srgbClr val="FFFFFF"/>
                </a:solidFill>
                <a:latin typeface="Calibri"/>
              </a:rPr>
              <a:t>1:30 PM</a:t>
            </a:r>
          </a:p>
        </p:txBody>
      </p:sp>
      <p:sp>
        <p:nvSpPr>
          <p:cNvPr id="122" name="TextBox 122"/>
          <p:cNvSpPr txBox="1"/>
          <p:nvPr/>
        </p:nvSpPr>
        <p:spPr>
          <a:xfrm>
            <a:off x="1901952" y="1106424"/>
            <a:ext cx="8229600" cy="274320"/>
          </a:xfrm>
          <a:prstGeom prst="rect">
            <a:avLst/>
          </a:prstGeom>
          <a:noFill/>
        </p:spPr>
        <p:txBody>
          <a:bodyPr wrap="square" lIns="91440" tIns="45720" rIns="91440" bIns="45720" rtlCol="0" anchor="ctr">
            <a:noAutofit/>
          </a:bodyPr>
          <a:lstStyle/>
          <a:p>
            <a:pPr algn="l"/>
            <a:r>
              <a:rPr lang="en-US" sz="1100" b="1" i="0" cap="all" spc="200">
                <a:solidFill>
                  <a:srgbClr val="262626"/>
                </a:solidFill>
                <a:latin typeface="Calibri"/>
              </a:rPr>
              <a:t>Someone asks Maria for information from another legal matter</a:t>
            </a:r>
          </a:p>
        </p:txBody>
      </p:sp>
      <p:sp>
        <p:nvSpPr>
          <p:cNvPr id="123" name="Rectangle 123"/>
          <p:cNvSpPr/>
          <p:nvPr/>
        </p:nvSpPr>
        <p:spPr>
          <a:xfrm>
            <a:off x="1097280" y="1536192"/>
            <a:ext cx="3703320" cy="3767328"/>
          </a:xfrm>
          <a:prstGeom prst="rect">
            <a:avLst/>
          </a:prstGeom>
          <a:solidFill>
            <a:srgbClr val="F3F6FA"/>
          </a:solidFill>
          <a:ln>
            <a:noFill/>
          </a:ln>
          <a:effectLst/>
        </p:spPr>
        <p:txBody>
          <a:bodyPr wrap="square" lIns="91440" tIns="45720" rIns="91440" bIns="45720" rtlCol="0" anchor="ctr">
            <a:noAutofit/>
          </a:bodyPr>
          <a:lstStyle/>
          <a:p>
            <a:endParaRPr lang="en-US"/>
          </a:p>
        </p:txBody>
      </p:sp>
      <p:sp>
        <p:nvSpPr>
          <p:cNvPr id="124" name="Oval 124"/>
          <p:cNvSpPr/>
          <p:nvPr/>
        </p:nvSpPr>
        <p:spPr>
          <a:xfrm>
            <a:off x="1325880" y="1764792"/>
            <a:ext cx="566928" cy="566928"/>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25" name="MdBlock_w.png" descr="MdBlock_w.png"/>
          <p:cNvPicPr>
            <a:picLocks noChangeAspect="1"/>
          </p:cNvPicPr>
          <p:nvPr/>
        </p:nvPicPr>
        <p:blipFill>
          <a:blip r:embed="rId2"/>
          <a:stretch>
            <a:fillRect/>
          </a:stretch>
        </p:blipFill>
        <p:spPr>
          <a:xfrm>
            <a:off x="1450604" y="1889516"/>
            <a:ext cx="317480" cy="317480"/>
          </a:xfrm>
          <a:prstGeom prst="rect">
            <a:avLst/>
          </a:prstGeom>
        </p:spPr>
      </p:pic>
      <p:sp>
        <p:nvSpPr>
          <p:cNvPr id="3" name="TextBox 125"/>
          <p:cNvSpPr txBox="1"/>
          <p:nvPr/>
        </p:nvSpPr>
        <p:spPr>
          <a:xfrm>
            <a:off x="1325880" y="2514600"/>
            <a:ext cx="3246120" cy="268224"/>
          </a:xfrm>
          <a:prstGeom prst="rect">
            <a:avLst/>
          </a:prstGeom>
          <a:noFill/>
        </p:spPr>
        <p:txBody>
          <a:bodyPr wrap="square" lIns="0" tIns="0" rIns="0" bIns="0" rtlCol="0" anchor="t">
            <a:noAutofit/>
          </a:bodyPr>
          <a:lstStyle/>
          <a:p>
            <a:pPr algn="l"/>
            <a:r>
              <a:rPr lang="en-US" sz="1400" b="0" i="0">
                <a:solidFill>
                  <a:srgbClr val="262626"/>
                </a:solidFill>
                <a:latin typeface="Calibri"/>
              </a:rPr>
              <a:t>A colleague asks:</a:t>
            </a:r>
          </a:p>
        </p:txBody>
      </p:sp>
      <p:sp>
        <p:nvSpPr>
          <p:cNvPr id="126" name="Rectangle 126"/>
          <p:cNvSpPr/>
          <p:nvPr/>
        </p:nvSpPr>
        <p:spPr>
          <a:xfrm>
            <a:off x="1325880" y="2874264"/>
            <a:ext cx="3246120" cy="859536"/>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27" name="TextBox 127"/>
          <p:cNvSpPr txBox="1"/>
          <p:nvPr/>
        </p:nvSpPr>
        <p:spPr>
          <a:xfrm>
            <a:off x="1508760" y="2874264"/>
            <a:ext cx="2880360" cy="859536"/>
          </a:xfrm>
          <a:prstGeom prst="rect">
            <a:avLst/>
          </a:prstGeom>
          <a:noFill/>
        </p:spPr>
        <p:txBody>
          <a:bodyPr wrap="square" lIns="0" tIns="0" rIns="0" bIns="0" rtlCol="0" anchor="ctr">
            <a:noAutofit/>
          </a:bodyPr>
          <a:lstStyle/>
          <a:p>
            <a:pPr algn="l"/>
            <a:r>
              <a:rPr lang="en-US" sz="1400" b="1" i="1">
                <a:solidFill>
                  <a:srgbClr val="013765"/>
                </a:solidFill>
                <a:latin typeface="Calibri"/>
              </a:rPr>
              <a:t>"Can you use Copilot to pull the negotiation notes from that other matter?"</a:t>
            </a:r>
          </a:p>
        </p:txBody>
      </p:sp>
      <p:sp>
        <p:nvSpPr>
          <p:cNvPr id="128" name="TextBox 128"/>
          <p:cNvSpPr txBox="1"/>
          <p:nvPr/>
        </p:nvSpPr>
        <p:spPr>
          <a:xfrm>
            <a:off x="1325880" y="3843528"/>
            <a:ext cx="3246120" cy="268224"/>
          </a:xfrm>
          <a:prstGeom prst="rect">
            <a:avLst/>
          </a:prstGeom>
          <a:noFill/>
        </p:spPr>
        <p:txBody>
          <a:bodyPr wrap="square" lIns="0" tIns="0" rIns="0" bIns="0" rtlCol="0" anchor="t">
            <a:noAutofit/>
          </a:bodyPr>
          <a:lstStyle/>
          <a:p>
            <a:pPr algn="l"/>
            <a:r>
              <a:rPr lang="en-US" sz="1400" b="0" i="0">
                <a:solidFill>
                  <a:srgbClr val="262626"/>
                </a:solidFill>
                <a:latin typeface="Calibri"/>
              </a:rPr>
              <a:t>Maria is in the Legal department.</a:t>
            </a:r>
          </a:p>
        </p:txBody>
      </p:sp>
      <p:sp>
        <p:nvSpPr>
          <p:cNvPr id="129" name="TextBox 129"/>
          <p:cNvSpPr txBox="1"/>
          <p:nvPr/>
        </p:nvSpPr>
        <p:spPr>
          <a:xfrm>
            <a:off x="1325880" y="4166616"/>
            <a:ext cx="3246120" cy="268224"/>
          </a:xfrm>
          <a:prstGeom prst="rect">
            <a:avLst/>
          </a:prstGeom>
          <a:noFill/>
        </p:spPr>
        <p:txBody>
          <a:bodyPr wrap="square" lIns="0" tIns="0" rIns="0" bIns="0" rtlCol="0" anchor="t">
            <a:noAutofit/>
          </a:bodyPr>
          <a:lstStyle/>
          <a:p>
            <a:pPr algn="l"/>
            <a:r>
              <a:rPr lang="en-US" sz="1400" b="0" i="0">
                <a:solidFill>
                  <a:srgbClr val="262626"/>
                </a:solidFill>
                <a:latin typeface="Calibri"/>
              </a:rPr>
              <a:t>The information exists.</a:t>
            </a:r>
          </a:p>
        </p:txBody>
      </p:sp>
      <p:sp>
        <p:nvSpPr>
          <p:cNvPr id="130" name="TextBox 130"/>
          <p:cNvSpPr txBox="1"/>
          <p:nvPr/>
        </p:nvSpPr>
        <p:spPr>
          <a:xfrm>
            <a:off x="1325880" y="4489704"/>
            <a:ext cx="3246120" cy="268224"/>
          </a:xfrm>
          <a:prstGeom prst="rect">
            <a:avLst/>
          </a:prstGeom>
          <a:noFill/>
        </p:spPr>
        <p:txBody>
          <a:bodyPr wrap="square" lIns="0" tIns="0" rIns="0" bIns="0" rtlCol="0" anchor="t">
            <a:noAutofit/>
          </a:bodyPr>
          <a:lstStyle/>
          <a:p>
            <a:pPr algn="l"/>
            <a:r>
              <a:rPr lang="en-US" sz="1400" b="0" i="0">
                <a:solidFill>
                  <a:srgbClr val="262626"/>
                </a:solidFill>
                <a:latin typeface="Calibri"/>
              </a:rPr>
              <a:t>She has access to Copilot.</a:t>
            </a:r>
          </a:p>
        </p:txBody>
      </p:sp>
      <p:sp>
        <p:nvSpPr>
          <p:cNvPr id="131" name="Rectangle 131"/>
          <p:cNvSpPr/>
          <p:nvPr/>
        </p:nvSpPr>
        <p:spPr>
          <a:xfrm>
            <a:off x="5029200" y="1536192"/>
            <a:ext cx="6355080" cy="1017016"/>
          </a:xfrm>
          <a:prstGeom prst="rect">
            <a:avLst/>
          </a:prstGeom>
          <a:solidFill>
            <a:srgbClr val="E8F2FB"/>
          </a:solidFill>
          <a:ln>
            <a:noFill/>
          </a:ln>
          <a:effectLst/>
        </p:spPr>
        <p:txBody>
          <a:bodyPr wrap="square" lIns="91440" tIns="45720" rIns="91440" bIns="45720" rtlCol="0" anchor="ctr">
            <a:noAutofit/>
          </a:bodyPr>
          <a:lstStyle/>
          <a:p>
            <a:endParaRPr lang="en-US"/>
          </a:p>
        </p:txBody>
      </p:sp>
      <p:sp>
        <p:nvSpPr>
          <p:cNvPr id="132" name="Oval 132"/>
          <p:cNvSpPr/>
          <p:nvPr/>
        </p:nvSpPr>
        <p:spPr>
          <a:xfrm>
            <a:off x="5212080" y="1727708"/>
            <a:ext cx="420624" cy="420624"/>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33" name="MdHelpOutline_w.png" descr="MdHelpOutline_w.png"/>
          <p:cNvPicPr>
            <a:picLocks noChangeAspect="1"/>
          </p:cNvPicPr>
          <p:nvPr/>
        </p:nvPicPr>
        <p:blipFill>
          <a:blip r:embed="rId3"/>
          <a:stretch>
            <a:fillRect/>
          </a:stretch>
        </p:blipFill>
        <p:spPr>
          <a:xfrm>
            <a:off x="5296205" y="1811833"/>
            <a:ext cx="252374" cy="252374"/>
          </a:xfrm>
          <a:prstGeom prst="rect">
            <a:avLst/>
          </a:prstGeom>
        </p:spPr>
      </p:pic>
      <p:sp>
        <p:nvSpPr>
          <p:cNvPr id="4" name="TextBox 133"/>
          <p:cNvSpPr txBox="1"/>
          <p:nvPr/>
        </p:nvSpPr>
        <p:spPr>
          <a:xfrm>
            <a:off x="5760720" y="1718564"/>
            <a:ext cx="5440680" cy="219456"/>
          </a:xfrm>
          <a:prstGeom prst="rect">
            <a:avLst/>
          </a:prstGeom>
          <a:noFill/>
        </p:spPr>
        <p:txBody>
          <a:bodyPr wrap="square" lIns="0" tIns="0" rIns="0" bIns="0" rtlCol="0" anchor="t">
            <a:noAutofit/>
          </a:bodyPr>
          <a:lstStyle/>
          <a:p>
            <a:pPr algn="l"/>
            <a:r>
              <a:rPr lang="en-US" sz="1000" b="1" i="0" cap="all" spc="100">
                <a:solidFill>
                  <a:srgbClr val="0079CF"/>
                </a:solidFill>
                <a:latin typeface="Calibri"/>
              </a:rPr>
              <a:t>So why shouldn't she simply retrieve it?</a:t>
            </a:r>
          </a:p>
        </p:txBody>
      </p:sp>
      <p:sp>
        <p:nvSpPr>
          <p:cNvPr id="134" name="TextBox 134"/>
          <p:cNvSpPr txBox="1"/>
          <p:nvPr/>
        </p:nvSpPr>
        <p:spPr>
          <a:xfrm>
            <a:off x="5760720" y="1974596"/>
            <a:ext cx="5440680" cy="451104"/>
          </a:xfrm>
          <a:prstGeom prst="rect">
            <a:avLst/>
          </a:prstGeom>
          <a:noFill/>
        </p:spPr>
        <p:txBody>
          <a:bodyPr wrap="square" lIns="0" tIns="0" rIns="0" bIns="0" rtlCol="0" anchor="t">
            <a:noAutofit/>
          </a:bodyPr>
          <a:lstStyle/>
          <a:p>
            <a:pPr algn="l"/>
            <a:r>
              <a:rPr lang="en-US" sz="1300" b="0" i="0">
                <a:solidFill>
                  <a:srgbClr val="262626"/>
                </a:solidFill>
                <a:latin typeface="Calibri"/>
              </a:rPr>
              <a:t>Because </a:t>
            </a:r>
            <a:r>
              <a:rPr lang="en-US" sz="1300" b="1" i="0">
                <a:solidFill>
                  <a:srgbClr val="013765"/>
                </a:solidFill>
                <a:latin typeface="Calibri"/>
              </a:rPr>
              <a:t>being able to use AI does not mean being authorized to access every piece of information.</a:t>
            </a:r>
          </a:p>
        </p:txBody>
      </p:sp>
      <p:sp>
        <p:nvSpPr>
          <p:cNvPr id="135" name="Rectangle 135"/>
          <p:cNvSpPr/>
          <p:nvPr/>
        </p:nvSpPr>
        <p:spPr>
          <a:xfrm>
            <a:off x="5029200" y="2681224"/>
            <a:ext cx="6355080" cy="1477264"/>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36" name="Oval 136"/>
          <p:cNvSpPr/>
          <p:nvPr/>
        </p:nvSpPr>
        <p:spPr>
          <a:xfrm>
            <a:off x="5212080" y="2872740"/>
            <a:ext cx="420624" cy="420624"/>
          </a:xfrm>
          <a:prstGeom prst="ellipse">
            <a:avLst/>
          </a:prstGeom>
          <a:solidFill>
            <a:srgbClr val="013765"/>
          </a:solidFill>
          <a:ln>
            <a:noFill/>
          </a:ln>
          <a:effectLst/>
        </p:spPr>
        <p:txBody>
          <a:bodyPr wrap="square" lIns="91440" tIns="45720" rIns="91440" bIns="45720" rtlCol="0" anchor="ctr">
            <a:noAutofit/>
          </a:bodyPr>
          <a:lstStyle/>
          <a:p>
            <a:endParaRPr lang="en-US"/>
          </a:p>
        </p:txBody>
      </p:sp>
      <p:pic>
        <p:nvPicPr>
          <p:cNvPr id="137" name="MdPolicy_w.png" descr="MdPolicy_w.png"/>
          <p:cNvPicPr>
            <a:picLocks noChangeAspect="1"/>
          </p:cNvPicPr>
          <p:nvPr/>
        </p:nvPicPr>
        <p:blipFill>
          <a:blip r:embed="rId4"/>
          <a:stretch>
            <a:fillRect/>
          </a:stretch>
        </p:blipFill>
        <p:spPr>
          <a:xfrm>
            <a:off x="5296205" y="2956865"/>
            <a:ext cx="252374" cy="252374"/>
          </a:xfrm>
          <a:prstGeom prst="rect">
            <a:avLst/>
          </a:prstGeom>
        </p:spPr>
      </p:pic>
      <p:sp>
        <p:nvSpPr>
          <p:cNvPr id="5" name="TextBox 137"/>
          <p:cNvSpPr txBox="1"/>
          <p:nvPr/>
        </p:nvSpPr>
        <p:spPr>
          <a:xfrm>
            <a:off x="5760720" y="2863596"/>
            <a:ext cx="5440680" cy="219456"/>
          </a:xfrm>
          <a:prstGeom prst="rect">
            <a:avLst/>
          </a:prstGeom>
          <a:noFill/>
        </p:spPr>
        <p:txBody>
          <a:bodyPr wrap="square" lIns="0" tIns="0" rIns="0" bIns="0" rtlCol="0" anchor="t">
            <a:noAutofit/>
          </a:bodyPr>
          <a:lstStyle/>
          <a:p>
            <a:pPr algn="l"/>
            <a:r>
              <a:rPr lang="en-US" sz="1000" b="1" i="0" cap="all" spc="100">
                <a:solidFill>
                  <a:srgbClr val="0079CF"/>
                </a:solidFill>
                <a:latin typeface="Calibri"/>
              </a:rPr>
              <a:t>What does the organization require?</a:t>
            </a:r>
          </a:p>
        </p:txBody>
      </p:sp>
      <p:sp>
        <p:nvSpPr>
          <p:cNvPr id="138" name="TextBox 138"/>
          <p:cNvSpPr txBox="1"/>
          <p:nvPr/>
        </p:nvSpPr>
        <p:spPr>
          <a:xfrm>
            <a:off x="5760720" y="3119628"/>
            <a:ext cx="5440680" cy="252984"/>
          </a:xfrm>
          <a:prstGeom prst="rect">
            <a:avLst/>
          </a:prstGeom>
          <a:noFill/>
        </p:spPr>
        <p:txBody>
          <a:bodyPr wrap="square" lIns="0" tIns="0" rIns="0" bIns="0" rtlCol="0" anchor="t">
            <a:noAutofit/>
          </a:bodyPr>
          <a:lstStyle/>
          <a:p>
            <a:pPr algn="l"/>
            <a:r>
              <a:rPr lang="en-US" sz="1300" b="0" i="0">
                <a:solidFill>
                  <a:srgbClr val="262626"/>
                </a:solidFill>
                <a:latin typeface="Calibri"/>
              </a:rPr>
              <a:t>Access must reflect:</a:t>
            </a:r>
          </a:p>
        </p:txBody>
      </p:sp>
      <p:sp>
        <p:nvSpPr>
          <p:cNvPr id="139" name="Rounded Rectangle 139"/>
          <p:cNvSpPr/>
          <p:nvPr/>
        </p:nvSpPr>
        <p:spPr>
          <a:xfrm>
            <a:off x="5760720" y="3390900"/>
            <a:ext cx="1318448" cy="566928"/>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Who the worker is</a:t>
            </a:r>
          </a:p>
        </p:txBody>
      </p:sp>
      <p:sp>
        <p:nvSpPr>
          <p:cNvPr id="140" name="TextBox 140"/>
          <p:cNvSpPr txBox="1"/>
          <p:nvPr/>
        </p:nvSpPr>
        <p:spPr>
          <a:xfrm>
            <a:off x="7079168" y="3390900"/>
            <a:ext cx="292608" cy="566928"/>
          </a:xfrm>
          <a:prstGeom prst="rect">
            <a:avLst/>
          </a:prstGeom>
          <a:noFill/>
        </p:spPr>
        <p:txBody>
          <a:bodyPr wrap="square" lIns="0" tIns="0" rIns="0" bIns="0" rtlCol="0" anchor="ctr">
            <a:noAutofit/>
          </a:bodyPr>
          <a:lstStyle/>
          <a:p>
            <a:pPr algn="ctr"/>
            <a:r>
              <a:rPr lang="en-US" sz="1400" b="1" i="0">
                <a:solidFill>
                  <a:srgbClr val="0079CF"/>
                </a:solidFill>
                <a:latin typeface="Calibri"/>
              </a:rPr>
              <a:t>+</a:t>
            </a:r>
          </a:p>
        </p:txBody>
      </p:sp>
      <p:sp>
        <p:nvSpPr>
          <p:cNvPr id="141" name="Rounded Rectangle 141"/>
          <p:cNvSpPr/>
          <p:nvPr/>
        </p:nvSpPr>
        <p:spPr>
          <a:xfrm>
            <a:off x="7371776" y="3390900"/>
            <a:ext cx="1447037" cy="566928"/>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What they are doing</a:t>
            </a:r>
          </a:p>
        </p:txBody>
      </p:sp>
      <p:sp>
        <p:nvSpPr>
          <p:cNvPr id="142" name="TextBox 142"/>
          <p:cNvSpPr txBox="1"/>
          <p:nvPr/>
        </p:nvSpPr>
        <p:spPr>
          <a:xfrm>
            <a:off x="8818813" y="3390900"/>
            <a:ext cx="292608" cy="566928"/>
          </a:xfrm>
          <a:prstGeom prst="rect">
            <a:avLst/>
          </a:prstGeom>
          <a:noFill/>
        </p:spPr>
        <p:txBody>
          <a:bodyPr wrap="square" lIns="0" tIns="0" rIns="0" bIns="0" rtlCol="0" anchor="ctr">
            <a:noAutofit/>
          </a:bodyPr>
          <a:lstStyle/>
          <a:p>
            <a:pPr algn="ctr"/>
            <a:r>
              <a:rPr lang="en-US" sz="1400" b="1" i="0">
                <a:solidFill>
                  <a:srgbClr val="0079CF"/>
                </a:solidFill>
                <a:latin typeface="Calibri"/>
              </a:rPr>
              <a:t>+</a:t>
            </a:r>
          </a:p>
        </p:txBody>
      </p:sp>
      <p:sp>
        <p:nvSpPr>
          <p:cNvPr id="143" name="Rounded Rectangle 143"/>
          <p:cNvSpPr/>
          <p:nvPr/>
        </p:nvSpPr>
        <p:spPr>
          <a:xfrm>
            <a:off x="9111421" y="3390900"/>
            <a:ext cx="2089979" cy="566928"/>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Why they need the information</a:t>
            </a:r>
          </a:p>
        </p:txBody>
      </p:sp>
      <p:sp>
        <p:nvSpPr>
          <p:cNvPr id="144" name="Rectangle 144"/>
          <p:cNvSpPr/>
          <p:nvPr/>
        </p:nvSpPr>
        <p:spPr>
          <a:xfrm>
            <a:off x="5029200" y="4286504"/>
            <a:ext cx="6355080" cy="1017016"/>
          </a:xfrm>
          <a:prstGeom prst="rect">
            <a:avLst/>
          </a:prstGeom>
          <a:solidFill>
            <a:srgbClr val="0079CF"/>
          </a:solidFill>
          <a:ln w="9525">
            <a:solidFill>
              <a:srgbClr val="0079CF"/>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45" name="Oval 145"/>
          <p:cNvSpPr/>
          <p:nvPr/>
        </p:nvSpPr>
        <p:spPr>
          <a:xfrm>
            <a:off x="5212080" y="4478020"/>
            <a:ext cx="420624" cy="420624"/>
          </a:xfrm>
          <a:prstGeom prst="ellipse">
            <a:avLst/>
          </a:prstGeom>
          <a:solidFill>
            <a:srgbClr val="FFFFFF"/>
          </a:solidFill>
          <a:ln>
            <a:noFill/>
          </a:ln>
          <a:effectLst/>
        </p:spPr>
        <p:txBody>
          <a:bodyPr wrap="square" lIns="91440" tIns="45720" rIns="91440" bIns="45720" rtlCol="0" anchor="ctr">
            <a:noAutofit/>
          </a:bodyPr>
          <a:lstStyle/>
          <a:p>
            <a:endParaRPr lang="en-US"/>
          </a:p>
        </p:txBody>
      </p:sp>
      <p:pic>
        <p:nvPicPr>
          <p:cNvPr id="146" name="MdBlock_b.png" descr="MdBlock_b.png"/>
          <p:cNvPicPr>
            <a:picLocks noChangeAspect="1"/>
          </p:cNvPicPr>
          <p:nvPr/>
        </p:nvPicPr>
        <p:blipFill>
          <a:blip r:embed="rId5"/>
          <a:stretch>
            <a:fillRect/>
          </a:stretch>
        </p:blipFill>
        <p:spPr>
          <a:xfrm>
            <a:off x="5296205" y="4562145"/>
            <a:ext cx="252374" cy="252374"/>
          </a:xfrm>
          <a:prstGeom prst="rect">
            <a:avLst/>
          </a:prstGeom>
        </p:spPr>
      </p:pic>
      <p:sp>
        <p:nvSpPr>
          <p:cNvPr id="6" name="TextBox 146"/>
          <p:cNvSpPr txBox="1"/>
          <p:nvPr/>
        </p:nvSpPr>
        <p:spPr>
          <a:xfrm>
            <a:off x="5760720" y="4468876"/>
            <a:ext cx="5440680" cy="219456"/>
          </a:xfrm>
          <a:prstGeom prst="rect">
            <a:avLst/>
          </a:prstGeom>
          <a:noFill/>
        </p:spPr>
        <p:txBody>
          <a:bodyPr wrap="square" lIns="0" tIns="0" rIns="0" bIns="0" rtlCol="0" anchor="t">
            <a:noAutofit/>
          </a:bodyPr>
          <a:lstStyle/>
          <a:p>
            <a:pPr algn="l"/>
            <a:r>
              <a:rPr lang="en-US" sz="1000" b="1" i="0" cap="all" spc="100">
                <a:solidFill>
                  <a:srgbClr val="99D6EA"/>
                </a:solidFill>
                <a:latin typeface="Calibri"/>
              </a:rPr>
              <a:t>What does Maria experience?</a:t>
            </a:r>
          </a:p>
        </p:txBody>
      </p:sp>
      <p:sp>
        <p:nvSpPr>
          <p:cNvPr id="147" name="TextBox 147"/>
          <p:cNvSpPr txBox="1"/>
          <p:nvPr/>
        </p:nvSpPr>
        <p:spPr>
          <a:xfrm>
            <a:off x="5760720" y="4724908"/>
            <a:ext cx="5440680" cy="481584"/>
          </a:xfrm>
          <a:prstGeom prst="rect">
            <a:avLst/>
          </a:prstGeom>
          <a:noFill/>
        </p:spPr>
        <p:txBody>
          <a:bodyPr wrap="square" lIns="0" tIns="0" rIns="0" bIns="0" rtlCol="0" anchor="t">
            <a:noAutofit/>
          </a:bodyPr>
          <a:lstStyle/>
          <a:p>
            <a:pPr algn="l"/>
            <a:r>
              <a:rPr lang="en-US" sz="1400" b="1" i="0">
                <a:solidFill>
                  <a:srgbClr val="FFFFFF"/>
                </a:solidFill>
                <a:latin typeface="Calibri"/>
              </a:rPr>
              <a:t>The request is restricted because the information is outside the permitted scope of her work.</a:t>
            </a:r>
          </a:p>
        </p:txBody>
      </p:sp>
      <p:sp>
        <p:nvSpPr>
          <p:cNvPr id="148" name="Rectangle 148"/>
          <p:cNvSpPr/>
          <p:nvPr/>
        </p:nvSpPr>
        <p:spPr>
          <a:xfrm>
            <a:off x="1097280" y="5486400"/>
            <a:ext cx="10287000" cy="457200"/>
          </a:xfrm>
          <a:prstGeom prst="rect">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ctr">
            <a:noAutofit/>
          </a:bodyPr>
          <a:lstStyle/>
          <a:p>
            <a:pPr algn="l"/>
            <a:r>
              <a:rPr lang="en-US" sz="1000" b="1" i="0" cap="all" spc="150">
                <a:solidFill>
                  <a:srgbClr val="99D6EA"/>
                </a:solidFill>
                <a:latin typeface="Calibri"/>
              </a:rPr>
              <a:t>Governance principle   </a:t>
            </a:r>
            <a:r>
              <a:rPr lang="en-US" sz="1300" b="1" i="0">
                <a:solidFill>
                  <a:srgbClr val="FFFFFF"/>
                </a:solidFill>
                <a:latin typeface="Calibri"/>
              </a:rPr>
              <a:t>Authorization follows the business need - not the existence of the information.</a:t>
            </a:r>
          </a:p>
        </p:txBody>
      </p:sp>
      <p:sp>
        <p:nvSpPr>
          <p:cNvPr id="10" name="Text 20">
            <a:extLst>
              <a:ext uri="{FF2B5EF4-FFF2-40B4-BE49-F238E27FC236}">
                <a16:creationId xmlns:a16="http://schemas.microsoft.com/office/drawing/2014/main" id="{5D80E6D6-CBEF-4FAD-EC66-09D63F8CE7B1}"/>
              </a:ext>
            </a:extLst>
          </p:cNvPr>
          <p:cNvSpPr/>
          <p:nvPr/>
        </p:nvSpPr>
        <p:spPr>
          <a:xfrm>
            <a:off x="10405872" y="751960"/>
            <a:ext cx="1325880" cy="457200"/>
          </a:xfrm>
          <a:prstGeom prst="rect">
            <a:avLst/>
          </a:prstGeom>
          <a:noFill/>
          <a:ln/>
        </p:spPr>
        <p:txBody>
          <a:bodyPr wrap="square"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DEMO 2/4</a:t>
            </a:r>
            <a:endParaRPr lang="en-US" sz="1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Prepare Information for Sharing</a:t>
            </a:r>
          </a:p>
        </p:txBody>
      </p:sp>
      <p:sp>
        <p:nvSpPr>
          <p:cNvPr id="101" name="Slide number"/>
          <p:cNvSpPr txBox="1"/>
          <p:nvPr/>
        </p:nvSpPr>
        <p:spPr>
          <a:xfrm>
            <a:off x="10817352" y="6473952"/>
            <a:ext cx="914400" cy="274320"/>
          </a:xfrm>
          <a:prstGeom prst="rect">
            <a:avLst/>
          </a:prstGeom>
          <a:noFill/>
        </p:spPr>
        <p:txBody>
          <a:bodyPr wrap="none">
            <a:spAutoFit/>
          </a:bodyPr>
          <a:lstStyle/>
          <a:p>
            <a:pPr algn="r"/>
            <a:fld id="{B6F15528-21DE-4FAA-801E-634DDDAF4B2B}" type="slidenum">
              <a:rPr lang="en-US" sz="900">
                <a:solidFill>
                  <a:srgbClr val="8C8C8C"/>
                </a:solidFill>
                <a:latin typeface="Calibri"/>
              </a:rPr>
              <a:t>29</a:t>
            </a:fld>
            <a:endParaRPr lang="en-US" sz="900">
              <a:solidFill>
                <a:srgbClr val="8C8C8C"/>
              </a:solidFill>
              <a:latin typeface="Calibri"/>
            </a:endParaRPr>
          </a:p>
        </p:txBody>
      </p:sp>
      <p:sp>
        <p:nvSpPr>
          <p:cNvPr id="102" name="Rounded Rectangle 102"/>
          <p:cNvSpPr/>
          <p:nvPr/>
        </p:nvSpPr>
        <p:spPr>
          <a:xfrm>
            <a:off x="314553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8:30 AM</a:t>
            </a:r>
          </a:p>
        </p:txBody>
      </p:sp>
      <p:sp>
        <p:nvSpPr>
          <p:cNvPr id="103" name="TextBox 103"/>
          <p:cNvSpPr txBox="1"/>
          <p:nvPr/>
        </p:nvSpPr>
        <p:spPr>
          <a:xfrm>
            <a:off x="3877056"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4" name="Rounded Rectangle 104"/>
          <p:cNvSpPr/>
          <p:nvPr/>
        </p:nvSpPr>
        <p:spPr>
          <a:xfrm>
            <a:off x="402336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9:00 AM</a:t>
            </a:r>
          </a:p>
        </p:txBody>
      </p:sp>
      <p:sp>
        <p:nvSpPr>
          <p:cNvPr id="105" name="TextBox 105"/>
          <p:cNvSpPr txBox="1"/>
          <p:nvPr/>
        </p:nvSpPr>
        <p:spPr>
          <a:xfrm>
            <a:off x="4754880"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6" name="Rounded Rectangle 106"/>
          <p:cNvSpPr/>
          <p:nvPr/>
        </p:nvSpPr>
        <p:spPr>
          <a:xfrm>
            <a:off x="490118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10:00 AM</a:t>
            </a:r>
          </a:p>
        </p:txBody>
      </p:sp>
      <p:sp>
        <p:nvSpPr>
          <p:cNvPr id="107" name="TextBox 107"/>
          <p:cNvSpPr txBox="1"/>
          <p:nvPr/>
        </p:nvSpPr>
        <p:spPr>
          <a:xfrm>
            <a:off x="5632704"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8" name="Rounded Rectangle 108"/>
          <p:cNvSpPr/>
          <p:nvPr/>
        </p:nvSpPr>
        <p:spPr>
          <a:xfrm>
            <a:off x="577900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10:30 AM</a:t>
            </a:r>
          </a:p>
        </p:txBody>
      </p:sp>
      <p:sp>
        <p:nvSpPr>
          <p:cNvPr id="109" name="TextBox 109"/>
          <p:cNvSpPr txBox="1"/>
          <p:nvPr/>
        </p:nvSpPr>
        <p:spPr>
          <a:xfrm>
            <a:off x="6510528"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0" name="Rounded Rectangle 110"/>
          <p:cNvSpPr/>
          <p:nvPr/>
        </p:nvSpPr>
        <p:spPr>
          <a:xfrm>
            <a:off x="665683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endParaRPr lang="en-US" sz="900" b="1" i="0">
              <a:solidFill>
                <a:srgbClr val="8C8C8C"/>
              </a:solidFill>
              <a:latin typeface="Calibri"/>
            </a:endParaRPr>
          </a:p>
        </p:txBody>
      </p:sp>
      <p:sp>
        <p:nvSpPr>
          <p:cNvPr id="111" name="TextBox 111"/>
          <p:cNvSpPr txBox="1"/>
          <p:nvPr/>
        </p:nvSpPr>
        <p:spPr>
          <a:xfrm>
            <a:off x="7388352"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2" name="Rounded Rectangle 112"/>
          <p:cNvSpPr/>
          <p:nvPr/>
        </p:nvSpPr>
        <p:spPr>
          <a:xfrm>
            <a:off x="753465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12:00 PM</a:t>
            </a:r>
          </a:p>
        </p:txBody>
      </p:sp>
      <p:sp>
        <p:nvSpPr>
          <p:cNvPr id="113" name="TextBox 113"/>
          <p:cNvSpPr txBox="1"/>
          <p:nvPr/>
        </p:nvSpPr>
        <p:spPr>
          <a:xfrm>
            <a:off x="8266176"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4" name="Rounded Rectangle 114"/>
          <p:cNvSpPr/>
          <p:nvPr/>
        </p:nvSpPr>
        <p:spPr>
          <a:xfrm>
            <a:off x="841248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1:30 PM</a:t>
            </a:r>
          </a:p>
        </p:txBody>
      </p:sp>
      <p:sp>
        <p:nvSpPr>
          <p:cNvPr id="115" name="TextBox 115"/>
          <p:cNvSpPr txBox="1"/>
          <p:nvPr/>
        </p:nvSpPr>
        <p:spPr>
          <a:xfrm>
            <a:off x="9144000"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6" name="Rounded Rectangle 116"/>
          <p:cNvSpPr/>
          <p:nvPr/>
        </p:nvSpPr>
        <p:spPr>
          <a:xfrm>
            <a:off x="9290304" y="256032"/>
            <a:ext cx="731520" cy="274320"/>
          </a:xfrm>
          <a:prstGeom prst="roundRect">
            <a:avLst>
              <a:gd name="adj" fmla="val 50000"/>
            </a:avLst>
          </a:prstGeom>
          <a:solidFill>
            <a:srgbClr val="0079CF"/>
          </a:solidFill>
          <a:ln w="9525">
            <a:solidFill>
              <a:srgbClr val="0079CF"/>
            </a:solidFill>
          </a:ln>
          <a:effectLst/>
        </p:spPr>
        <p:txBody>
          <a:bodyPr wrap="square" lIns="0" tIns="0" rIns="0" bIns="0" rtlCol="0" anchor="ctr">
            <a:noAutofit/>
          </a:bodyPr>
          <a:lstStyle/>
          <a:p>
            <a:pPr algn="ctr"/>
            <a:r>
              <a:rPr lang="en-US" sz="900" b="1" i="0">
                <a:solidFill>
                  <a:srgbClr val="FFFFFF"/>
                </a:solidFill>
                <a:latin typeface="Calibri"/>
              </a:rPr>
              <a:t>2:30 PM</a:t>
            </a:r>
          </a:p>
        </p:txBody>
      </p:sp>
      <p:sp>
        <p:nvSpPr>
          <p:cNvPr id="117" name="TextBox 117"/>
          <p:cNvSpPr txBox="1"/>
          <p:nvPr/>
        </p:nvSpPr>
        <p:spPr>
          <a:xfrm>
            <a:off x="10021824"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8" name="Rounded Rectangle 118"/>
          <p:cNvSpPr/>
          <p:nvPr/>
        </p:nvSpPr>
        <p:spPr>
          <a:xfrm>
            <a:off x="1016812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3:30 PM</a:t>
            </a:r>
          </a:p>
        </p:txBody>
      </p:sp>
      <p:sp>
        <p:nvSpPr>
          <p:cNvPr id="119" name="TextBox 119"/>
          <p:cNvSpPr txBox="1"/>
          <p:nvPr/>
        </p:nvSpPr>
        <p:spPr>
          <a:xfrm>
            <a:off x="10899648"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20" name="Rounded Rectangle 120"/>
          <p:cNvSpPr/>
          <p:nvPr/>
        </p:nvSpPr>
        <p:spPr>
          <a:xfrm>
            <a:off x="1104595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4:30 PM</a:t>
            </a:r>
          </a:p>
        </p:txBody>
      </p:sp>
      <p:sp>
        <p:nvSpPr>
          <p:cNvPr id="121" name="Rounded Rectangle 121"/>
          <p:cNvSpPr/>
          <p:nvPr/>
        </p:nvSpPr>
        <p:spPr>
          <a:xfrm>
            <a:off x="1097280" y="1110996"/>
            <a:ext cx="786384" cy="237744"/>
          </a:xfrm>
          <a:prstGeom prst="roundRect">
            <a:avLst>
              <a:gd name="adj" fmla="val 12000"/>
            </a:avLst>
          </a:prstGeom>
          <a:solidFill>
            <a:srgbClr val="0079CF"/>
          </a:solidFill>
          <a:ln>
            <a:noFill/>
          </a:ln>
          <a:effectLst/>
        </p:spPr>
        <p:txBody>
          <a:bodyPr wrap="square" lIns="54864" tIns="27432" rIns="54864" bIns="27432" rtlCol="0" anchor="ctr">
            <a:noAutofit/>
          </a:bodyPr>
          <a:lstStyle/>
          <a:p>
            <a:pPr algn="ctr"/>
            <a:r>
              <a:rPr lang="en-US" sz="1000" b="1" i="0">
                <a:solidFill>
                  <a:srgbClr val="FFFFFF"/>
                </a:solidFill>
                <a:latin typeface="Calibri"/>
              </a:rPr>
              <a:t>2:30 PM</a:t>
            </a:r>
          </a:p>
        </p:txBody>
      </p:sp>
      <p:sp>
        <p:nvSpPr>
          <p:cNvPr id="122" name="TextBox 122"/>
          <p:cNvSpPr txBox="1"/>
          <p:nvPr/>
        </p:nvSpPr>
        <p:spPr>
          <a:xfrm>
            <a:off x="1901952" y="1106424"/>
            <a:ext cx="8229600" cy="274320"/>
          </a:xfrm>
          <a:prstGeom prst="rect">
            <a:avLst/>
          </a:prstGeom>
          <a:noFill/>
        </p:spPr>
        <p:txBody>
          <a:bodyPr wrap="square" lIns="91440" tIns="45720" rIns="91440" bIns="45720" rtlCol="0" anchor="ctr">
            <a:noAutofit/>
          </a:bodyPr>
          <a:lstStyle/>
          <a:p>
            <a:pPr algn="l"/>
            <a:r>
              <a:rPr lang="en-US" sz="1100" b="1" i="0" cap="all" spc="200">
                <a:solidFill>
                  <a:srgbClr val="262626"/>
                </a:solidFill>
                <a:latin typeface="Calibri"/>
              </a:rPr>
              <a:t>Maria is ready to share her work</a:t>
            </a:r>
          </a:p>
        </p:txBody>
      </p:sp>
      <p:sp>
        <p:nvSpPr>
          <p:cNvPr id="123" name="Rectangle 123"/>
          <p:cNvSpPr/>
          <p:nvPr/>
        </p:nvSpPr>
        <p:spPr>
          <a:xfrm>
            <a:off x="1097280" y="1536192"/>
            <a:ext cx="3703320" cy="4178808"/>
          </a:xfrm>
          <a:prstGeom prst="rect">
            <a:avLst/>
          </a:prstGeom>
          <a:solidFill>
            <a:srgbClr val="F3F6FA"/>
          </a:solidFill>
          <a:ln>
            <a:noFill/>
          </a:ln>
          <a:effectLst/>
        </p:spPr>
        <p:txBody>
          <a:bodyPr wrap="square" lIns="91440" tIns="45720" rIns="91440" bIns="45720" rtlCol="0" anchor="ctr">
            <a:noAutofit/>
          </a:bodyPr>
          <a:lstStyle/>
          <a:p>
            <a:endParaRPr lang="en-US"/>
          </a:p>
        </p:txBody>
      </p:sp>
      <p:sp>
        <p:nvSpPr>
          <p:cNvPr id="124" name="Oval 124"/>
          <p:cNvSpPr/>
          <p:nvPr/>
        </p:nvSpPr>
        <p:spPr>
          <a:xfrm>
            <a:off x="1325880" y="1764792"/>
            <a:ext cx="566928" cy="566928"/>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25" name="MdSend_w.png" descr="MdSend_w.png"/>
          <p:cNvPicPr>
            <a:picLocks noChangeAspect="1"/>
          </p:cNvPicPr>
          <p:nvPr/>
        </p:nvPicPr>
        <p:blipFill>
          <a:blip r:embed="rId2"/>
          <a:stretch>
            <a:fillRect/>
          </a:stretch>
        </p:blipFill>
        <p:spPr>
          <a:xfrm>
            <a:off x="1450604" y="1889516"/>
            <a:ext cx="317480" cy="317480"/>
          </a:xfrm>
          <a:prstGeom prst="rect">
            <a:avLst/>
          </a:prstGeom>
        </p:spPr>
      </p:pic>
      <p:sp>
        <p:nvSpPr>
          <p:cNvPr id="3" name="TextBox 125"/>
          <p:cNvSpPr txBox="1"/>
          <p:nvPr/>
        </p:nvSpPr>
        <p:spPr>
          <a:xfrm>
            <a:off x="1325880" y="2514600"/>
            <a:ext cx="3246120" cy="481584"/>
          </a:xfrm>
          <a:prstGeom prst="rect">
            <a:avLst/>
          </a:prstGeom>
          <a:noFill/>
        </p:spPr>
        <p:txBody>
          <a:bodyPr wrap="square" lIns="0" tIns="0" rIns="0" bIns="0" rtlCol="0" anchor="t">
            <a:noAutofit/>
          </a:bodyPr>
          <a:lstStyle/>
          <a:p>
            <a:pPr algn="l"/>
            <a:r>
              <a:rPr lang="en-US" sz="1400" b="0" i="0">
                <a:solidFill>
                  <a:srgbClr val="262626"/>
                </a:solidFill>
                <a:latin typeface="Calibri"/>
              </a:rPr>
              <a:t>Maria prepares information for a business stakeholder.</a:t>
            </a:r>
          </a:p>
        </p:txBody>
      </p:sp>
      <p:sp>
        <p:nvSpPr>
          <p:cNvPr id="126" name="TextBox 126"/>
          <p:cNvSpPr txBox="1"/>
          <p:nvPr/>
        </p:nvSpPr>
        <p:spPr>
          <a:xfrm>
            <a:off x="1325880" y="3051048"/>
            <a:ext cx="3246120" cy="481584"/>
          </a:xfrm>
          <a:prstGeom prst="rect">
            <a:avLst/>
          </a:prstGeom>
          <a:noFill/>
        </p:spPr>
        <p:txBody>
          <a:bodyPr wrap="square" lIns="0" tIns="0" rIns="0" bIns="0" rtlCol="0" anchor="t">
            <a:noAutofit/>
          </a:bodyPr>
          <a:lstStyle/>
          <a:p>
            <a:pPr algn="l"/>
            <a:r>
              <a:rPr lang="en-US" sz="1400" b="0" i="0">
                <a:solidFill>
                  <a:srgbClr val="262626"/>
                </a:solidFill>
                <a:latin typeface="Calibri"/>
              </a:rPr>
              <a:t>Before sending it, another question arises:</a:t>
            </a:r>
          </a:p>
        </p:txBody>
      </p:sp>
      <p:sp>
        <p:nvSpPr>
          <p:cNvPr id="127" name="Rectangle 127"/>
          <p:cNvSpPr/>
          <p:nvPr/>
        </p:nvSpPr>
        <p:spPr>
          <a:xfrm>
            <a:off x="1325880" y="3624072"/>
            <a:ext cx="3246120" cy="859536"/>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28" name="TextBox 128"/>
          <p:cNvSpPr txBox="1"/>
          <p:nvPr/>
        </p:nvSpPr>
        <p:spPr>
          <a:xfrm>
            <a:off x="1508760" y="3624072"/>
            <a:ext cx="2880360" cy="859536"/>
          </a:xfrm>
          <a:prstGeom prst="rect">
            <a:avLst/>
          </a:prstGeom>
          <a:noFill/>
        </p:spPr>
        <p:txBody>
          <a:bodyPr wrap="square" lIns="0" tIns="0" rIns="0" bIns="0" rtlCol="0" anchor="ctr">
            <a:noAutofit/>
          </a:bodyPr>
          <a:lstStyle/>
          <a:p>
            <a:pPr algn="l"/>
            <a:r>
              <a:rPr lang="en-US" sz="1400" b="1" i="1">
                <a:solidFill>
                  <a:srgbClr val="013765"/>
                </a:solidFill>
                <a:latin typeface="Calibri"/>
              </a:rPr>
              <a:t>"Can this information be shared in this form, with this person, for this purpose?"</a:t>
            </a:r>
          </a:p>
        </p:txBody>
      </p:sp>
      <p:sp>
        <p:nvSpPr>
          <p:cNvPr id="129" name="Rectangle 129"/>
          <p:cNvSpPr/>
          <p:nvPr/>
        </p:nvSpPr>
        <p:spPr>
          <a:xfrm>
            <a:off x="5029200" y="1536192"/>
            <a:ext cx="6355080" cy="1099312"/>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30" name="Oval 130"/>
          <p:cNvSpPr/>
          <p:nvPr/>
        </p:nvSpPr>
        <p:spPr>
          <a:xfrm>
            <a:off x="5212080" y="1768856"/>
            <a:ext cx="420624" cy="420624"/>
          </a:xfrm>
          <a:prstGeom prst="ellipse">
            <a:avLst/>
          </a:prstGeom>
          <a:solidFill>
            <a:srgbClr val="F3F4F6"/>
          </a:solidFill>
          <a:ln>
            <a:noFill/>
          </a:ln>
          <a:effectLst/>
        </p:spPr>
        <p:txBody>
          <a:bodyPr wrap="square" lIns="91440" tIns="45720" rIns="91440" bIns="45720" rtlCol="0" anchor="ctr">
            <a:noAutofit/>
          </a:bodyPr>
          <a:lstStyle/>
          <a:p>
            <a:endParaRPr lang="en-US"/>
          </a:p>
        </p:txBody>
      </p:sp>
      <p:pic>
        <p:nvPicPr>
          <p:cNvPr id="131" name="MdWarningAmber_g.png" descr="MdWarningAmber_g.png"/>
          <p:cNvPicPr>
            <a:picLocks noChangeAspect="1"/>
          </p:cNvPicPr>
          <p:nvPr/>
        </p:nvPicPr>
        <p:blipFill>
          <a:blip r:embed="rId3"/>
          <a:stretch>
            <a:fillRect/>
          </a:stretch>
        </p:blipFill>
        <p:spPr>
          <a:xfrm>
            <a:off x="5296205" y="1852981"/>
            <a:ext cx="252374" cy="252374"/>
          </a:xfrm>
          <a:prstGeom prst="rect">
            <a:avLst/>
          </a:prstGeom>
        </p:spPr>
      </p:pic>
      <p:sp>
        <p:nvSpPr>
          <p:cNvPr id="4" name="TextBox 131"/>
          <p:cNvSpPr txBox="1"/>
          <p:nvPr/>
        </p:nvSpPr>
        <p:spPr>
          <a:xfrm>
            <a:off x="5760720" y="1759712"/>
            <a:ext cx="5440680" cy="219456"/>
          </a:xfrm>
          <a:prstGeom prst="rect">
            <a:avLst/>
          </a:prstGeom>
          <a:noFill/>
        </p:spPr>
        <p:txBody>
          <a:bodyPr wrap="square" lIns="0" tIns="0" rIns="0" bIns="0" rtlCol="0" anchor="t">
            <a:noAutofit/>
          </a:bodyPr>
          <a:lstStyle/>
          <a:p>
            <a:pPr algn="l"/>
            <a:r>
              <a:rPr lang="en-US" sz="1000" b="1" i="0" cap="all" spc="100">
                <a:solidFill>
                  <a:srgbClr val="595959"/>
                </a:solidFill>
                <a:latin typeface="Calibri"/>
              </a:rPr>
              <a:t>What could go wrong?</a:t>
            </a:r>
          </a:p>
        </p:txBody>
      </p:sp>
      <p:sp>
        <p:nvSpPr>
          <p:cNvPr id="132" name="TextBox 132"/>
          <p:cNvSpPr txBox="1"/>
          <p:nvPr/>
        </p:nvSpPr>
        <p:spPr>
          <a:xfrm>
            <a:off x="5760720" y="2015744"/>
            <a:ext cx="5440680" cy="451104"/>
          </a:xfrm>
          <a:prstGeom prst="rect">
            <a:avLst/>
          </a:prstGeom>
          <a:noFill/>
        </p:spPr>
        <p:txBody>
          <a:bodyPr wrap="square" lIns="0" tIns="0" rIns="0" bIns="0" rtlCol="0" anchor="t">
            <a:noAutofit/>
          </a:bodyPr>
          <a:lstStyle/>
          <a:p>
            <a:pPr algn="l"/>
            <a:r>
              <a:rPr lang="en-US" sz="1300" b="0" i="0">
                <a:solidFill>
                  <a:srgbClr val="262626"/>
                </a:solidFill>
                <a:latin typeface="Calibri"/>
              </a:rPr>
              <a:t>Information that is appropriate for internal legal work may not be appropriate for external or broader distribution.</a:t>
            </a:r>
          </a:p>
        </p:txBody>
      </p:sp>
      <p:sp>
        <p:nvSpPr>
          <p:cNvPr id="133" name="Rectangle 133"/>
          <p:cNvSpPr/>
          <p:nvPr/>
        </p:nvSpPr>
        <p:spPr>
          <a:xfrm>
            <a:off x="5029200" y="2763520"/>
            <a:ext cx="6355080" cy="1724152"/>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34" name="Oval 134"/>
          <p:cNvSpPr/>
          <p:nvPr/>
        </p:nvSpPr>
        <p:spPr>
          <a:xfrm>
            <a:off x="5212080" y="2996184"/>
            <a:ext cx="420624" cy="420624"/>
          </a:xfrm>
          <a:prstGeom prst="ellipse">
            <a:avLst/>
          </a:prstGeom>
          <a:solidFill>
            <a:srgbClr val="013765"/>
          </a:solidFill>
          <a:ln>
            <a:noFill/>
          </a:ln>
          <a:effectLst/>
        </p:spPr>
        <p:txBody>
          <a:bodyPr wrap="square" lIns="91440" tIns="45720" rIns="91440" bIns="45720" rtlCol="0" anchor="ctr">
            <a:noAutofit/>
          </a:bodyPr>
          <a:lstStyle/>
          <a:p>
            <a:endParaRPr lang="en-US"/>
          </a:p>
        </p:txBody>
      </p:sp>
      <p:pic>
        <p:nvPicPr>
          <p:cNvPr id="135" name="MdPolicy_w.png" descr="MdPolicy_w.png"/>
          <p:cNvPicPr>
            <a:picLocks noChangeAspect="1"/>
          </p:cNvPicPr>
          <p:nvPr/>
        </p:nvPicPr>
        <p:blipFill>
          <a:blip r:embed="rId4"/>
          <a:stretch>
            <a:fillRect/>
          </a:stretch>
        </p:blipFill>
        <p:spPr>
          <a:xfrm>
            <a:off x="5296205" y="3080309"/>
            <a:ext cx="252374" cy="252374"/>
          </a:xfrm>
          <a:prstGeom prst="rect">
            <a:avLst/>
          </a:prstGeom>
        </p:spPr>
      </p:pic>
      <p:sp>
        <p:nvSpPr>
          <p:cNvPr id="5" name="TextBox 135"/>
          <p:cNvSpPr txBox="1"/>
          <p:nvPr/>
        </p:nvSpPr>
        <p:spPr>
          <a:xfrm>
            <a:off x="5760720" y="2987040"/>
            <a:ext cx="5440680" cy="219456"/>
          </a:xfrm>
          <a:prstGeom prst="rect">
            <a:avLst/>
          </a:prstGeom>
          <a:noFill/>
        </p:spPr>
        <p:txBody>
          <a:bodyPr wrap="square" lIns="0" tIns="0" rIns="0" bIns="0" rtlCol="0" anchor="t">
            <a:noAutofit/>
          </a:bodyPr>
          <a:lstStyle/>
          <a:p>
            <a:pPr algn="l"/>
            <a:r>
              <a:rPr lang="en-US" sz="1000" b="1" i="0" cap="all" spc="100">
                <a:solidFill>
                  <a:srgbClr val="0079CF"/>
                </a:solidFill>
                <a:latin typeface="Calibri"/>
              </a:rPr>
              <a:t>What does the organization require?</a:t>
            </a:r>
          </a:p>
        </p:txBody>
      </p:sp>
      <p:sp>
        <p:nvSpPr>
          <p:cNvPr id="136" name="TextBox 136"/>
          <p:cNvSpPr txBox="1"/>
          <p:nvPr/>
        </p:nvSpPr>
        <p:spPr>
          <a:xfrm>
            <a:off x="5760720" y="3243072"/>
            <a:ext cx="5440680" cy="252984"/>
          </a:xfrm>
          <a:prstGeom prst="rect">
            <a:avLst/>
          </a:prstGeom>
          <a:noFill/>
        </p:spPr>
        <p:txBody>
          <a:bodyPr wrap="square" lIns="0" tIns="0" rIns="0" bIns="0" rtlCol="0" anchor="t">
            <a:noAutofit/>
          </a:bodyPr>
          <a:lstStyle/>
          <a:p>
            <a:pPr algn="l"/>
            <a:r>
              <a:rPr lang="en-US" sz="1300" b="0" i="0">
                <a:solidFill>
                  <a:srgbClr val="262626"/>
                </a:solidFill>
                <a:latin typeface="Calibri"/>
              </a:rPr>
              <a:t>Information must be protected according to:</a:t>
            </a:r>
          </a:p>
        </p:txBody>
      </p:sp>
      <p:sp>
        <p:nvSpPr>
          <p:cNvPr id="137" name="Rounded Rectangle 137"/>
          <p:cNvSpPr/>
          <p:nvPr/>
        </p:nvSpPr>
        <p:spPr>
          <a:xfrm>
            <a:off x="5760720" y="3514344"/>
            <a:ext cx="1752600" cy="329184"/>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Sensitivity</a:t>
            </a:r>
          </a:p>
        </p:txBody>
      </p:sp>
      <p:sp>
        <p:nvSpPr>
          <p:cNvPr id="138" name="Rounded Rectangle 138"/>
          <p:cNvSpPr/>
          <p:nvPr/>
        </p:nvSpPr>
        <p:spPr>
          <a:xfrm>
            <a:off x="7604760" y="3514344"/>
            <a:ext cx="1752600" cy="329184"/>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Intended recipient</a:t>
            </a:r>
          </a:p>
        </p:txBody>
      </p:sp>
      <p:sp>
        <p:nvSpPr>
          <p:cNvPr id="139" name="Rounded Rectangle 139"/>
          <p:cNvSpPr/>
          <p:nvPr/>
        </p:nvSpPr>
        <p:spPr>
          <a:xfrm>
            <a:off x="9448800" y="3514344"/>
            <a:ext cx="1752600" cy="329184"/>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Business purpose</a:t>
            </a:r>
          </a:p>
        </p:txBody>
      </p:sp>
      <p:sp>
        <p:nvSpPr>
          <p:cNvPr id="140" name="Rounded Rectangle 140"/>
          <p:cNvSpPr/>
          <p:nvPr/>
        </p:nvSpPr>
        <p:spPr>
          <a:xfrm>
            <a:off x="5760720" y="3916680"/>
            <a:ext cx="1752600" cy="329184"/>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Applicable policy</a:t>
            </a:r>
          </a:p>
        </p:txBody>
      </p:sp>
      <p:sp>
        <p:nvSpPr>
          <p:cNvPr id="141" name="Rounded Rectangle 141"/>
          <p:cNvSpPr/>
          <p:nvPr/>
        </p:nvSpPr>
        <p:spPr>
          <a:xfrm>
            <a:off x="7604760" y="3916680"/>
            <a:ext cx="1752600" cy="329184"/>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Regulatory requirements</a:t>
            </a:r>
          </a:p>
        </p:txBody>
      </p:sp>
      <p:sp>
        <p:nvSpPr>
          <p:cNvPr id="142" name="Rectangle 142"/>
          <p:cNvSpPr/>
          <p:nvPr/>
        </p:nvSpPr>
        <p:spPr>
          <a:xfrm>
            <a:off x="5029200" y="4615688"/>
            <a:ext cx="6355080" cy="1099312"/>
          </a:xfrm>
          <a:prstGeom prst="rect">
            <a:avLst/>
          </a:prstGeom>
          <a:solidFill>
            <a:srgbClr val="0079CF"/>
          </a:solidFill>
          <a:ln w="9525">
            <a:solidFill>
              <a:srgbClr val="0079CF"/>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43" name="Oval 143"/>
          <p:cNvSpPr/>
          <p:nvPr/>
        </p:nvSpPr>
        <p:spPr>
          <a:xfrm>
            <a:off x="5212080" y="4848352"/>
            <a:ext cx="420624" cy="420624"/>
          </a:xfrm>
          <a:prstGeom prst="ellipse">
            <a:avLst/>
          </a:prstGeom>
          <a:solidFill>
            <a:srgbClr val="FFFFFF"/>
          </a:solidFill>
          <a:ln>
            <a:noFill/>
          </a:ln>
          <a:effectLst/>
        </p:spPr>
        <p:txBody>
          <a:bodyPr wrap="square" lIns="91440" tIns="45720" rIns="91440" bIns="45720" rtlCol="0" anchor="ctr">
            <a:noAutofit/>
          </a:bodyPr>
          <a:lstStyle/>
          <a:p>
            <a:endParaRPr lang="en-US"/>
          </a:p>
        </p:txBody>
      </p:sp>
      <p:pic>
        <p:nvPicPr>
          <p:cNvPr id="144" name="MdVerifiedUser_b.png" descr="MdVerifiedUser_b.png"/>
          <p:cNvPicPr>
            <a:picLocks noChangeAspect="1"/>
          </p:cNvPicPr>
          <p:nvPr/>
        </p:nvPicPr>
        <p:blipFill>
          <a:blip r:embed="rId5"/>
          <a:stretch>
            <a:fillRect/>
          </a:stretch>
        </p:blipFill>
        <p:spPr>
          <a:xfrm>
            <a:off x="5296205" y="4932477"/>
            <a:ext cx="252374" cy="252374"/>
          </a:xfrm>
          <a:prstGeom prst="rect">
            <a:avLst/>
          </a:prstGeom>
        </p:spPr>
      </p:pic>
      <p:sp>
        <p:nvSpPr>
          <p:cNvPr id="6" name="TextBox 144"/>
          <p:cNvSpPr txBox="1"/>
          <p:nvPr/>
        </p:nvSpPr>
        <p:spPr>
          <a:xfrm>
            <a:off x="5760720" y="4839208"/>
            <a:ext cx="5440680" cy="219456"/>
          </a:xfrm>
          <a:prstGeom prst="rect">
            <a:avLst/>
          </a:prstGeom>
          <a:noFill/>
        </p:spPr>
        <p:txBody>
          <a:bodyPr wrap="square" lIns="0" tIns="0" rIns="0" bIns="0" rtlCol="0" anchor="t">
            <a:noAutofit/>
          </a:bodyPr>
          <a:lstStyle/>
          <a:p>
            <a:pPr algn="l"/>
            <a:r>
              <a:rPr lang="en-US" sz="1000" b="1" i="0" cap="all" spc="100">
                <a:solidFill>
                  <a:srgbClr val="99D6EA"/>
                </a:solidFill>
                <a:latin typeface="Calibri"/>
              </a:rPr>
              <a:t>What does Maria experience?</a:t>
            </a:r>
          </a:p>
        </p:txBody>
      </p:sp>
      <p:sp>
        <p:nvSpPr>
          <p:cNvPr id="145" name="TextBox 145"/>
          <p:cNvSpPr txBox="1"/>
          <p:nvPr/>
        </p:nvSpPr>
        <p:spPr>
          <a:xfrm>
            <a:off x="5760720" y="5095240"/>
            <a:ext cx="5440680" cy="481584"/>
          </a:xfrm>
          <a:prstGeom prst="rect">
            <a:avLst/>
          </a:prstGeom>
          <a:noFill/>
        </p:spPr>
        <p:txBody>
          <a:bodyPr wrap="square" lIns="0" tIns="0" rIns="0" bIns="0" rtlCol="0" anchor="t">
            <a:noAutofit/>
          </a:bodyPr>
          <a:lstStyle/>
          <a:p>
            <a:pPr algn="l"/>
            <a:r>
              <a:rPr lang="en-US" sz="1400" b="1" i="0">
                <a:solidFill>
                  <a:srgbClr val="FFFFFF"/>
                </a:solidFill>
                <a:latin typeface="Calibri"/>
              </a:rPr>
              <a:t>The organization helps prevent inappropriate disclosure while allowing legitimate business communication.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A Legal Decision Requires Human Judgment</a:t>
            </a:r>
          </a:p>
        </p:txBody>
      </p:sp>
      <p:sp>
        <p:nvSpPr>
          <p:cNvPr id="101" name="Slide number"/>
          <p:cNvSpPr txBox="1"/>
          <p:nvPr/>
        </p:nvSpPr>
        <p:spPr>
          <a:xfrm>
            <a:off x="10817352" y="6473952"/>
            <a:ext cx="914400" cy="274320"/>
          </a:xfrm>
          <a:prstGeom prst="rect">
            <a:avLst/>
          </a:prstGeom>
          <a:noFill/>
        </p:spPr>
        <p:txBody>
          <a:bodyPr wrap="none">
            <a:spAutoFit/>
          </a:bodyPr>
          <a:lstStyle/>
          <a:p>
            <a:pPr algn="r"/>
            <a:fld id="{B6F15528-21DE-4FAA-801E-634DDDAF4B2B}" type="slidenum">
              <a:rPr lang="en-US" sz="900">
                <a:solidFill>
                  <a:srgbClr val="8C8C8C"/>
                </a:solidFill>
                <a:latin typeface="Calibri"/>
              </a:rPr>
              <a:t>30</a:t>
            </a:fld>
            <a:endParaRPr lang="en-US" sz="900">
              <a:solidFill>
                <a:srgbClr val="8C8C8C"/>
              </a:solidFill>
              <a:latin typeface="Calibri"/>
            </a:endParaRPr>
          </a:p>
        </p:txBody>
      </p:sp>
      <p:sp>
        <p:nvSpPr>
          <p:cNvPr id="102" name="Rounded Rectangle 102"/>
          <p:cNvSpPr/>
          <p:nvPr/>
        </p:nvSpPr>
        <p:spPr>
          <a:xfrm>
            <a:off x="314553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8:30 AM</a:t>
            </a:r>
          </a:p>
        </p:txBody>
      </p:sp>
      <p:sp>
        <p:nvSpPr>
          <p:cNvPr id="103" name="TextBox 103"/>
          <p:cNvSpPr txBox="1"/>
          <p:nvPr/>
        </p:nvSpPr>
        <p:spPr>
          <a:xfrm>
            <a:off x="3877056"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4" name="Rounded Rectangle 104"/>
          <p:cNvSpPr/>
          <p:nvPr/>
        </p:nvSpPr>
        <p:spPr>
          <a:xfrm>
            <a:off x="402336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9:00 AM</a:t>
            </a:r>
          </a:p>
        </p:txBody>
      </p:sp>
      <p:sp>
        <p:nvSpPr>
          <p:cNvPr id="105" name="TextBox 105"/>
          <p:cNvSpPr txBox="1"/>
          <p:nvPr/>
        </p:nvSpPr>
        <p:spPr>
          <a:xfrm>
            <a:off x="4754880"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6" name="Rounded Rectangle 106"/>
          <p:cNvSpPr/>
          <p:nvPr/>
        </p:nvSpPr>
        <p:spPr>
          <a:xfrm>
            <a:off x="490118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10:00 AM</a:t>
            </a:r>
          </a:p>
        </p:txBody>
      </p:sp>
      <p:sp>
        <p:nvSpPr>
          <p:cNvPr id="107" name="TextBox 107"/>
          <p:cNvSpPr txBox="1"/>
          <p:nvPr/>
        </p:nvSpPr>
        <p:spPr>
          <a:xfrm>
            <a:off x="5632704"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8" name="Rounded Rectangle 108"/>
          <p:cNvSpPr/>
          <p:nvPr/>
        </p:nvSpPr>
        <p:spPr>
          <a:xfrm>
            <a:off x="577900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10:30 AM</a:t>
            </a:r>
          </a:p>
        </p:txBody>
      </p:sp>
      <p:sp>
        <p:nvSpPr>
          <p:cNvPr id="109" name="TextBox 109"/>
          <p:cNvSpPr txBox="1"/>
          <p:nvPr/>
        </p:nvSpPr>
        <p:spPr>
          <a:xfrm>
            <a:off x="6510528"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0" name="Rounded Rectangle 110"/>
          <p:cNvSpPr/>
          <p:nvPr/>
        </p:nvSpPr>
        <p:spPr>
          <a:xfrm>
            <a:off x="665683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endParaRPr lang="en-US" sz="900" b="1" i="0">
              <a:solidFill>
                <a:srgbClr val="8C8C8C"/>
              </a:solidFill>
              <a:latin typeface="Calibri"/>
            </a:endParaRPr>
          </a:p>
        </p:txBody>
      </p:sp>
      <p:sp>
        <p:nvSpPr>
          <p:cNvPr id="111" name="TextBox 111"/>
          <p:cNvSpPr txBox="1"/>
          <p:nvPr/>
        </p:nvSpPr>
        <p:spPr>
          <a:xfrm>
            <a:off x="7388352"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2" name="Rounded Rectangle 112"/>
          <p:cNvSpPr/>
          <p:nvPr/>
        </p:nvSpPr>
        <p:spPr>
          <a:xfrm>
            <a:off x="753465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12:00 PM</a:t>
            </a:r>
          </a:p>
        </p:txBody>
      </p:sp>
      <p:sp>
        <p:nvSpPr>
          <p:cNvPr id="113" name="TextBox 113"/>
          <p:cNvSpPr txBox="1"/>
          <p:nvPr/>
        </p:nvSpPr>
        <p:spPr>
          <a:xfrm>
            <a:off x="8266176"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4" name="Rounded Rectangle 114"/>
          <p:cNvSpPr/>
          <p:nvPr/>
        </p:nvSpPr>
        <p:spPr>
          <a:xfrm>
            <a:off x="841248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1:30 PM</a:t>
            </a:r>
          </a:p>
        </p:txBody>
      </p:sp>
      <p:sp>
        <p:nvSpPr>
          <p:cNvPr id="115" name="TextBox 115"/>
          <p:cNvSpPr txBox="1"/>
          <p:nvPr/>
        </p:nvSpPr>
        <p:spPr>
          <a:xfrm>
            <a:off x="9144000"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6" name="Rounded Rectangle 116"/>
          <p:cNvSpPr/>
          <p:nvPr/>
        </p:nvSpPr>
        <p:spPr>
          <a:xfrm>
            <a:off x="929030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2:30 PM</a:t>
            </a:r>
          </a:p>
        </p:txBody>
      </p:sp>
      <p:sp>
        <p:nvSpPr>
          <p:cNvPr id="117" name="TextBox 117"/>
          <p:cNvSpPr txBox="1"/>
          <p:nvPr/>
        </p:nvSpPr>
        <p:spPr>
          <a:xfrm>
            <a:off x="10021824"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8" name="Rounded Rectangle 118"/>
          <p:cNvSpPr/>
          <p:nvPr/>
        </p:nvSpPr>
        <p:spPr>
          <a:xfrm>
            <a:off x="10168128" y="256032"/>
            <a:ext cx="731520" cy="274320"/>
          </a:xfrm>
          <a:prstGeom prst="roundRect">
            <a:avLst>
              <a:gd name="adj" fmla="val 50000"/>
            </a:avLst>
          </a:prstGeom>
          <a:solidFill>
            <a:srgbClr val="0079CF"/>
          </a:solidFill>
          <a:ln w="9525">
            <a:solidFill>
              <a:srgbClr val="0079CF"/>
            </a:solidFill>
          </a:ln>
          <a:effectLst/>
        </p:spPr>
        <p:txBody>
          <a:bodyPr wrap="square" lIns="0" tIns="0" rIns="0" bIns="0" rtlCol="0" anchor="ctr">
            <a:noAutofit/>
          </a:bodyPr>
          <a:lstStyle/>
          <a:p>
            <a:pPr algn="ctr"/>
            <a:r>
              <a:rPr lang="en-US" sz="900" b="1" i="0">
                <a:solidFill>
                  <a:srgbClr val="FFFFFF"/>
                </a:solidFill>
                <a:latin typeface="Calibri"/>
              </a:rPr>
              <a:t>3:30 PM</a:t>
            </a:r>
          </a:p>
        </p:txBody>
      </p:sp>
      <p:sp>
        <p:nvSpPr>
          <p:cNvPr id="119" name="TextBox 119"/>
          <p:cNvSpPr txBox="1"/>
          <p:nvPr/>
        </p:nvSpPr>
        <p:spPr>
          <a:xfrm>
            <a:off x="10899648"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20" name="Rounded Rectangle 120"/>
          <p:cNvSpPr/>
          <p:nvPr/>
        </p:nvSpPr>
        <p:spPr>
          <a:xfrm>
            <a:off x="1104595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4:30 PM</a:t>
            </a:r>
          </a:p>
        </p:txBody>
      </p:sp>
      <p:sp>
        <p:nvSpPr>
          <p:cNvPr id="121" name="Rounded Rectangle 121"/>
          <p:cNvSpPr/>
          <p:nvPr/>
        </p:nvSpPr>
        <p:spPr>
          <a:xfrm>
            <a:off x="1097280" y="1110996"/>
            <a:ext cx="786384" cy="237744"/>
          </a:xfrm>
          <a:prstGeom prst="roundRect">
            <a:avLst>
              <a:gd name="adj" fmla="val 12000"/>
            </a:avLst>
          </a:prstGeom>
          <a:solidFill>
            <a:srgbClr val="0079CF"/>
          </a:solidFill>
          <a:ln>
            <a:noFill/>
          </a:ln>
          <a:effectLst/>
        </p:spPr>
        <p:txBody>
          <a:bodyPr wrap="square" lIns="54864" tIns="27432" rIns="54864" bIns="27432" rtlCol="0" anchor="ctr">
            <a:noAutofit/>
          </a:bodyPr>
          <a:lstStyle/>
          <a:p>
            <a:pPr algn="ctr"/>
            <a:r>
              <a:rPr lang="en-US" sz="1000" b="1" i="0">
                <a:solidFill>
                  <a:srgbClr val="FFFFFF"/>
                </a:solidFill>
                <a:latin typeface="Calibri"/>
              </a:rPr>
              <a:t>3:30 PM</a:t>
            </a:r>
          </a:p>
        </p:txBody>
      </p:sp>
      <p:sp>
        <p:nvSpPr>
          <p:cNvPr id="122" name="TextBox 122"/>
          <p:cNvSpPr txBox="1"/>
          <p:nvPr/>
        </p:nvSpPr>
        <p:spPr>
          <a:xfrm>
            <a:off x="1901952" y="1106424"/>
            <a:ext cx="8229600" cy="274320"/>
          </a:xfrm>
          <a:prstGeom prst="rect">
            <a:avLst/>
          </a:prstGeom>
          <a:noFill/>
        </p:spPr>
        <p:txBody>
          <a:bodyPr wrap="square" lIns="91440" tIns="45720" rIns="91440" bIns="45720" rtlCol="0" anchor="ctr">
            <a:noAutofit/>
          </a:bodyPr>
          <a:lstStyle/>
          <a:p>
            <a:pPr algn="l"/>
            <a:r>
              <a:rPr lang="en-US" sz="1100" b="1" i="0" cap="all" spc="200">
                <a:solidFill>
                  <a:srgbClr val="262626"/>
                </a:solidFill>
                <a:latin typeface="Calibri"/>
              </a:rPr>
              <a:t>Copilot provides a recommendation</a:t>
            </a:r>
          </a:p>
        </p:txBody>
      </p:sp>
      <p:sp>
        <p:nvSpPr>
          <p:cNvPr id="123" name="Rectangle 123"/>
          <p:cNvSpPr/>
          <p:nvPr/>
        </p:nvSpPr>
        <p:spPr>
          <a:xfrm>
            <a:off x="1097280" y="1536192"/>
            <a:ext cx="3703320" cy="3767328"/>
          </a:xfrm>
          <a:prstGeom prst="rect">
            <a:avLst/>
          </a:prstGeom>
          <a:solidFill>
            <a:srgbClr val="F3F6FA"/>
          </a:solidFill>
          <a:ln>
            <a:noFill/>
          </a:ln>
          <a:effectLst/>
        </p:spPr>
        <p:txBody>
          <a:bodyPr wrap="square" lIns="91440" tIns="45720" rIns="91440" bIns="45720" rtlCol="0" anchor="ctr">
            <a:noAutofit/>
          </a:bodyPr>
          <a:lstStyle/>
          <a:p>
            <a:endParaRPr lang="en-US"/>
          </a:p>
        </p:txBody>
      </p:sp>
      <p:sp>
        <p:nvSpPr>
          <p:cNvPr id="124" name="Oval 124"/>
          <p:cNvSpPr/>
          <p:nvPr/>
        </p:nvSpPr>
        <p:spPr>
          <a:xfrm>
            <a:off x="1325880" y="1764792"/>
            <a:ext cx="566928" cy="566928"/>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25" name="MdGavel_w.png" descr="MdGavel_w.png"/>
          <p:cNvPicPr>
            <a:picLocks noChangeAspect="1"/>
          </p:cNvPicPr>
          <p:nvPr/>
        </p:nvPicPr>
        <p:blipFill>
          <a:blip r:embed="rId2"/>
          <a:stretch>
            <a:fillRect/>
          </a:stretch>
        </p:blipFill>
        <p:spPr>
          <a:xfrm>
            <a:off x="1450604" y="1889516"/>
            <a:ext cx="317480" cy="317480"/>
          </a:xfrm>
          <a:prstGeom prst="rect">
            <a:avLst/>
          </a:prstGeom>
        </p:spPr>
      </p:pic>
      <p:sp>
        <p:nvSpPr>
          <p:cNvPr id="3" name="TextBox 125"/>
          <p:cNvSpPr txBox="1"/>
          <p:nvPr/>
        </p:nvSpPr>
        <p:spPr>
          <a:xfrm>
            <a:off x="1325880" y="2514600"/>
            <a:ext cx="3246120" cy="268224"/>
          </a:xfrm>
          <a:prstGeom prst="rect">
            <a:avLst/>
          </a:prstGeom>
          <a:noFill/>
        </p:spPr>
        <p:txBody>
          <a:bodyPr wrap="square" lIns="0" tIns="0" rIns="0" bIns="0" rtlCol="0" anchor="t">
            <a:noAutofit/>
          </a:bodyPr>
          <a:lstStyle/>
          <a:p>
            <a:pPr algn="l"/>
            <a:r>
              <a:rPr lang="en-US" sz="1400" b="0" i="0">
                <a:solidFill>
                  <a:srgbClr val="262626"/>
                </a:solidFill>
                <a:latin typeface="Calibri"/>
              </a:rPr>
              <a:t>Maria asks Copilot:</a:t>
            </a:r>
          </a:p>
        </p:txBody>
      </p:sp>
      <p:sp>
        <p:nvSpPr>
          <p:cNvPr id="126" name="Rectangle 126"/>
          <p:cNvSpPr/>
          <p:nvPr/>
        </p:nvSpPr>
        <p:spPr>
          <a:xfrm>
            <a:off x="1325880" y="2874264"/>
            <a:ext cx="3246120" cy="646176"/>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27" name="TextBox 127"/>
          <p:cNvSpPr txBox="1"/>
          <p:nvPr/>
        </p:nvSpPr>
        <p:spPr>
          <a:xfrm>
            <a:off x="1508760" y="2874264"/>
            <a:ext cx="2880360" cy="646176"/>
          </a:xfrm>
          <a:prstGeom prst="rect">
            <a:avLst/>
          </a:prstGeom>
          <a:noFill/>
        </p:spPr>
        <p:txBody>
          <a:bodyPr wrap="square" lIns="0" tIns="0" rIns="0" bIns="0" rtlCol="0" anchor="ctr">
            <a:noAutofit/>
          </a:bodyPr>
          <a:lstStyle/>
          <a:p>
            <a:pPr algn="l"/>
            <a:r>
              <a:rPr lang="en-US" sz="1400" b="1" i="1">
                <a:solidFill>
                  <a:srgbClr val="013765"/>
                </a:solidFill>
                <a:latin typeface="Calibri"/>
              </a:rPr>
              <a:t>“Can we agree to renew our document management contract and help prepare the letter"</a:t>
            </a:r>
          </a:p>
        </p:txBody>
      </p:sp>
      <p:sp>
        <p:nvSpPr>
          <p:cNvPr id="128" name="TextBox 128"/>
          <p:cNvSpPr txBox="1"/>
          <p:nvPr/>
        </p:nvSpPr>
        <p:spPr>
          <a:xfrm>
            <a:off x="1325880" y="3630168"/>
            <a:ext cx="3246120" cy="268224"/>
          </a:xfrm>
          <a:prstGeom prst="rect">
            <a:avLst/>
          </a:prstGeom>
          <a:noFill/>
        </p:spPr>
        <p:txBody>
          <a:bodyPr wrap="square" lIns="0" tIns="0" rIns="0" bIns="0" rtlCol="0" anchor="t">
            <a:noAutofit/>
          </a:bodyPr>
          <a:lstStyle/>
          <a:p>
            <a:pPr algn="l"/>
            <a:r>
              <a:rPr lang="en-US" sz="1400" b="0" i="0">
                <a:solidFill>
                  <a:srgbClr val="262626"/>
                </a:solidFill>
                <a:latin typeface="Calibri"/>
              </a:rPr>
              <a:t>Copilot produces an answer.</a:t>
            </a:r>
          </a:p>
        </p:txBody>
      </p:sp>
      <p:sp>
        <p:nvSpPr>
          <p:cNvPr id="129" name="Rectangle 129"/>
          <p:cNvSpPr/>
          <p:nvPr/>
        </p:nvSpPr>
        <p:spPr>
          <a:xfrm>
            <a:off x="5029200" y="1536192"/>
            <a:ext cx="6355080" cy="1261872"/>
          </a:xfrm>
          <a:prstGeom prst="rect">
            <a:avLst/>
          </a:prstGeom>
          <a:solidFill>
            <a:srgbClr val="E8F2FB"/>
          </a:solidFill>
          <a:ln>
            <a:noFill/>
          </a:ln>
          <a:effectLst/>
        </p:spPr>
        <p:txBody>
          <a:bodyPr wrap="square" lIns="91440" tIns="45720" rIns="91440" bIns="45720" rtlCol="0" anchor="ctr">
            <a:noAutofit/>
          </a:bodyPr>
          <a:lstStyle/>
          <a:p>
            <a:endParaRPr lang="en-US"/>
          </a:p>
        </p:txBody>
      </p:sp>
      <p:sp>
        <p:nvSpPr>
          <p:cNvPr id="130" name="Oval 130"/>
          <p:cNvSpPr/>
          <p:nvPr/>
        </p:nvSpPr>
        <p:spPr>
          <a:xfrm>
            <a:off x="5212080" y="1716024"/>
            <a:ext cx="420624" cy="420624"/>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31" name="MdHelpOutline_w.png" descr="MdHelpOutline_w.png"/>
          <p:cNvPicPr>
            <a:picLocks noChangeAspect="1"/>
          </p:cNvPicPr>
          <p:nvPr/>
        </p:nvPicPr>
        <p:blipFill>
          <a:blip r:embed="rId3"/>
          <a:stretch>
            <a:fillRect/>
          </a:stretch>
        </p:blipFill>
        <p:spPr>
          <a:xfrm>
            <a:off x="5296205" y="1800149"/>
            <a:ext cx="252374" cy="252374"/>
          </a:xfrm>
          <a:prstGeom prst="rect">
            <a:avLst/>
          </a:prstGeom>
        </p:spPr>
      </p:pic>
      <p:sp>
        <p:nvSpPr>
          <p:cNvPr id="4" name="TextBox 131"/>
          <p:cNvSpPr txBox="1"/>
          <p:nvPr/>
        </p:nvSpPr>
        <p:spPr>
          <a:xfrm>
            <a:off x="5760720" y="1706880"/>
            <a:ext cx="5440680" cy="219456"/>
          </a:xfrm>
          <a:prstGeom prst="rect">
            <a:avLst/>
          </a:prstGeom>
          <a:noFill/>
        </p:spPr>
        <p:txBody>
          <a:bodyPr wrap="square" lIns="0" tIns="0" rIns="0" bIns="0" rtlCol="0" anchor="t">
            <a:noAutofit/>
          </a:bodyPr>
          <a:lstStyle/>
          <a:p>
            <a:pPr algn="l"/>
            <a:r>
              <a:rPr lang="en-US" sz="1000" b="1" i="0" cap="all" spc="100">
                <a:solidFill>
                  <a:srgbClr val="0079CF"/>
                </a:solidFill>
                <a:latin typeface="Calibri"/>
              </a:rPr>
              <a:t>Now the critical question:</a:t>
            </a:r>
          </a:p>
        </p:txBody>
      </p:sp>
      <p:sp>
        <p:nvSpPr>
          <p:cNvPr id="132" name="TextBox 132"/>
          <p:cNvSpPr txBox="1"/>
          <p:nvPr/>
        </p:nvSpPr>
        <p:spPr>
          <a:xfrm>
            <a:off x="5760720" y="1962912"/>
            <a:ext cx="5440680" cy="268224"/>
          </a:xfrm>
          <a:prstGeom prst="rect">
            <a:avLst/>
          </a:prstGeom>
          <a:noFill/>
        </p:spPr>
        <p:txBody>
          <a:bodyPr wrap="square" lIns="0" tIns="0" rIns="0" bIns="0" rtlCol="0" anchor="t">
            <a:noAutofit/>
          </a:bodyPr>
          <a:lstStyle/>
          <a:p>
            <a:pPr algn="l"/>
            <a:r>
              <a:rPr lang="en-US" sz="1400" b="1" i="0">
                <a:solidFill>
                  <a:srgbClr val="013765"/>
                </a:solidFill>
                <a:latin typeface="Calibri"/>
              </a:rPr>
              <a:t>Can Maria simply accept the AI-generated answer?</a:t>
            </a:r>
          </a:p>
        </p:txBody>
      </p:sp>
      <p:sp>
        <p:nvSpPr>
          <p:cNvPr id="133" name="TextBox 133"/>
          <p:cNvSpPr txBox="1"/>
          <p:nvPr/>
        </p:nvSpPr>
        <p:spPr>
          <a:xfrm>
            <a:off x="5760720" y="2231136"/>
            <a:ext cx="5440680" cy="451104"/>
          </a:xfrm>
          <a:prstGeom prst="rect">
            <a:avLst/>
          </a:prstGeom>
          <a:noFill/>
        </p:spPr>
        <p:txBody>
          <a:bodyPr wrap="square" lIns="0" tIns="0" rIns="0" bIns="0" rtlCol="0" anchor="t">
            <a:noAutofit/>
          </a:bodyPr>
          <a:lstStyle/>
          <a:p>
            <a:pPr algn="l"/>
            <a:r>
              <a:rPr lang="en-US" sz="1300" b="0" i="0">
                <a:solidFill>
                  <a:srgbClr val="262626"/>
                </a:solidFill>
                <a:latin typeface="Calibri"/>
              </a:rPr>
              <a:t>No technology can remove the need for appropriate human accountability in a consequential legal decision.</a:t>
            </a:r>
          </a:p>
        </p:txBody>
      </p:sp>
      <p:sp>
        <p:nvSpPr>
          <p:cNvPr id="134" name="Rectangle 134"/>
          <p:cNvSpPr/>
          <p:nvPr/>
        </p:nvSpPr>
        <p:spPr>
          <a:xfrm>
            <a:off x="5029200" y="2926080"/>
            <a:ext cx="6355080" cy="1453896"/>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35" name="Oval 135"/>
          <p:cNvSpPr/>
          <p:nvPr/>
        </p:nvSpPr>
        <p:spPr>
          <a:xfrm>
            <a:off x="5212080" y="3105912"/>
            <a:ext cx="420624" cy="420624"/>
          </a:xfrm>
          <a:prstGeom prst="ellipse">
            <a:avLst/>
          </a:prstGeom>
          <a:solidFill>
            <a:srgbClr val="013765"/>
          </a:solidFill>
          <a:ln>
            <a:noFill/>
          </a:ln>
          <a:effectLst/>
        </p:spPr>
        <p:txBody>
          <a:bodyPr wrap="square" lIns="91440" tIns="45720" rIns="91440" bIns="45720" rtlCol="0" anchor="ctr">
            <a:noAutofit/>
          </a:bodyPr>
          <a:lstStyle/>
          <a:p>
            <a:endParaRPr lang="en-US"/>
          </a:p>
        </p:txBody>
      </p:sp>
      <p:pic>
        <p:nvPicPr>
          <p:cNvPr id="136" name="MdPolicy_w.png" descr="MdPolicy_w.png"/>
          <p:cNvPicPr>
            <a:picLocks noChangeAspect="1"/>
          </p:cNvPicPr>
          <p:nvPr/>
        </p:nvPicPr>
        <p:blipFill>
          <a:blip r:embed="rId4"/>
          <a:stretch>
            <a:fillRect/>
          </a:stretch>
        </p:blipFill>
        <p:spPr>
          <a:xfrm>
            <a:off x="5296205" y="3190037"/>
            <a:ext cx="252374" cy="252374"/>
          </a:xfrm>
          <a:prstGeom prst="rect">
            <a:avLst/>
          </a:prstGeom>
        </p:spPr>
      </p:pic>
      <p:sp>
        <p:nvSpPr>
          <p:cNvPr id="5" name="TextBox 136"/>
          <p:cNvSpPr txBox="1"/>
          <p:nvPr/>
        </p:nvSpPr>
        <p:spPr>
          <a:xfrm>
            <a:off x="5760720" y="3096768"/>
            <a:ext cx="5440680" cy="219456"/>
          </a:xfrm>
          <a:prstGeom prst="rect">
            <a:avLst/>
          </a:prstGeom>
          <a:noFill/>
        </p:spPr>
        <p:txBody>
          <a:bodyPr wrap="square" lIns="0" tIns="0" rIns="0" bIns="0" rtlCol="0" anchor="t">
            <a:noAutofit/>
          </a:bodyPr>
          <a:lstStyle/>
          <a:p>
            <a:pPr algn="l"/>
            <a:r>
              <a:rPr lang="en-US" sz="1000" b="1" i="0" cap="all" spc="100">
                <a:solidFill>
                  <a:srgbClr val="0079CF"/>
                </a:solidFill>
                <a:latin typeface="Calibri"/>
              </a:rPr>
              <a:t>What does the organization require?</a:t>
            </a:r>
          </a:p>
        </p:txBody>
      </p:sp>
      <p:sp>
        <p:nvSpPr>
          <p:cNvPr id="137" name="TextBox 137"/>
          <p:cNvSpPr txBox="1"/>
          <p:nvPr/>
        </p:nvSpPr>
        <p:spPr>
          <a:xfrm>
            <a:off x="5760720" y="3352800"/>
            <a:ext cx="5440680" cy="252984"/>
          </a:xfrm>
          <a:prstGeom prst="rect">
            <a:avLst/>
          </a:prstGeom>
          <a:noFill/>
        </p:spPr>
        <p:txBody>
          <a:bodyPr wrap="square" lIns="0" tIns="0" rIns="0" bIns="0" rtlCol="0" anchor="t">
            <a:noAutofit/>
          </a:bodyPr>
          <a:lstStyle/>
          <a:p>
            <a:pPr algn="l"/>
            <a:r>
              <a:rPr lang="en-US" sz="1300" b="0" i="0">
                <a:solidFill>
                  <a:srgbClr val="262626"/>
                </a:solidFill>
                <a:latin typeface="Calibri"/>
              </a:rPr>
              <a:t>The accountable Legal professional must:</a:t>
            </a:r>
          </a:p>
        </p:txBody>
      </p:sp>
      <p:sp>
        <p:nvSpPr>
          <p:cNvPr id="138" name="Rounded Rectangle 138"/>
          <p:cNvSpPr/>
          <p:nvPr/>
        </p:nvSpPr>
        <p:spPr>
          <a:xfrm>
            <a:off x="5760720" y="3624072"/>
            <a:ext cx="824887" cy="566928"/>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Review the AI output</a:t>
            </a:r>
          </a:p>
        </p:txBody>
      </p:sp>
      <p:cxnSp>
        <p:nvCxnSpPr>
          <p:cNvPr id="139" name="Connector 139"/>
          <p:cNvCxnSpPr/>
          <p:nvPr/>
        </p:nvCxnSpPr>
        <p:spPr>
          <a:xfrm>
            <a:off x="6631327" y="3907536"/>
            <a:ext cx="201168" cy="0"/>
          </a:xfrm>
          <a:prstGeom prst="line">
            <a:avLst/>
          </a:prstGeom>
          <a:ln w="22225">
            <a:solidFill>
              <a:srgbClr val="0079CF"/>
            </a:solidFill>
            <a:tailEnd type="triangle" w="med" len="med"/>
          </a:ln>
        </p:spPr>
      </p:cxnSp>
      <p:sp>
        <p:nvSpPr>
          <p:cNvPr id="140" name="Rounded Rectangle 140"/>
          <p:cNvSpPr/>
          <p:nvPr/>
        </p:nvSpPr>
        <p:spPr>
          <a:xfrm>
            <a:off x="6878215" y="3624072"/>
            <a:ext cx="1070530" cy="566928"/>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Validate the relevant facts</a:t>
            </a:r>
          </a:p>
        </p:txBody>
      </p:sp>
      <p:cxnSp>
        <p:nvCxnSpPr>
          <p:cNvPr id="141" name="Connector 141"/>
          <p:cNvCxnSpPr/>
          <p:nvPr/>
        </p:nvCxnSpPr>
        <p:spPr>
          <a:xfrm>
            <a:off x="7994465" y="3907536"/>
            <a:ext cx="201168" cy="0"/>
          </a:xfrm>
          <a:prstGeom prst="line">
            <a:avLst/>
          </a:prstGeom>
          <a:ln w="22225">
            <a:solidFill>
              <a:srgbClr val="0079CF"/>
            </a:solidFill>
            <a:tailEnd type="triangle" w="med" len="med"/>
          </a:ln>
        </p:spPr>
      </p:cxnSp>
      <p:sp>
        <p:nvSpPr>
          <p:cNvPr id="142" name="Rounded Rectangle 142"/>
          <p:cNvSpPr/>
          <p:nvPr/>
        </p:nvSpPr>
        <p:spPr>
          <a:xfrm>
            <a:off x="8241353" y="3624072"/>
            <a:ext cx="1070530" cy="566928"/>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Apply professional judgment</a:t>
            </a:r>
          </a:p>
        </p:txBody>
      </p:sp>
      <p:cxnSp>
        <p:nvCxnSpPr>
          <p:cNvPr id="143" name="Connector 143"/>
          <p:cNvCxnSpPr/>
          <p:nvPr/>
        </p:nvCxnSpPr>
        <p:spPr>
          <a:xfrm>
            <a:off x="9357604" y="3907536"/>
            <a:ext cx="201168" cy="0"/>
          </a:xfrm>
          <a:prstGeom prst="line">
            <a:avLst/>
          </a:prstGeom>
          <a:ln w="22225">
            <a:solidFill>
              <a:srgbClr val="0079CF"/>
            </a:solidFill>
            <a:tailEnd type="triangle" w="med" len="med"/>
          </a:ln>
        </p:spPr>
      </p:cxnSp>
      <p:sp>
        <p:nvSpPr>
          <p:cNvPr id="144" name="Rounded Rectangle 144"/>
          <p:cNvSpPr/>
          <p:nvPr/>
        </p:nvSpPr>
        <p:spPr>
          <a:xfrm>
            <a:off x="9604492" y="3624072"/>
            <a:ext cx="1596908" cy="566928"/>
          </a:xfrm>
          <a:prstGeom prst="roundRect">
            <a:avLst>
              <a:gd name="adj" fmla="val 12000"/>
            </a:avLst>
          </a:prstGeom>
          <a:solidFill>
            <a:srgbClr val="E8F2FB"/>
          </a:solidFill>
          <a:ln>
            <a:noFill/>
          </a:ln>
          <a:effectLst/>
        </p:spPr>
        <p:txBody>
          <a:bodyPr wrap="square" lIns="54864" tIns="27432" rIns="54864" bIns="27432" rtlCol="0" anchor="ctr">
            <a:noAutofit/>
          </a:bodyPr>
          <a:lstStyle/>
          <a:p>
            <a:pPr algn="ctr"/>
            <a:r>
              <a:rPr lang="en-US" sz="1100" b="1" i="0">
                <a:solidFill>
                  <a:srgbClr val="013765"/>
                </a:solidFill>
                <a:latin typeface="Calibri"/>
              </a:rPr>
              <a:t>Make or approve the consequential decision</a:t>
            </a:r>
          </a:p>
        </p:txBody>
      </p:sp>
      <p:sp>
        <p:nvSpPr>
          <p:cNvPr id="145" name="Rectangle 145"/>
          <p:cNvSpPr/>
          <p:nvPr/>
        </p:nvSpPr>
        <p:spPr>
          <a:xfrm>
            <a:off x="5029200" y="4507992"/>
            <a:ext cx="6355080" cy="795528"/>
          </a:xfrm>
          <a:prstGeom prst="rect">
            <a:avLst/>
          </a:prstGeom>
          <a:solidFill>
            <a:srgbClr val="0079CF"/>
          </a:solidFill>
          <a:ln w="9525">
            <a:solidFill>
              <a:srgbClr val="0079CF"/>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46" name="Oval 146"/>
          <p:cNvSpPr/>
          <p:nvPr/>
        </p:nvSpPr>
        <p:spPr>
          <a:xfrm>
            <a:off x="5212080" y="4687824"/>
            <a:ext cx="420624" cy="420624"/>
          </a:xfrm>
          <a:prstGeom prst="ellipse">
            <a:avLst/>
          </a:prstGeom>
          <a:solidFill>
            <a:srgbClr val="FFFFFF"/>
          </a:solidFill>
          <a:ln>
            <a:noFill/>
          </a:ln>
          <a:effectLst/>
        </p:spPr>
        <p:txBody>
          <a:bodyPr wrap="square" lIns="91440" tIns="45720" rIns="91440" bIns="45720" rtlCol="0" anchor="ctr">
            <a:noAutofit/>
          </a:bodyPr>
          <a:lstStyle/>
          <a:p>
            <a:endParaRPr lang="en-US"/>
          </a:p>
        </p:txBody>
      </p:sp>
      <p:pic>
        <p:nvPicPr>
          <p:cNvPr id="147" name="MdPerson_b.png" descr="MdPerson_b.png"/>
          <p:cNvPicPr>
            <a:picLocks noChangeAspect="1"/>
          </p:cNvPicPr>
          <p:nvPr/>
        </p:nvPicPr>
        <p:blipFill>
          <a:blip r:embed="rId5"/>
          <a:stretch>
            <a:fillRect/>
          </a:stretch>
        </p:blipFill>
        <p:spPr>
          <a:xfrm>
            <a:off x="5296205" y="4771949"/>
            <a:ext cx="252374" cy="252374"/>
          </a:xfrm>
          <a:prstGeom prst="rect">
            <a:avLst/>
          </a:prstGeom>
        </p:spPr>
      </p:pic>
      <p:sp>
        <p:nvSpPr>
          <p:cNvPr id="6" name="TextBox 147"/>
          <p:cNvSpPr txBox="1"/>
          <p:nvPr/>
        </p:nvSpPr>
        <p:spPr>
          <a:xfrm>
            <a:off x="5760720" y="4678680"/>
            <a:ext cx="5440680" cy="219456"/>
          </a:xfrm>
          <a:prstGeom prst="rect">
            <a:avLst/>
          </a:prstGeom>
          <a:noFill/>
        </p:spPr>
        <p:txBody>
          <a:bodyPr wrap="square" lIns="0" tIns="0" rIns="0" bIns="0" rtlCol="0" anchor="t">
            <a:noAutofit/>
          </a:bodyPr>
          <a:lstStyle/>
          <a:p>
            <a:pPr algn="l"/>
            <a:r>
              <a:rPr lang="en-US" sz="1000" b="1" i="0" cap="all" spc="100">
                <a:solidFill>
                  <a:srgbClr val="99D6EA"/>
                </a:solidFill>
                <a:latin typeface="Calibri"/>
              </a:rPr>
              <a:t>What does Maria experience?</a:t>
            </a:r>
          </a:p>
        </p:txBody>
      </p:sp>
      <p:sp>
        <p:nvSpPr>
          <p:cNvPr id="148" name="TextBox 148"/>
          <p:cNvSpPr txBox="1"/>
          <p:nvPr/>
        </p:nvSpPr>
        <p:spPr>
          <a:xfrm>
            <a:off x="5760720" y="4934712"/>
            <a:ext cx="5440680" cy="268224"/>
          </a:xfrm>
          <a:prstGeom prst="rect">
            <a:avLst/>
          </a:prstGeom>
          <a:noFill/>
        </p:spPr>
        <p:txBody>
          <a:bodyPr wrap="square" lIns="0" tIns="0" rIns="0" bIns="0" rtlCol="0" anchor="t">
            <a:noAutofit/>
          </a:bodyPr>
          <a:lstStyle/>
          <a:p>
            <a:pPr algn="l"/>
            <a:r>
              <a:rPr lang="en-US" sz="1400" b="1" i="0">
                <a:solidFill>
                  <a:srgbClr val="FFFFFF"/>
                </a:solidFill>
                <a:latin typeface="Calibri"/>
              </a:rPr>
              <a:t>Copilot assists. Maria remains accountable.</a:t>
            </a:r>
          </a:p>
        </p:txBody>
      </p:sp>
      <p:sp>
        <p:nvSpPr>
          <p:cNvPr id="149" name="Rectangle 149"/>
          <p:cNvSpPr/>
          <p:nvPr/>
        </p:nvSpPr>
        <p:spPr>
          <a:xfrm>
            <a:off x="1097280" y="5486400"/>
            <a:ext cx="10287000" cy="457200"/>
          </a:xfrm>
          <a:prstGeom prst="rect">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ctr">
            <a:noAutofit/>
          </a:bodyPr>
          <a:lstStyle/>
          <a:p>
            <a:pPr algn="l"/>
            <a:r>
              <a:rPr lang="en-US" sz="1000" b="1" i="0" cap="all" spc="150">
                <a:solidFill>
                  <a:srgbClr val="99D6EA"/>
                </a:solidFill>
                <a:latin typeface="Calibri"/>
              </a:rPr>
              <a:t>Governance principle   </a:t>
            </a:r>
            <a:r>
              <a:rPr lang="en-US" sz="1300" b="1" i="0">
                <a:solidFill>
                  <a:srgbClr val="FFFFFF"/>
                </a:solidFill>
                <a:latin typeface="Calibri"/>
              </a:rPr>
              <a:t>The more consequential the decision, the clearer the human accountability must be.</a:t>
            </a:r>
          </a:p>
        </p:txBody>
      </p:sp>
      <p:sp>
        <p:nvSpPr>
          <p:cNvPr id="10" name="Text 20">
            <a:extLst>
              <a:ext uri="{FF2B5EF4-FFF2-40B4-BE49-F238E27FC236}">
                <a16:creationId xmlns:a16="http://schemas.microsoft.com/office/drawing/2014/main" id="{7252D6DC-D157-E9BF-56E4-34A62FEB77DB}"/>
              </a:ext>
            </a:extLst>
          </p:cNvPr>
          <p:cNvSpPr/>
          <p:nvPr/>
        </p:nvSpPr>
        <p:spPr>
          <a:xfrm>
            <a:off x="10405872" y="751960"/>
            <a:ext cx="1325880" cy="457200"/>
          </a:xfrm>
          <a:prstGeom prst="rect">
            <a:avLst/>
          </a:prstGeom>
          <a:noFill/>
          <a:ln/>
        </p:spPr>
        <p:txBody>
          <a:bodyPr wrap="square"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License DEMO</a:t>
            </a:r>
            <a:endParaRPr lang="en-US" sz="1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800"/>
              <a:t>Can t</a:t>
            </a:r>
            <a:r>
              <a:rPr sz="2800"/>
              <a:t>he Organization Prove What Happened</a:t>
            </a:r>
          </a:p>
        </p:txBody>
      </p:sp>
      <p:sp>
        <p:nvSpPr>
          <p:cNvPr id="101" name="Slide number"/>
          <p:cNvSpPr txBox="1"/>
          <p:nvPr/>
        </p:nvSpPr>
        <p:spPr>
          <a:xfrm>
            <a:off x="10817352" y="6473952"/>
            <a:ext cx="914400" cy="274320"/>
          </a:xfrm>
          <a:prstGeom prst="rect">
            <a:avLst/>
          </a:prstGeom>
          <a:noFill/>
        </p:spPr>
        <p:txBody>
          <a:bodyPr wrap="none">
            <a:spAutoFit/>
          </a:bodyPr>
          <a:lstStyle/>
          <a:p>
            <a:pPr algn="r"/>
            <a:fld id="{B6F15528-21DE-4FAA-801E-634DDDAF4B2B}" type="slidenum">
              <a:rPr lang="en-US" sz="900">
                <a:solidFill>
                  <a:srgbClr val="8C8C8C"/>
                </a:solidFill>
                <a:latin typeface="Calibri"/>
              </a:rPr>
              <a:t>31</a:t>
            </a:fld>
            <a:endParaRPr lang="en-US" sz="900">
              <a:solidFill>
                <a:srgbClr val="8C8C8C"/>
              </a:solidFill>
              <a:latin typeface="Calibri"/>
            </a:endParaRPr>
          </a:p>
        </p:txBody>
      </p:sp>
      <p:sp>
        <p:nvSpPr>
          <p:cNvPr id="102" name="Rounded Rectangle 102"/>
          <p:cNvSpPr/>
          <p:nvPr/>
        </p:nvSpPr>
        <p:spPr>
          <a:xfrm>
            <a:off x="314553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8:30 AM</a:t>
            </a:r>
          </a:p>
        </p:txBody>
      </p:sp>
      <p:sp>
        <p:nvSpPr>
          <p:cNvPr id="103" name="TextBox 103"/>
          <p:cNvSpPr txBox="1"/>
          <p:nvPr/>
        </p:nvSpPr>
        <p:spPr>
          <a:xfrm>
            <a:off x="3877056"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4" name="Rounded Rectangle 104"/>
          <p:cNvSpPr/>
          <p:nvPr/>
        </p:nvSpPr>
        <p:spPr>
          <a:xfrm>
            <a:off x="402336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9:00 AM</a:t>
            </a:r>
          </a:p>
        </p:txBody>
      </p:sp>
      <p:sp>
        <p:nvSpPr>
          <p:cNvPr id="105" name="TextBox 105"/>
          <p:cNvSpPr txBox="1"/>
          <p:nvPr/>
        </p:nvSpPr>
        <p:spPr>
          <a:xfrm>
            <a:off x="4754880"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6" name="Rounded Rectangle 106"/>
          <p:cNvSpPr/>
          <p:nvPr/>
        </p:nvSpPr>
        <p:spPr>
          <a:xfrm>
            <a:off x="490118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10:00 AM</a:t>
            </a:r>
          </a:p>
        </p:txBody>
      </p:sp>
      <p:sp>
        <p:nvSpPr>
          <p:cNvPr id="107" name="TextBox 107"/>
          <p:cNvSpPr txBox="1"/>
          <p:nvPr/>
        </p:nvSpPr>
        <p:spPr>
          <a:xfrm>
            <a:off x="5632704"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08" name="Rounded Rectangle 108"/>
          <p:cNvSpPr/>
          <p:nvPr/>
        </p:nvSpPr>
        <p:spPr>
          <a:xfrm>
            <a:off x="577900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10:30 AM</a:t>
            </a:r>
          </a:p>
        </p:txBody>
      </p:sp>
      <p:sp>
        <p:nvSpPr>
          <p:cNvPr id="109" name="TextBox 109"/>
          <p:cNvSpPr txBox="1"/>
          <p:nvPr/>
        </p:nvSpPr>
        <p:spPr>
          <a:xfrm>
            <a:off x="6510528"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0" name="Rounded Rectangle 110"/>
          <p:cNvSpPr/>
          <p:nvPr/>
        </p:nvSpPr>
        <p:spPr>
          <a:xfrm>
            <a:off x="6656832"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11:00 AM</a:t>
            </a:r>
          </a:p>
        </p:txBody>
      </p:sp>
      <p:sp>
        <p:nvSpPr>
          <p:cNvPr id="111" name="TextBox 111"/>
          <p:cNvSpPr txBox="1"/>
          <p:nvPr/>
        </p:nvSpPr>
        <p:spPr>
          <a:xfrm>
            <a:off x="7388352"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2" name="Rounded Rectangle 112"/>
          <p:cNvSpPr/>
          <p:nvPr/>
        </p:nvSpPr>
        <p:spPr>
          <a:xfrm>
            <a:off x="7534656"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12:00 PM</a:t>
            </a:r>
          </a:p>
        </p:txBody>
      </p:sp>
      <p:sp>
        <p:nvSpPr>
          <p:cNvPr id="113" name="TextBox 113"/>
          <p:cNvSpPr txBox="1"/>
          <p:nvPr/>
        </p:nvSpPr>
        <p:spPr>
          <a:xfrm>
            <a:off x="8266176"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4" name="Rounded Rectangle 114"/>
          <p:cNvSpPr/>
          <p:nvPr/>
        </p:nvSpPr>
        <p:spPr>
          <a:xfrm>
            <a:off x="8412480"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1:30 PM</a:t>
            </a:r>
          </a:p>
        </p:txBody>
      </p:sp>
      <p:sp>
        <p:nvSpPr>
          <p:cNvPr id="115" name="TextBox 115"/>
          <p:cNvSpPr txBox="1"/>
          <p:nvPr/>
        </p:nvSpPr>
        <p:spPr>
          <a:xfrm>
            <a:off x="9144000"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6" name="Rounded Rectangle 116"/>
          <p:cNvSpPr/>
          <p:nvPr/>
        </p:nvSpPr>
        <p:spPr>
          <a:xfrm>
            <a:off x="9290304"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2:30 PM</a:t>
            </a:r>
          </a:p>
        </p:txBody>
      </p:sp>
      <p:sp>
        <p:nvSpPr>
          <p:cNvPr id="117" name="TextBox 117"/>
          <p:cNvSpPr txBox="1"/>
          <p:nvPr/>
        </p:nvSpPr>
        <p:spPr>
          <a:xfrm>
            <a:off x="10021824"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18" name="Rounded Rectangle 118"/>
          <p:cNvSpPr/>
          <p:nvPr/>
        </p:nvSpPr>
        <p:spPr>
          <a:xfrm>
            <a:off x="10168128" y="256032"/>
            <a:ext cx="731520" cy="274320"/>
          </a:xfrm>
          <a:prstGeom prst="roundRect">
            <a:avLst>
              <a:gd name="adj" fmla="val 50000"/>
            </a:avLst>
          </a:prstGeom>
          <a:solidFill>
            <a:srgbClr val="FFFFFF"/>
          </a:solidFill>
          <a:ln w="9525">
            <a:solidFill>
              <a:srgbClr val="D4D4D4"/>
            </a:solidFill>
          </a:ln>
          <a:effectLst/>
        </p:spPr>
        <p:txBody>
          <a:bodyPr wrap="square" lIns="0" tIns="0" rIns="0" bIns="0" rtlCol="0" anchor="ctr">
            <a:noAutofit/>
          </a:bodyPr>
          <a:lstStyle/>
          <a:p>
            <a:pPr algn="ctr"/>
            <a:r>
              <a:rPr lang="en-US" sz="900" b="1" i="0">
                <a:solidFill>
                  <a:srgbClr val="8C8C8C"/>
                </a:solidFill>
                <a:latin typeface="Calibri"/>
              </a:rPr>
              <a:t>3:30 PM</a:t>
            </a:r>
          </a:p>
        </p:txBody>
      </p:sp>
      <p:sp>
        <p:nvSpPr>
          <p:cNvPr id="119" name="TextBox 119"/>
          <p:cNvSpPr txBox="1"/>
          <p:nvPr/>
        </p:nvSpPr>
        <p:spPr>
          <a:xfrm>
            <a:off x="10899648" y="256032"/>
            <a:ext cx="146304" cy="274320"/>
          </a:xfrm>
          <a:prstGeom prst="rect">
            <a:avLst/>
          </a:prstGeom>
          <a:noFill/>
        </p:spPr>
        <p:txBody>
          <a:bodyPr wrap="square" lIns="0" tIns="0" rIns="0" bIns="0" rtlCol="0" anchor="ctr">
            <a:noAutofit/>
          </a:bodyPr>
          <a:lstStyle/>
          <a:p>
            <a:pPr algn="ctr"/>
            <a:r>
              <a:rPr lang="en-US" sz="1200" b="1" i="0">
                <a:solidFill>
                  <a:srgbClr val="8C8C8C"/>
                </a:solidFill>
                <a:latin typeface="Calibri"/>
              </a:rPr>
              <a:t>›</a:t>
            </a:r>
          </a:p>
        </p:txBody>
      </p:sp>
      <p:sp>
        <p:nvSpPr>
          <p:cNvPr id="120" name="Rounded Rectangle 120"/>
          <p:cNvSpPr/>
          <p:nvPr/>
        </p:nvSpPr>
        <p:spPr>
          <a:xfrm>
            <a:off x="11045952" y="256032"/>
            <a:ext cx="731520" cy="274320"/>
          </a:xfrm>
          <a:prstGeom prst="roundRect">
            <a:avLst>
              <a:gd name="adj" fmla="val 50000"/>
            </a:avLst>
          </a:prstGeom>
          <a:solidFill>
            <a:srgbClr val="0079CF"/>
          </a:solidFill>
          <a:ln w="9525">
            <a:solidFill>
              <a:srgbClr val="0079CF"/>
            </a:solidFill>
          </a:ln>
          <a:effectLst/>
        </p:spPr>
        <p:txBody>
          <a:bodyPr wrap="square" lIns="0" tIns="0" rIns="0" bIns="0" rtlCol="0" anchor="ctr">
            <a:noAutofit/>
          </a:bodyPr>
          <a:lstStyle/>
          <a:p>
            <a:pPr algn="ctr"/>
            <a:r>
              <a:rPr lang="en-US" sz="900" b="1" i="0">
                <a:solidFill>
                  <a:srgbClr val="FFFFFF"/>
                </a:solidFill>
                <a:latin typeface="Calibri"/>
              </a:rPr>
              <a:t>4:30 PM</a:t>
            </a:r>
          </a:p>
        </p:txBody>
      </p:sp>
      <p:sp>
        <p:nvSpPr>
          <p:cNvPr id="121" name="Rounded Rectangle 121"/>
          <p:cNvSpPr/>
          <p:nvPr/>
        </p:nvSpPr>
        <p:spPr>
          <a:xfrm>
            <a:off x="1097280" y="1110996"/>
            <a:ext cx="786384" cy="237744"/>
          </a:xfrm>
          <a:prstGeom prst="roundRect">
            <a:avLst>
              <a:gd name="adj" fmla="val 12000"/>
            </a:avLst>
          </a:prstGeom>
          <a:solidFill>
            <a:srgbClr val="0079CF"/>
          </a:solidFill>
          <a:ln>
            <a:noFill/>
          </a:ln>
          <a:effectLst/>
        </p:spPr>
        <p:txBody>
          <a:bodyPr wrap="square" lIns="54864" tIns="27432" rIns="54864" bIns="27432" rtlCol="0" anchor="ctr">
            <a:noAutofit/>
          </a:bodyPr>
          <a:lstStyle/>
          <a:p>
            <a:pPr algn="ctr"/>
            <a:r>
              <a:rPr lang="en-US" sz="1000" b="1" i="0">
                <a:solidFill>
                  <a:srgbClr val="FFFFFF"/>
                </a:solidFill>
                <a:latin typeface="Calibri"/>
              </a:rPr>
              <a:t>4:30 PM</a:t>
            </a:r>
          </a:p>
        </p:txBody>
      </p:sp>
      <p:sp>
        <p:nvSpPr>
          <p:cNvPr id="122" name="TextBox 122"/>
          <p:cNvSpPr txBox="1"/>
          <p:nvPr/>
        </p:nvSpPr>
        <p:spPr>
          <a:xfrm>
            <a:off x="1901952" y="1106424"/>
            <a:ext cx="8229600" cy="274320"/>
          </a:xfrm>
          <a:prstGeom prst="rect">
            <a:avLst/>
          </a:prstGeom>
          <a:noFill/>
        </p:spPr>
        <p:txBody>
          <a:bodyPr wrap="square" lIns="91440" tIns="45720" rIns="91440" bIns="45720" rtlCol="0" anchor="ctr">
            <a:noAutofit/>
          </a:bodyPr>
          <a:lstStyle/>
          <a:p>
            <a:pPr algn="l"/>
            <a:r>
              <a:rPr lang="en-US" sz="1100" b="1" i="0" cap="all" spc="200">
                <a:solidFill>
                  <a:srgbClr val="262626"/>
                </a:solidFill>
                <a:latin typeface="Calibri"/>
              </a:rPr>
              <a:t>Maria's workday is almost over</a:t>
            </a:r>
          </a:p>
        </p:txBody>
      </p:sp>
      <p:sp>
        <p:nvSpPr>
          <p:cNvPr id="123" name="Rectangle 123"/>
          <p:cNvSpPr/>
          <p:nvPr/>
        </p:nvSpPr>
        <p:spPr>
          <a:xfrm>
            <a:off x="1097280" y="1536192"/>
            <a:ext cx="3246120" cy="3017520"/>
          </a:xfrm>
          <a:prstGeom prst="rect">
            <a:avLst/>
          </a:prstGeom>
          <a:solidFill>
            <a:srgbClr val="F3F6FA"/>
          </a:solidFill>
          <a:ln>
            <a:noFill/>
          </a:ln>
          <a:effectLst/>
        </p:spPr>
        <p:txBody>
          <a:bodyPr wrap="square" lIns="91440" tIns="45720" rIns="91440" bIns="45720" rtlCol="0" anchor="ctr">
            <a:noAutofit/>
          </a:bodyPr>
          <a:lstStyle/>
          <a:p>
            <a:endParaRPr lang="en-US"/>
          </a:p>
        </p:txBody>
      </p:sp>
      <p:sp>
        <p:nvSpPr>
          <p:cNvPr id="124" name="TextBox 124"/>
          <p:cNvSpPr txBox="1"/>
          <p:nvPr/>
        </p:nvSpPr>
        <p:spPr>
          <a:xfrm>
            <a:off x="1325880" y="1719072"/>
            <a:ext cx="2834640" cy="457200"/>
          </a:xfrm>
          <a:prstGeom prst="rect">
            <a:avLst/>
          </a:prstGeom>
          <a:noFill/>
        </p:spPr>
        <p:txBody>
          <a:bodyPr wrap="square" lIns="0" tIns="0" rIns="0" bIns="0" rtlCol="0" anchor="t">
            <a:noAutofit/>
          </a:bodyPr>
          <a:lstStyle/>
          <a:p>
            <a:pPr algn="l"/>
            <a:r>
              <a:rPr lang="en-US" sz="1300" b="0" i="0">
                <a:solidFill>
                  <a:srgbClr val="262626"/>
                </a:solidFill>
                <a:latin typeface="Calibri"/>
              </a:rPr>
              <a:t>Throughout the day, AI has helped Maria:</a:t>
            </a:r>
          </a:p>
        </p:txBody>
      </p:sp>
      <p:pic>
        <p:nvPicPr>
          <p:cNvPr id="125" name="MdSearch_b.png" descr="MdSearch_b.png"/>
          <p:cNvPicPr>
            <a:picLocks noChangeAspect="1"/>
          </p:cNvPicPr>
          <p:nvPr/>
        </p:nvPicPr>
        <p:blipFill>
          <a:blip r:embed="rId2"/>
          <a:stretch>
            <a:fillRect/>
          </a:stretch>
        </p:blipFill>
        <p:spPr>
          <a:xfrm>
            <a:off x="1325880" y="2212848"/>
            <a:ext cx="256032" cy="256032"/>
          </a:xfrm>
          <a:prstGeom prst="rect">
            <a:avLst/>
          </a:prstGeom>
        </p:spPr>
      </p:pic>
      <p:sp>
        <p:nvSpPr>
          <p:cNvPr id="3" name="TextBox 125"/>
          <p:cNvSpPr txBox="1"/>
          <p:nvPr/>
        </p:nvSpPr>
        <p:spPr>
          <a:xfrm>
            <a:off x="1691640" y="2194560"/>
            <a:ext cx="2560320" cy="292608"/>
          </a:xfrm>
          <a:prstGeom prst="rect">
            <a:avLst/>
          </a:prstGeom>
          <a:noFill/>
        </p:spPr>
        <p:txBody>
          <a:bodyPr wrap="square" lIns="0" tIns="0" rIns="0" bIns="0" rtlCol="0" anchor="ctr">
            <a:noAutofit/>
          </a:bodyPr>
          <a:lstStyle/>
          <a:p>
            <a:pPr algn="l"/>
            <a:r>
              <a:rPr lang="en-US" sz="1250" b="1" i="0">
                <a:solidFill>
                  <a:srgbClr val="013765"/>
                </a:solidFill>
                <a:latin typeface="Calibri"/>
              </a:rPr>
              <a:t>Find information</a:t>
            </a:r>
          </a:p>
        </p:txBody>
      </p:sp>
      <p:pic>
        <p:nvPicPr>
          <p:cNvPr id="126" name="MdDescription_b.png" descr="MdDescription_b.png"/>
          <p:cNvPicPr>
            <a:picLocks noChangeAspect="1"/>
          </p:cNvPicPr>
          <p:nvPr/>
        </p:nvPicPr>
        <p:blipFill>
          <a:blip r:embed="rId3"/>
          <a:stretch>
            <a:fillRect/>
          </a:stretch>
        </p:blipFill>
        <p:spPr>
          <a:xfrm>
            <a:off x="1325880" y="2578608"/>
            <a:ext cx="256032" cy="256032"/>
          </a:xfrm>
          <a:prstGeom prst="rect">
            <a:avLst/>
          </a:prstGeom>
        </p:spPr>
      </p:pic>
      <p:sp>
        <p:nvSpPr>
          <p:cNvPr id="4" name="TextBox 126"/>
          <p:cNvSpPr txBox="1"/>
          <p:nvPr/>
        </p:nvSpPr>
        <p:spPr>
          <a:xfrm>
            <a:off x="1691640" y="2560320"/>
            <a:ext cx="2560320" cy="292608"/>
          </a:xfrm>
          <a:prstGeom prst="rect">
            <a:avLst/>
          </a:prstGeom>
          <a:noFill/>
        </p:spPr>
        <p:txBody>
          <a:bodyPr wrap="square" lIns="0" tIns="0" rIns="0" bIns="0" rtlCol="0" anchor="ctr">
            <a:noAutofit/>
          </a:bodyPr>
          <a:lstStyle/>
          <a:p>
            <a:pPr algn="l"/>
            <a:r>
              <a:rPr lang="en-US" sz="1250" b="1" i="0">
                <a:solidFill>
                  <a:srgbClr val="013765"/>
                </a:solidFill>
                <a:latin typeface="Calibri"/>
              </a:rPr>
              <a:t>Review documents</a:t>
            </a:r>
          </a:p>
        </p:txBody>
      </p:sp>
      <p:pic>
        <p:nvPicPr>
          <p:cNvPr id="127" name="MdEditNote_b.png" descr="MdEditNote_b.png"/>
          <p:cNvPicPr>
            <a:picLocks noChangeAspect="1"/>
          </p:cNvPicPr>
          <p:nvPr/>
        </p:nvPicPr>
        <p:blipFill>
          <a:blip r:embed="rId4"/>
          <a:stretch>
            <a:fillRect/>
          </a:stretch>
        </p:blipFill>
        <p:spPr>
          <a:xfrm>
            <a:off x="1325880" y="2944368"/>
            <a:ext cx="256032" cy="256032"/>
          </a:xfrm>
          <a:prstGeom prst="rect">
            <a:avLst/>
          </a:prstGeom>
        </p:spPr>
      </p:pic>
      <p:sp>
        <p:nvSpPr>
          <p:cNvPr id="5" name="TextBox 127"/>
          <p:cNvSpPr txBox="1"/>
          <p:nvPr/>
        </p:nvSpPr>
        <p:spPr>
          <a:xfrm>
            <a:off x="1691640" y="2926080"/>
            <a:ext cx="2560320" cy="292608"/>
          </a:xfrm>
          <a:prstGeom prst="rect">
            <a:avLst/>
          </a:prstGeom>
          <a:noFill/>
        </p:spPr>
        <p:txBody>
          <a:bodyPr wrap="square" lIns="0" tIns="0" rIns="0" bIns="0" rtlCol="0" anchor="ctr">
            <a:noAutofit/>
          </a:bodyPr>
          <a:lstStyle/>
          <a:p>
            <a:pPr algn="l"/>
            <a:r>
              <a:rPr lang="en-US" sz="1250" b="1" i="0">
                <a:solidFill>
                  <a:srgbClr val="013765"/>
                </a:solidFill>
                <a:latin typeface="Calibri"/>
              </a:rPr>
              <a:t>Prepare content</a:t>
            </a:r>
          </a:p>
        </p:txBody>
      </p:sp>
      <p:pic>
        <p:nvPicPr>
          <p:cNvPr id="128" name="MdTimeline_b.png" descr="MdTimeline_b.png"/>
          <p:cNvPicPr>
            <a:picLocks noChangeAspect="1"/>
          </p:cNvPicPr>
          <p:nvPr/>
        </p:nvPicPr>
        <p:blipFill>
          <a:blip r:embed="rId5"/>
          <a:stretch>
            <a:fillRect/>
          </a:stretch>
        </p:blipFill>
        <p:spPr>
          <a:xfrm>
            <a:off x="1325880" y="3310128"/>
            <a:ext cx="256032" cy="256032"/>
          </a:xfrm>
          <a:prstGeom prst="rect">
            <a:avLst/>
          </a:prstGeom>
        </p:spPr>
      </p:pic>
      <p:sp>
        <p:nvSpPr>
          <p:cNvPr id="6" name="TextBox 128"/>
          <p:cNvSpPr txBox="1"/>
          <p:nvPr/>
        </p:nvSpPr>
        <p:spPr>
          <a:xfrm>
            <a:off x="1691640" y="3291840"/>
            <a:ext cx="2560320" cy="292608"/>
          </a:xfrm>
          <a:prstGeom prst="rect">
            <a:avLst/>
          </a:prstGeom>
          <a:noFill/>
        </p:spPr>
        <p:txBody>
          <a:bodyPr wrap="square" lIns="0" tIns="0" rIns="0" bIns="0" rtlCol="0" anchor="ctr">
            <a:noAutofit/>
          </a:bodyPr>
          <a:lstStyle/>
          <a:p>
            <a:pPr algn="l"/>
            <a:r>
              <a:rPr lang="en-US" sz="1250" b="1" i="0">
                <a:solidFill>
                  <a:srgbClr val="013765"/>
                </a:solidFill>
                <a:latin typeface="Calibri"/>
              </a:rPr>
              <a:t>Analyze information</a:t>
            </a:r>
          </a:p>
        </p:txBody>
      </p:sp>
      <p:pic>
        <p:nvPicPr>
          <p:cNvPr id="129" name="MdGavel_b.png" descr="MdGavel_b.png"/>
          <p:cNvPicPr>
            <a:picLocks noChangeAspect="1"/>
          </p:cNvPicPr>
          <p:nvPr/>
        </p:nvPicPr>
        <p:blipFill>
          <a:blip r:embed="rId6"/>
          <a:stretch>
            <a:fillRect/>
          </a:stretch>
        </p:blipFill>
        <p:spPr>
          <a:xfrm>
            <a:off x="1325880" y="3675888"/>
            <a:ext cx="256032" cy="256032"/>
          </a:xfrm>
          <a:prstGeom prst="rect">
            <a:avLst/>
          </a:prstGeom>
        </p:spPr>
      </p:pic>
      <p:sp>
        <p:nvSpPr>
          <p:cNvPr id="7" name="TextBox 129"/>
          <p:cNvSpPr txBox="1"/>
          <p:nvPr/>
        </p:nvSpPr>
        <p:spPr>
          <a:xfrm>
            <a:off x="1691640" y="3657600"/>
            <a:ext cx="2560320" cy="292608"/>
          </a:xfrm>
          <a:prstGeom prst="rect">
            <a:avLst/>
          </a:prstGeom>
          <a:noFill/>
        </p:spPr>
        <p:txBody>
          <a:bodyPr wrap="square" lIns="0" tIns="0" rIns="0" bIns="0" rtlCol="0" anchor="ctr">
            <a:noAutofit/>
          </a:bodyPr>
          <a:lstStyle/>
          <a:p>
            <a:pPr algn="l"/>
            <a:r>
              <a:rPr lang="en-US" sz="1250" b="1" i="0">
                <a:solidFill>
                  <a:srgbClr val="013765"/>
                </a:solidFill>
                <a:latin typeface="Calibri"/>
              </a:rPr>
              <a:t>Develop a legal response</a:t>
            </a:r>
          </a:p>
        </p:txBody>
      </p:sp>
      <p:sp>
        <p:nvSpPr>
          <p:cNvPr id="130" name="TextBox 130"/>
          <p:cNvSpPr txBox="1"/>
          <p:nvPr/>
        </p:nvSpPr>
        <p:spPr>
          <a:xfrm>
            <a:off x="1325880" y="4114800"/>
            <a:ext cx="2834640" cy="411480"/>
          </a:xfrm>
          <a:prstGeom prst="rect">
            <a:avLst/>
          </a:prstGeom>
          <a:noFill/>
        </p:spPr>
        <p:txBody>
          <a:bodyPr wrap="square" lIns="0" tIns="0" rIns="0" bIns="0" rtlCol="0" anchor="t">
            <a:noAutofit/>
          </a:bodyPr>
          <a:lstStyle/>
          <a:p>
            <a:pPr algn="l"/>
            <a:r>
              <a:rPr lang="en-US" sz="1250" b="0" i="1">
                <a:solidFill>
                  <a:srgbClr val="262626"/>
                </a:solidFill>
                <a:latin typeface="Calibri"/>
              </a:rPr>
              <a:t>But governance is not complete simply because controls operated.</a:t>
            </a:r>
          </a:p>
        </p:txBody>
      </p:sp>
      <p:sp>
        <p:nvSpPr>
          <p:cNvPr id="131" name="TextBox 131"/>
          <p:cNvSpPr txBox="1"/>
          <p:nvPr/>
        </p:nvSpPr>
        <p:spPr>
          <a:xfrm>
            <a:off x="4572000" y="1536192"/>
            <a:ext cx="6812280" cy="274320"/>
          </a:xfrm>
          <a:prstGeom prst="rect">
            <a:avLst/>
          </a:prstGeom>
          <a:noFill/>
        </p:spPr>
        <p:txBody>
          <a:bodyPr wrap="square" lIns="0" tIns="0" rIns="0" bIns="0" rtlCol="0" anchor="ctr">
            <a:noAutofit/>
          </a:bodyPr>
          <a:lstStyle/>
          <a:p>
            <a:pPr algn="l"/>
            <a:r>
              <a:rPr lang="en-US" sz="1000" b="1" i="0" cap="all" spc="150">
                <a:solidFill>
                  <a:srgbClr val="0079CF"/>
                </a:solidFill>
                <a:latin typeface="Calibri"/>
              </a:rPr>
              <a:t>The organization also needs to know:</a:t>
            </a:r>
          </a:p>
        </p:txBody>
      </p:sp>
      <p:sp>
        <p:nvSpPr>
          <p:cNvPr id="132" name="Rectangle 132"/>
          <p:cNvSpPr/>
          <p:nvPr/>
        </p:nvSpPr>
        <p:spPr>
          <a:xfrm>
            <a:off x="4572000" y="1901952"/>
            <a:ext cx="3337560" cy="566928"/>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33" name="Oval 133"/>
          <p:cNvSpPr/>
          <p:nvPr/>
        </p:nvSpPr>
        <p:spPr>
          <a:xfrm>
            <a:off x="4709160" y="2002536"/>
            <a:ext cx="365760" cy="365760"/>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34" name="MdPeopleOutline_w.png" descr="MdPeopleOutline_w.png"/>
          <p:cNvPicPr>
            <a:picLocks noChangeAspect="1"/>
          </p:cNvPicPr>
          <p:nvPr/>
        </p:nvPicPr>
        <p:blipFill>
          <a:blip r:embed="rId7"/>
          <a:stretch>
            <a:fillRect/>
          </a:stretch>
        </p:blipFill>
        <p:spPr>
          <a:xfrm>
            <a:off x="4789627" y="2083003"/>
            <a:ext cx="204826" cy="204826"/>
          </a:xfrm>
          <a:prstGeom prst="rect">
            <a:avLst/>
          </a:prstGeom>
        </p:spPr>
      </p:pic>
      <p:sp>
        <p:nvSpPr>
          <p:cNvPr id="8" name="TextBox 134"/>
          <p:cNvSpPr txBox="1"/>
          <p:nvPr/>
        </p:nvSpPr>
        <p:spPr>
          <a:xfrm>
            <a:off x="5212080" y="1901952"/>
            <a:ext cx="2606040" cy="566928"/>
          </a:xfrm>
          <a:prstGeom prst="rect">
            <a:avLst/>
          </a:prstGeom>
          <a:noFill/>
        </p:spPr>
        <p:txBody>
          <a:bodyPr wrap="square" lIns="0" tIns="0" rIns="0" bIns="0" rtlCol="0" anchor="ctr">
            <a:noAutofit/>
          </a:bodyPr>
          <a:lstStyle/>
          <a:p>
            <a:pPr algn="l"/>
            <a:r>
              <a:rPr lang="en-US" sz="1300" b="1" i="0">
                <a:solidFill>
                  <a:srgbClr val="013765"/>
                </a:solidFill>
                <a:latin typeface="Calibri"/>
              </a:rPr>
              <a:t>Who used AI?</a:t>
            </a:r>
          </a:p>
        </p:txBody>
      </p:sp>
      <p:sp>
        <p:nvSpPr>
          <p:cNvPr id="135" name="Rectangle 135"/>
          <p:cNvSpPr/>
          <p:nvPr/>
        </p:nvSpPr>
        <p:spPr>
          <a:xfrm>
            <a:off x="8046720" y="1901952"/>
            <a:ext cx="3337560" cy="566928"/>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36" name="Oval 136"/>
          <p:cNvSpPr/>
          <p:nvPr/>
        </p:nvSpPr>
        <p:spPr>
          <a:xfrm>
            <a:off x="8183880" y="2002536"/>
            <a:ext cx="365760" cy="365760"/>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37" name="MdWorkOutline_w.png" descr="MdWorkOutline_w.png"/>
          <p:cNvPicPr>
            <a:picLocks noChangeAspect="1"/>
          </p:cNvPicPr>
          <p:nvPr/>
        </p:nvPicPr>
        <p:blipFill>
          <a:blip r:embed="rId8"/>
          <a:stretch>
            <a:fillRect/>
          </a:stretch>
        </p:blipFill>
        <p:spPr>
          <a:xfrm>
            <a:off x="8264347" y="2083003"/>
            <a:ext cx="204826" cy="204826"/>
          </a:xfrm>
          <a:prstGeom prst="rect">
            <a:avLst/>
          </a:prstGeom>
        </p:spPr>
      </p:pic>
      <p:sp>
        <p:nvSpPr>
          <p:cNvPr id="9" name="TextBox 137"/>
          <p:cNvSpPr txBox="1"/>
          <p:nvPr/>
        </p:nvSpPr>
        <p:spPr>
          <a:xfrm>
            <a:off x="8686800" y="1901952"/>
            <a:ext cx="2606040" cy="566928"/>
          </a:xfrm>
          <a:prstGeom prst="rect">
            <a:avLst/>
          </a:prstGeom>
          <a:noFill/>
        </p:spPr>
        <p:txBody>
          <a:bodyPr wrap="square" lIns="0" tIns="0" rIns="0" bIns="0" rtlCol="0" anchor="ctr">
            <a:noAutofit/>
          </a:bodyPr>
          <a:lstStyle/>
          <a:p>
            <a:pPr algn="l"/>
            <a:r>
              <a:rPr lang="en-US" sz="1300" b="1" i="0">
                <a:solidFill>
                  <a:srgbClr val="013765"/>
                </a:solidFill>
                <a:latin typeface="Calibri"/>
              </a:rPr>
              <a:t>What business activity was being performed?</a:t>
            </a:r>
          </a:p>
        </p:txBody>
      </p:sp>
      <p:sp>
        <p:nvSpPr>
          <p:cNvPr id="138" name="Rectangle 138"/>
          <p:cNvSpPr/>
          <p:nvPr/>
        </p:nvSpPr>
        <p:spPr>
          <a:xfrm>
            <a:off x="4572000" y="2578608"/>
            <a:ext cx="3337560" cy="566928"/>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39" name="Oval 139"/>
          <p:cNvSpPr/>
          <p:nvPr/>
        </p:nvSpPr>
        <p:spPr>
          <a:xfrm>
            <a:off x="4709160" y="2679192"/>
            <a:ext cx="365760" cy="365760"/>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40" name="MdDescription_w.png" descr="MdDescription_w.png"/>
          <p:cNvPicPr>
            <a:picLocks noChangeAspect="1"/>
          </p:cNvPicPr>
          <p:nvPr/>
        </p:nvPicPr>
        <p:blipFill>
          <a:blip r:embed="rId9"/>
          <a:stretch>
            <a:fillRect/>
          </a:stretch>
        </p:blipFill>
        <p:spPr>
          <a:xfrm>
            <a:off x="4789627" y="2759659"/>
            <a:ext cx="204826" cy="204826"/>
          </a:xfrm>
          <a:prstGeom prst="rect">
            <a:avLst/>
          </a:prstGeom>
        </p:spPr>
      </p:pic>
      <p:sp>
        <p:nvSpPr>
          <p:cNvPr id="10" name="TextBox 140"/>
          <p:cNvSpPr txBox="1"/>
          <p:nvPr/>
        </p:nvSpPr>
        <p:spPr>
          <a:xfrm>
            <a:off x="5212080" y="2578608"/>
            <a:ext cx="2606040" cy="566928"/>
          </a:xfrm>
          <a:prstGeom prst="rect">
            <a:avLst/>
          </a:prstGeom>
          <a:noFill/>
        </p:spPr>
        <p:txBody>
          <a:bodyPr wrap="square" lIns="0" tIns="0" rIns="0" bIns="0" rtlCol="0" anchor="ctr">
            <a:noAutofit/>
          </a:bodyPr>
          <a:lstStyle/>
          <a:p>
            <a:pPr algn="l"/>
            <a:r>
              <a:rPr lang="en-US" sz="1300" b="1" i="0">
                <a:solidFill>
                  <a:srgbClr val="013765"/>
                </a:solidFill>
                <a:latin typeface="Calibri"/>
              </a:rPr>
              <a:t>What information was involved?</a:t>
            </a:r>
          </a:p>
        </p:txBody>
      </p:sp>
      <p:sp>
        <p:nvSpPr>
          <p:cNvPr id="141" name="Rectangle 141"/>
          <p:cNvSpPr/>
          <p:nvPr/>
        </p:nvSpPr>
        <p:spPr>
          <a:xfrm>
            <a:off x="8046720" y="2578608"/>
            <a:ext cx="3337560" cy="566928"/>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42" name="Oval 142"/>
          <p:cNvSpPr/>
          <p:nvPr/>
        </p:nvSpPr>
        <p:spPr>
          <a:xfrm>
            <a:off x="8183880" y="2679192"/>
            <a:ext cx="365760" cy="365760"/>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43" name="MdShield_w.png" descr="MdShield_w.png"/>
          <p:cNvPicPr>
            <a:picLocks noChangeAspect="1"/>
          </p:cNvPicPr>
          <p:nvPr/>
        </p:nvPicPr>
        <p:blipFill>
          <a:blip r:embed="rId10"/>
          <a:stretch>
            <a:fillRect/>
          </a:stretch>
        </p:blipFill>
        <p:spPr>
          <a:xfrm>
            <a:off x="8264347" y="2759659"/>
            <a:ext cx="204826" cy="204826"/>
          </a:xfrm>
          <a:prstGeom prst="rect">
            <a:avLst/>
          </a:prstGeom>
        </p:spPr>
      </p:pic>
      <p:sp>
        <p:nvSpPr>
          <p:cNvPr id="11" name="TextBox 143"/>
          <p:cNvSpPr txBox="1"/>
          <p:nvPr/>
        </p:nvSpPr>
        <p:spPr>
          <a:xfrm>
            <a:off x="8686800" y="2578608"/>
            <a:ext cx="2606040" cy="566928"/>
          </a:xfrm>
          <a:prstGeom prst="rect">
            <a:avLst/>
          </a:prstGeom>
          <a:noFill/>
        </p:spPr>
        <p:txBody>
          <a:bodyPr wrap="square" lIns="0" tIns="0" rIns="0" bIns="0" rtlCol="0" anchor="ctr">
            <a:noAutofit/>
          </a:bodyPr>
          <a:lstStyle/>
          <a:p>
            <a:pPr algn="l"/>
            <a:r>
              <a:rPr lang="en-US" sz="1300" b="1" i="0">
                <a:solidFill>
                  <a:srgbClr val="013765"/>
                </a:solidFill>
                <a:latin typeface="Calibri"/>
              </a:rPr>
              <a:t>What protections applied?</a:t>
            </a:r>
          </a:p>
        </p:txBody>
      </p:sp>
      <p:sp>
        <p:nvSpPr>
          <p:cNvPr id="144" name="Rectangle 144"/>
          <p:cNvSpPr/>
          <p:nvPr/>
        </p:nvSpPr>
        <p:spPr>
          <a:xfrm>
            <a:off x="4572000" y="3255264"/>
            <a:ext cx="3337560" cy="566928"/>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45" name="Oval 145"/>
          <p:cNvSpPr/>
          <p:nvPr/>
        </p:nvSpPr>
        <p:spPr>
          <a:xfrm>
            <a:off x="4709160" y="3355848"/>
            <a:ext cx="365760" cy="365760"/>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46" name="MdBlock_w.png" descr="MdBlock_w.png"/>
          <p:cNvPicPr>
            <a:picLocks noChangeAspect="1"/>
          </p:cNvPicPr>
          <p:nvPr/>
        </p:nvPicPr>
        <p:blipFill>
          <a:blip r:embed="rId11"/>
          <a:stretch>
            <a:fillRect/>
          </a:stretch>
        </p:blipFill>
        <p:spPr>
          <a:xfrm>
            <a:off x="4789627" y="3436315"/>
            <a:ext cx="204826" cy="204826"/>
          </a:xfrm>
          <a:prstGeom prst="rect">
            <a:avLst/>
          </a:prstGeom>
        </p:spPr>
      </p:pic>
      <p:sp>
        <p:nvSpPr>
          <p:cNvPr id="12" name="TextBox 146"/>
          <p:cNvSpPr txBox="1"/>
          <p:nvPr/>
        </p:nvSpPr>
        <p:spPr>
          <a:xfrm>
            <a:off x="5212080" y="3255264"/>
            <a:ext cx="2606040" cy="566928"/>
          </a:xfrm>
          <a:prstGeom prst="rect">
            <a:avLst/>
          </a:prstGeom>
          <a:noFill/>
        </p:spPr>
        <p:txBody>
          <a:bodyPr wrap="square" lIns="0" tIns="0" rIns="0" bIns="0" rtlCol="0" anchor="ctr">
            <a:noAutofit/>
          </a:bodyPr>
          <a:lstStyle/>
          <a:p>
            <a:pPr algn="l"/>
            <a:r>
              <a:rPr lang="en-US" sz="1300" b="1" i="0">
                <a:solidFill>
                  <a:srgbClr val="013765"/>
                </a:solidFill>
                <a:latin typeface="Calibri"/>
              </a:rPr>
              <a:t>When was access restricted?</a:t>
            </a:r>
          </a:p>
        </p:txBody>
      </p:sp>
      <p:sp>
        <p:nvSpPr>
          <p:cNvPr id="147" name="Rectangle 147"/>
          <p:cNvSpPr/>
          <p:nvPr/>
        </p:nvSpPr>
        <p:spPr>
          <a:xfrm>
            <a:off x="8046720" y="3255264"/>
            <a:ext cx="3337560" cy="566928"/>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48" name="Oval 148"/>
          <p:cNvSpPr/>
          <p:nvPr/>
        </p:nvSpPr>
        <p:spPr>
          <a:xfrm>
            <a:off x="8183880" y="3355848"/>
            <a:ext cx="365760" cy="365760"/>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49" name="MdPerson_w.png" descr="MdPerson_w.png"/>
          <p:cNvPicPr>
            <a:picLocks noChangeAspect="1"/>
          </p:cNvPicPr>
          <p:nvPr/>
        </p:nvPicPr>
        <p:blipFill>
          <a:blip r:embed="rId12"/>
          <a:stretch>
            <a:fillRect/>
          </a:stretch>
        </p:blipFill>
        <p:spPr>
          <a:xfrm>
            <a:off x="8264347" y="3436315"/>
            <a:ext cx="204826" cy="204826"/>
          </a:xfrm>
          <a:prstGeom prst="rect">
            <a:avLst/>
          </a:prstGeom>
        </p:spPr>
      </p:pic>
      <p:sp>
        <p:nvSpPr>
          <p:cNvPr id="13" name="TextBox 149"/>
          <p:cNvSpPr txBox="1"/>
          <p:nvPr/>
        </p:nvSpPr>
        <p:spPr>
          <a:xfrm>
            <a:off x="8686800" y="3255264"/>
            <a:ext cx="2606040" cy="566928"/>
          </a:xfrm>
          <a:prstGeom prst="rect">
            <a:avLst/>
          </a:prstGeom>
          <a:noFill/>
        </p:spPr>
        <p:txBody>
          <a:bodyPr wrap="square" lIns="0" tIns="0" rIns="0" bIns="0" rtlCol="0" anchor="ctr">
            <a:noAutofit/>
          </a:bodyPr>
          <a:lstStyle/>
          <a:p>
            <a:pPr algn="l"/>
            <a:r>
              <a:rPr lang="en-US" sz="1300" b="1" i="0">
                <a:solidFill>
                  <a:srgbClr val="013765"/>
                </a:solidFill>
                <a:latin typeface="Calibri"/>
              </a:rPr>
              <a:t>Where was human review required?</a:t>
            </a:r>
          </a:p>
        </p:txBody>
      </p:sp>
      <p:sp>
        <p:nvSpPr>
          <p:cNvPr id="150" name="Rectangle 150"/>
          <p:cNvSpPr/>
          <p:nvPr/>
        </p:nvSpPr>
        <p:spPr>
          <a:xfrm>
            <a:off x="4572000" y="3931920"/>
            <a:ext cx="3337560" cy="566928"/>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51" name="Oval 151"/>
          <p:cNvSpPr/>
          <p:nvPr/>
        </p:nvSpPr>
        <p:spPr>
          <a:xfrm>
            <a:off x="4709160" y="4032504"/>
            <a:ext cx="365760" cy="365760"/>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52" name="MdGavel_w.png" descr="MdGavel_w.png"/>
          <p:cNvPicPr>
            <a:picLocks noChangeAspect="1"/>
          </p:cNvPicPr>
          <p:nvPr/>
        </p:nvPicPr>
        <p:blipFill>
          <a:blip r:embed="rId13"/>
          <a:stretch>
            <a:fillRect/>
          </a:stretch>
        </p:blipFill>
        <p:spPr>
          <a:xfrm>
            <a:off x="4789627" y="4112971"/>
            <a:ext cx="204826" cy="204826"/>
          </a:xfrm>
          <a:prstGeom prst="rect">
            <a:avLst/>
          </a:prstGeom>
        </p:spPr>
      </p:pic>
      <p:sp>
        <p:nvSpPr>
          <p:cNvPr id="14" name="TextBox 152"/>
          <p:cNvSpPr txBox="1"/>
          <p:nvPr/>
        </p:nvSpPr>
        <p:spPr>
          <a:xfrm>
            <a:off x="5212080" y="3931920"/>
            <a:ext cx="2606040" cy="566928"/>
          </a:xfrm>
          <a:prstGeom prst="rect">
            <a:avLst/>
          </a:prstGeom>
          <a:noFill/>
        </p:spPr>
        <p:txBody>
          <a:bodyPr wrap="square" lIns="0" tIns="0" rIns="0" bIns="0" rtlCol="0" anchor="ctr">
            <a:noAutofit/>
          </a:bodyPr>
          <a:lstStyle/>
          <a:p>
            <a:pPr algn="l"/>
            <a:r>
              <a:rPr lang="en-US" sz="1300" b="1" i="0">
                <a:solidFill>
                  <a:srgbClr val="013765"/>
                </a:solidFill>
                <a:latin typeface="Calibri"/>
              </a:rPr>
              <a:t>What decision or action resulted?</a:t>
            </a:r>
          </a:p>
        </p:txBody>
      </p:sp>
      <p:sp>
        <p:nvSpPr>
          <p:cNvPr id="153" name="Rectangle 153"/>
          <p:cNvSpPr/>
          <p:nvPr/>
        </p:nvSpPr>
        <p:spPr>
          <a:xfrm>
            <a:off x="8046720" y="3931920"/>
            <a:ext cx="3337560" cy="566928"/>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54" name="Oval 154"/>
          <p:cNvSpPr/>
          <p:nvPr/>
        </p:nvSpPr>
        <p:spPr>
          <a:xfrm>
            <a:off x="8183880" y="4032504"/>
            <a:ext cx="365760" cy="365760"/>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55" name="MdFactCheck_w.png" descr="MdFactCheck_w.png"/>
          <p:cNvPicPr>
            <a:picLocks noChangeAspect="1"/>
          </p:cNvPicPr>
          <p:nvPr/>
        </p:nvPicPr>
        <p:blipFill>
          <a:blip r:embed="rId14"/>
          <a:stretch>
            <a:fillRect/>
          </a:stretch>
        </p:blipFill>
        <p:spPr>
          <a:xfrm>
            <a:off x="8264347" y="4112971"/>
            <a:ext cx="204826" cy="204826"/>
          </a:xfrm>
          <a:prstGeom prst="rect">
            <a:avLst/>
          </a:prstGeom>
        </p:spPr>
      </p:pic>
      <p:sp>
        <p:nvSpPr>
          <p:cNvPr id="15" name="TextBox 155"/>
          <p:cNvSpPr txBox="1"/>
          <p:nvPr/>
        </p:nvSpPr>
        <p:spPr>
          <a:xfrm>
            <a:off x="8686800" y="3931920"/>
            <a:ext cx="2606040" cy="566928"/>
          </a:xfrm>
          <a:prstGeom prst="rect">
            <a:avLst/>
          </a:prstGeom>
          <a:noFill/>
        </p:spPr>
        <p:txBody>
          <a:bodyPr wrap="square" lIns="0" tIns="0" rIns="0" bIns="0" rtlCol="0" anchor="ctr">
            <a:noAutofit/>
          </a:bodyPr>
          <a:lstStyle/>
          <a:p>
            <a:pPr algn="l"/>
            <a:r>
              <a:rPr lang="en-US" sz="1300" b="1" i="0">
                <a:solidFill>
                  <a:srgbClr val="013765"/>
                </a:solidFill>
                <a:latin typeface="Calibri"/>
              </a:rPr>
              <a:t>What evidence remains?</a:t>
            </a:r>
          </a:p>
        </p:txBody>
      </p:sp>
      <p:sp>
        <p:nvSpPr>
          <p:cNvPr id="156" name="Rectangle 156"/>
          <p:cNvSpPr/>
          <p:nvPr/>
        </p:nvSpPr>
        <p:spPr>
          <a:xfrm>
            <a:off x="1097280" y="4736592"/>
            <a:ext cx="10287000" cy="548640"/>
          </a:xfrm>
          <a:prstGeom prst="rect">
            <a:avLst/>
          </a:prstGeom>
          <a:solidFill>
            <a:srgbClr val="E8F2FB"/>
          </a:solidFill>
          <a:ln>
            <a:noFill/>
          </a:ln>
          <a:effectLst/>
        </p:spPr>
        <p:txBody>
          <a:bodyPr wrap="square" lIns="91440" tIns="45720" rIns="91440" bIns="45720" rtlCol="0" anchor="ctr">
            <a:noAutofit/>
          </a:bodyPr>
          <a:lstStyle/>
          <a:p>
            <a:endParaRPr lang="en-US"/>
          </a:p>
        </p:txBody>
      </p:sp>
      <p:sp>
        <p:nvSpPr>
          <p:cNvPr id="157" name="TextBox 157"/>
          <p:cNvSpPr txBox="1"/>
          <p:nvPr/>
        </p:nvSpPr>
        <p:spPr>
          <a:xfrm>
            <a:off x="1371600" y="4736592"/>
            <a:ext cx="9738360" cy="548640"/>
          </a:xfrm>
          <a:prstGeom prst="rect">
            <a:avLst/>
          </a:prstGeom>
          <a:noFill/>
        </p:spPr>
        <p:txBody>
          <a:bodyPr wrap="square" lIns="0" tIns="0" rIns="0" bIns="0" rtlCol="0" anchor="ctr">
            <a:noAutofit/>
          </a:bodyPr>
          <a:lstStyle/>
          <a:p>
            <a:pPr algn="l"/>
            <a:r>
              <a:rPr lang="en-US" sz="1000" b="1" i="0" cap="all" spc="150">
                <a:solidFill>
                  <a:srgbClr val="0079CF"/>
                </a:solidFill>
                <a:latin typeface="Calibri"/>
              </a:rPr>
              <a:t>The question   </a:t>
            </a:r>
            <a:r>
              <a:rPr lang="en-US" sz="1600" b="1" i="1">
                <a:solidFill>
                  <a:srgbClr val="013765"/>
                </a:solidFill>
                <a:latin typeface="Calibri"/>
              </a:rPr>
              <a:t>"Can we prove that governance operated when it mattered?"</a:t>
            </a:r>
          </a:p>
        </p:txBody>
      </p:sp>
      <p:sp>
        <p:nvSpPr>
          <p:cNvPr id="158" name="Rectangle 158"/>
          <p:cNvSpPr/>
          <p:nvPr/>
        </p:nvSpPr>
        <p:spPr>
          <a:xfrm>
            <a:off x="1097280" y="5394960"/>
            <a:ext cx="10287000" cy="457200"/>
          </a:xfrm>
          <a:prstGeom prst="rect">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ctr">
            <a:noAutofit/>
          </a:bodyPr>
          <a:lstStyle/>
          <a:p>
            <a:pPr algn="l"/>
            <a:r>
              <a:rPr lang="en-US" sz="1000" b="1" i="0" cap="all" spc="150">
                <a:solidFill>
                  <a:srgbClr val="99D6EA"/>
                </a:solidFill>
                <a:latin typeface="Calibri"/>
              </a:rPr>
              <a:t>Business outcome   </a:t>
            </a:r>
            <a:r>
              <a:rPr lang="en-US" sz="1300" b="1" i="0">
                <a:solidFill>
                  <a:srgbClr val="FFFFFF"/>
                </a:solidFill>
                <a:latin typeface="Calibri"/>
              </a:rPr>
              <a:t>The organization can demonstrate how AI was used and how the associated risks were managed.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What Maria's Day Demonstrated</a:t>
            </a:r>
          </a:p>
        </p:txBody>
      </p:sp>
      <p:sp>
        <p:nvSpPr>
          <p:cNvPr id="101" name="Slide number"/>
          <p:cNvSpPr txBox="1"/>
          <p:nvPr/>
        </p:nvSpPr>
        <p:spPr>
          <a:xfrm>
            <a:off x="10817352" y="6473952"/>
            <a:ext cx="914400" cy="274320"/>
          </a:xfrm>
          <a:prstGeom prst="rect">
            <a:avLst/>
          </a:prstGeom>
          <a:noFill/>
        </p:spPr>
        <p:txBody>
          <a:bodyPr wrap="none">
            <a:spAutoFit/>
          </a:bodyPr>
          <a:lstStyle/>
          <a:p>
            <a:pPr algn="r"/>
            <a:fld id="{B6F15528-21DE-4FAA-801E-634DDDAF4B2B}" type="slidenum">
              <a:rPr lang="en-US" sz="900">
                <a:solidFill>
                  <a:srgbClr val="8C8C8C"/>
                </a:solidFill>
                <a:latin typeface="Calibri"/>
              </a:rPr>
              <a:t>32</a:t>
            </a:fld>
            <a:endParaRPr lang="en-US" sz="900">
              <a:solidFill>
                <a:srgbClr val="8C8C8C"/>
              </a:solidFill>
              <a:latin typeface="Calibri"/>
            </a:endParaRPr>
          </a:p>
        </p:txBody>
      </p:sp>
      <p:sp>
        <p:nvSpPr>
          <p:cNvPr id="102" name="TextBox 102"/>
          <p:cNvSpPr txBox="1"/>
          <p:nvPr/>
        </p:nvSpPr>
        <p:spPr>
          <a:xfrm>
            <a:off x="1014984" y="1106424"/>
            <a:ext cx="10058400" cy="274320"/>
          </a:xfrm>
          <a:prstGeom prst="rect">
            <a:avLst/>
          </a:prstGeom>
          <a:noFill/>
        </p:spPr>
        <p:txBody>
          <a:bodyPr wrap="square" lIns="91440" tIns="45720" rIns="91440" bIns="45720" rtlCol="0" anchor="ctr">
            <a:noAutofit/>
          </a:bodyPr>
          <a:lstStyle/>
          <a:p>
            <a:pPr algn="l"/>
            <a:r>
              <a:rPr lang="en-US" sz="1100" b="1" i="0" cap="all" spc="200">
                <a:solidFill>
                  <a:srgbClr val="262626"/>
                </a:solidFill>
                <a:latin typeface="Calibri"/>
              </a:rPr>
              <a:t>Governance was embedded in the work</a:t>
            </a:r>
          </a:p>
        </p:txBody>
      </p:sp>
      <p:graphicFrame>
        <p:nvGraphicFramePr>
          <p:cNvPr id="103" name="Table 103"/>
          <p:cNvGraphicFramePr>
            <a:graphicFrameLocks noGrp="1"/>
          </p:cNvGraphicFramePr>
          <p:nvPr/>
        </p:nvGraphicFramePr>
        <p:xfrm>
          <a:off x="1097280" y="1463040"/>
          <a:ext cx="4143587" cy="3419856"/>
        </p:xfrm>
        <a:graphic>
          <a:graphicData uri="http://schemas.openxmlformats.org/drawingml/2006/table">
            <a:tbl>
              <a:tblPr firstRow="1">
                <a:tableStyleId>{5C22544A-7EE6-4342-B048-85BDC9FD1C3A}</a:tableStyleId>
              </a:tblPr>
              <a:tblGrid>
                <a:gridCol w="1903811">
                  <a:extLst>
                    <a:ext uri="{9D8B030D-6E8A-4147-A177-3AD203B41FA5}">
                      <a16:colId xmlns:a16="http://schemas.microsoft.com/office/drawing/2014/main" val="20000"/>
                    </a:ext>
                  </a:extLst>
                </a:gridCol>
                <a:gridCol w="2239776">
                  <a:extLst>
                    <a:ext uri="{9D8B030D-6E8A-4147-A177-3AD203B41FA5}">
                      <a16:colId xmlns:a16="http://schemas.microsoft.com/office/drawing/2014/main" val="95862259"/>
                    </a:ext>
                  </a:extLst>
                </a:gridCol>
              </a:tblGrid>
              <a:tr h="310896">
                <a:tc>
                  <a:txBody>
                    <a:bodyPr/>
                    <a:lstStyle/>
                    <a:p>
                      <a:pPr algn="l"/>
                      <a:r>
                        <a:rPr lang="en-US" sz="1200" b="1" i="0">
                          <a:solidFill>
                            <a:srgbClr val="FFFFFF"/>
                          </a:solidFill>
                          <a:latin typeface="Calibri"/>
                        </a:rPr>
                        <a:t>Maria's Activity</a:t>
                      </a:r>
                    </a:p>
                  </a:txBody>
                  <a:tcPr marL="109728" marR="109728" marT="27432" marB="27432" anchor="ctr">
                    <a:solidFill>
                      <a:srgbClr val="013765"/>
                    </a:solidFill>
                  </a:tcPr>
                </a:tc>
                <a:tc>
                  <a:txBody>
                    <a:bodyPr/>
                    <a:lstStyle/>
                    <a:p>
                      <a:pPr algn="l"/>
                      <a:r>
                        <a:rPr lang="en-US" sz="1200" b="1" i="0">
                          <a:solidFill>
                            <a:srgbClr val="FFFFFF"/>
                          </a:solidFill>
                          <a:latin typeface="Calibri"/>
                        </a:rPr>
                        <a:t>What Maria Experiences</a:t>
                      </a:r>
                    </a:p>
                  </a:txBody>
                  <a:tcPr marL="109728" marR="109728" marT="27432" marB="27432" anchor="ctr">
                    <a:solidFill>
                      <a:srgbClr val="013765"/>
                    </a:solidFill>
                  </a:tcPr>
                </a:tc>
                <a:extLst>
                  <a:ext uri="{0D108BD9-81ED-4DB2-BD59-A6C34878D82A}">
                    <a16:rowId xmlns:a16="http://schemas.microsoft.com/office/drawing/2014/main" val="10000"/>
                  </a:ext>
                </a:extLst>
              </a:tr>
              <a:tr h="310896">
                <a:tc>
                  <a:txBody>
                    <a:bodyPr/>
                    <a:lstStyle/>
                    <a:p>
                      <a:pPr algn="l"/>
                      <a:r>
                        <a:rPr lang="en-US" sz="1150" b="1" i="0">
                          <a:solidFill>
                            <a:srgbClr val="013765"/>
                          </a:solidFill>
                          <a:latin typeface="Calibri"/>
                        </a:rPr>
                        <a:t>Start work</a:t>
                      </a:r>
                    </a:p>
                  </a:txBody>
                  <a:tcPr marL="109728" marR="109728" marT="27432" marB="27432" anchor="ctr">
                    <a:solidFill>
                      <a:srgbClr val="FFFFFF"/>
                    </a:solidFill>
                  </a:tcPr>
                </a:tc>
                <a:tc>
                  <a:txBody>
                    <a:bodyPr/>
                    <a:lstStyle/>
                    <a:p>
                      <a:pPr algn="l"/>
                      <a:r>
                        <a:rPr lang="en-US" sz="1150" b="1" i="0">
                          <a:solidFill>
                            <a:srgbClr val="0079CF"/>
                          </a:solidFill>
                          <a:latin typeface="Calibri"/>
                        </a:rPr>
                        <a:t>Appropriate access</a:t>
                      </a:r>
                    </a:p>
                  </a:txBody>
                  <a:tcPr marL="109728" marR="109728" marT="27432" marB="27432" anchor="ctr">
                    <a:solidFill>
                      <a:srgbClr val="FFFFFF"/>
                    </a:solidFill>
                  </a:tcPr>
                </a:tc>
                <a:extLst>
                  <a:ext uri="{0D108BD9-81ED-4DB2-BD59-A6C34878D82A}">
                    <a16:rowId xmlns:a16="http://schemas.microsoft.com/office/drawing/2014/main" val="10001"/>
                  </a:ext>
                </a:extLst>
              </a:tr>
              <a:tr h="310896">
                <a:tc>
                  <a:txBody>
                    <a:bodyPr/>
                    <a:lstStyle/>
                    <a:p>
                      <a:pPr algn="l"/>
                      <a:r>
                        <a:rPr lang="en-US" sz="1150" b="1" i="0">
                          <a:solidFill>
                            <a:srgbClr val="013765"/>
                          </a:solidFill>
                          <a:latin typeface="Calibri"/>
                        </a:rPr>
                        <a:t>Review contract</a:t>
                      </a:r>
                    </a:p>
                  </a:txBody>
                  <a:tcPr marL="109728" marR="109728" marT="27432" marB="27432" anchor="ctr">
                    <a:solidFill>
                      <a:srgbClr val="F3F6FA"/>
                    </a:solidFill>
                  </a:tcPr>
                </a:tc>
                <a:tc>
                  <a:txBody>
                    <a:bodyPr/>
                    <a:lstStyle/>
                    <a:p>
                      <a:pPr algn="l"/>
                      <a:r>
                        <a:rPr lang="en-US" sz="1150" b="1" i="0">
                          <a:solidFill>
                            <a:srgbClr val="0079CF"/>
                          </a:solidFill>
                          <a:latin typeface="Calibri"/>
                        </a:rPr>
                        <a:t>Relevant assistance</a:t>
                      </a:r>
                    </a:p>
                  </a:txBody>
                  <a:tcPr marL="109728" marR="109728" marT="27432" marB="27432" anchor="ctr">
                    <a:solidFill>
                      <a:srgbClr val="F3F6FA"/>
                    </a:solidFill>
                  </a:tcPr>
                </a:tc>
                <a:extLst>
                  <a:ext uri="{0D108BD9-81ED-4DB2-BD59-A6C34878D82A}">
                    <a16:rowId xmlns:a16="http://schemas.microsoft.com/office/drawing/2014/main" val="10002"/>
                  </a:ext>
                </a:extLst>
              </a:tr>
              <a:tr h="310896">
                <a:tc>
                  <a:txBody>
                    <a:bodyPr/>
                    <a:lstStyle/>
                    <a:p>
                      <a:pPr algn="l"/>
                      <a:r>
                        <a:rPr lang="en-US" sz="1150" b="1" i="0">
                          <a:solidFill>
                            <a:srgbClr val="013765"/>
                          </a:solidFill>
                          <a:latin typeface="Calibri"/>
                        </a:rPr>
                        <a:t>Find information</a:t>
                      </a:r>
                    </a:p>
                  </a:txBody>
                  <a:tcPr marL="109728" marR="109728" marT="27432" marB="27432" anchor="ctr">
                    <a:solidFill>
                      <a:srgbClr val="FFFFFF"/>
                    </a:solidFill>
                  </a:tcPr>
                </a:tc>
                <a:tc>
                  <a:txBody>
                    <a:bodyPr/>
                    <a:lstStyle/>
                    <a:p>
                      <a:pPr algn="l"/>
                      <a:r>
                        <a:rPr lang="en-US" sz="1150" b="1" i="0">
                          <a:solidFill>
                            <a:srgbClr val="0079CF"/>
                          </a:solidFill>
                          <a:latin typeface="Calibri"/>
                        </a:rPr>
                        <a:t>Relevant information</a:t>
                      </a:r>
                    </a:p>
                  </a:txBody>
                  <a:tcPr marL="109728" marR="109728" marT="27432" marB="27432" anchor="ctr">
                    <a:solidFill>
                      <a:srgbClr val="FFFFFF"/>
                    </a:solidFill>
                  </a:tcPr>
                </a:tc>
                <a:extLst>
                  <a:ext uri="{0D108BD9-81ED-4DB2-BD59-A6C34878D82A}">
                    <a16:rowId xmlns:a16="http://schemas.microsoft.com/office/drawing/2014/main" val="10003"/>
                  </a:ext>
                </a:extLst>
              </a:tr>
              <a:tr h="310896">
                <a:tc>
                  <a:txBody>
                    <a:bodyPr/>
                    <a:lstStyle/>
                    <a:p>
                      <a:pPr algn="l"/>
                      <a:r>
                        <a:rPr lang="en-US" sz="1150" b="1" i="0">
                          <a:solidFill>
                            <a:srgbClr val="013765"/>
                          </a:solidFill>
                          <a:latin typeface="Calibri"/>
                        </a:rPr>
                        <a:t>Work with sensitive data</a:t>
                      </a:r>
                    </a:p>
                  </a:txBody>
                  <a:tcPr marL="109728" marR="109728" marT="27432" marB="27432" anchor="ctr">
                    <a:solidFill>
                      <a:srgbClr val="F3F6FA"/>
                    </a:solidFill>
                  </a:tcPr>
                </a:tc>
                <a:tc>
                  <a:txBody>
                    <a:bodyPr/>
                    <a:lstStyle/>
                    <a:p>
                      <a:pPr algn="l"/>
                      <a:r>
                        <a:rPr lang="en-US" sz="1150" b="1" i="0">
                          <a:solidFill>
                            <a:srgbClr val="0079CF"/>
                          </a:solidFill>
                          <a:latin typeface="Calibri"/>
                        </a:rPr>
                        <a:t>Appropriate safeguards</a:t>
                      </a:r>
                    </a:p>
                  </a:txBody>
                  <a:tcPr marL="109728" marR="109728" marT="27432" marB="27432" anchor="ctr">
                    <a:solidFill>
                      <a:srgbClr val="F3F6FA"/>
                    </a:solidFill>
                  </a:tcPr>
                </a:tc>
                <a:extLst>
                  <a:ext uri="{0D108BD9-81ED-4DB2-BD59-A6C34878D82A}">
                    <a16:rowId xmlns:a16="http://schemas.microsoft.com/office/drawing/2014/main" val="10004"/>
                  </a:ext>
                </a:extLst>
              </a:tr>
              <a:tr h="310896">
                <a:tc>
                  <a:txBody>
                    <a:bodyPr/>
                    <a:lstStyle/>
                    <a:p>
                      <a:pPr algn="l"/>
                      <a:r>
                        <a:rPr lang="en-US" sz="1150" b="1" i="0">
                          <a:solidFill>
                            <a:srgbClr val="013765"/>
                          </a:solidFill>
                          <a:latin typeface="Calibri"/>
                        </a:rPr>
                        <a:t>Use only what is needed</a:t>
                      </a:r>
                    </a:p>
                  </a:txBody>
                  <a:tcPr marL="109728" marR="109728" marT="27432" marB="27432" anchor="ctr">
                    <a:solidFill>
                      <a:srgbClr val="FFFFFF"/>
                    </a:solidFill>
                  </a:tcPr>
                </a:tc>
                <a:tc>
                  <a:txBody>
                    <a:bodyPr/>
                    <a:lstStyle/>
                    <a:p>
                      <a:pPr algn="l"/>
                      <a:r>
                        <a:rPr lang="en-US" sz="1150" b="1" i="0">
                          <a:solidFill>
                            <a:srgbClr val="0079CF"/>
                          </a:solidFill>
                          <a:latin typeface="Calibri"/>
                        </a:rPr>
                        <a:t>Focused information</a:t>
                      </a:r>
                    </a:p>
                  </a:txBody>
                  <a:tcPr marL="109728" marR="109728" marT="27432" marB="27432" anchor="ctr">
                    <a:solidFill>
                      <a:srgbClr val="FFFFFF"/>
                    </a:solidFill>
                  </a:tcPr>
                </a:tc>
                <a:extLst>
                  <a:ext uri="{0D108BD9-81ED-4DB2-BD59-A6C34878D82A}">
                    <a16:rowId xmlns:a16="http://schemas.microsoft.com/office/drawing/2014/main" val="10005"/>
                  </a:ext>
                </a:extLst>
              </a:tr>
              <a:tr h="310896">
                <a:tc>
                  <a:txBody>
                    <a:bodyPr/>
                    <a:lstStyle/>
                    <a:p>
                      <a:pPr algn="l"/>
                      <a:r>
                        <a:rPr lang="en-US" sz="1150" b="1" i="0">
                          <a:solidFill>
                            <a:srgbClr val="013765"/>
                          </a:solidFill>
                          <a:latin typeface="Calibri"/>
                        </a:rPr>
                        <a:t>Prepare response</a:t>
                      </a:r>
                    </a:p>
                  </a:txBody>
                  <a:tcPr marL="109728" marR="109728" marT="27432" marB="27432" anchor="ctr">
                    <a:solidFill>
                      <a:srgbClr val="F3F6FA"/>
                    </a:solidFill>
                  </a:tcPr>
                </a:tc>
                <a:tc>
                  <a:txBody>
                    <a:bodyPr/>
                    <a:lstStyle/>
                    <a:p>
                      <a:pPr algn="l"/>
                      <a:r>
                        <a:rPr lang="en-US" sz="1150" b="1" i="0">
                          <a:solidFill>
                            <a:srgbClr val="0079CF"/>
                          </a:solidFill>
                          <a:latin typeface="Calibri"/>
                        </a:rPr>
                        <a:t>AI-assisted drafting</a:t>
                      </a:r>
                    </a:p>
                  </a:txBody>
                  <a:tcPr marL="109728" marR="109728" marT="27432" marB="27432" anchor="ctr">
                    <a:solidFill>
                      <a:srgbClr val="F3F6FA"/>
                    </a:solidFill>
                  </a:tcPr>
                </a:tc>
                <a:extLst>
                  <a:ext uri="{0D108BD9-81ED-4DB2-BD59-A6C34878D82A}">
                    <a16:rowId xmlns:a16="http://schemas.microsoft.com/office/drawing/2014/main" val="10006"/>
                  </a:ext>
                </a:extLst>
              </a:tr>
              <a:tr h="310896">
                <a:tc>
                  <a:txBody>
                    <a:bodyPr/>
                    <a:lstStyle/>
                    <a:p>
                      <a:pPr algn="l"/>
                      <a:r>
                        <a:rPr lang="en-US" sz="1150" b="1" i="0">
                          <a:solidFill>
                            <a:srgbClr val="013765"/>
                          </a:solidFill>
                          <a:latin typeface="Calibri"/>
                        </a:rPr>
                        <a:t>Request outside role</a:t>
                      </a:r>
                    </a:p>
                  </a:txBody>
                  <a:tcPr marL="109728" marR="109728" marT="27432" marB="27432" anchor="ctr">
                    <a:solidFill>
                      <a:srgbClr val="FFFFFF"/>
                    </a:solidFill>
                  </a:tcPr>
                </a:tc>
                <a:tc>
                  <a:txBody>
                    <a:bodyPr/>
                    <a:lstStyle/>
                    <a:p>
                      <a:pPr algn="l"/>
                      <a:r>
                        <a:rPr lang="en-US" sz="1150" b="1" i="0">
                          <a:solidFill>
                            <a:srgbClr val="0079CF"/>
                          </a:solidFill>
                          <a:latin typeface="Calibri"/>
                        </a:rPr>
                        <a:t>Request restricted</a:t>
                      </a:r>
                    </a:p>
                  </a:txBody>
                  <a:tcPr marL="109728" marR="109728" marT="27432" marB="27432" anchor="ctr">
                    <a:solidFill>
                      <a:srgbClr val="FFFFFF"/>
                    </a:solidFill>
                  </a:tcPr>
                </a:tc>
                <a:extLst>
                  <a:ext uri="{0D108BD9-81ED-4DB2-BD59-A6C34878D82A}">
                    <a16:rowId xmlns:a16="http://schemas.microsoft.com/office/drawing/2014/main" val="10007"/>
                  </a:ext>
                </a:extLst>
              </a:tr>
              <a:tr h="310896">
                <a:tc>
                  <a:txBody>
                    <a:bodyPr/>
                    <a:lstStyle/>
                    <a:p>
                      <a:pPr algn="l"/>
                      <a:r>
                        <a:rPr lang="en-US" sz="1150" b="1" i="0">
                          <a:solidFill>
                            <a:srgbClr val="013765"/>
                          </a:solidFill>
                          <a:latin typeface="Calibri"/>
                        </a:rPr>
                        <a:t>Share information</a:t>
                      </a:r>
                    </a:p>
                  </a:txBody>
                  <a:tcPr marL="109728" marR="109728" marT="27432" marB="27432" anchor="ctr">
                    <a:solidFill>
                      <a:srgbClr val="F3F6FA"/>
                    </a:solidFill>
                  </a:tcPr>
                </a:tc>
                <a:tc>
                  <a:txBody>
                    <a:bodyPr/>
                    <a:lstStyle/>
                    <a:p>
                      <a:pPr algn="l"/>
                      <a:r>
                        <a:rPr lang="en-US" sz="1150" b="1" i="0">
                          <a:solidFill>
                            <a:srgbClr val="0079CF"/>
                          </a:solidFill>
                          <a:latin typeface="Calibri"/>
                        </a:rPr>
                        <a:t>Appropriate sharing</a:t>
                      </a:r>
                    </a:p>
                  </a:txBody>
                  <a:tcPr marL="109728" marR="109728" marT="27432" marB="27432" anchor="ctr">
                    <a:solidFill>
                      <a:srgbClr val="F3F6FA"/>
                    </a:solidFill>
                  </a:tcPr>
                </a:tc>
                <a:extLst>
                  <a:ext uri="{0D108BD9-81ED-4DB2-BD59-A6C34878D82A}">
                    <a16:rowId xmlns:a16="http://schemas.microsoft.com/office/drawing/2014/main" val="10008"/>
                  </a:ext>
                </a:extLst>
              </a:tr>
              <a:tr h="310896">
                <a:tc>
                  <a:txBody>
                    <a:bodyPr/>
                    <a:lstStyle/>
                    <a:p>
                      <a:pPr algn="l"/>
                      <a:r>
                        <a:rPr lang="en-US" sz="1150" b="1" i="0">
                          <a:solidFill>
                            <a:srgbClr val="013765"/>
                          </a:solidFill>
                          <a:latin typeface="Calibri"/>
                        </a:rPr>
                        <a:t>Make legal decision</a:t>
                      </a:r>
                    </a:p>
                  </a:txBody>
                  <a:tcPr marL="109728" marR="109728" marT="27432" marB="27432" anchor="ctr">
                    <a:solidFill>
                      <a:srgbClr val="FFFFFF"/>
                    </a:solidFill>
                  </a:tcPr>
                </a:tc>
                <a:tc>
                  <a:txBody>
                    <a:bodyPr/>
                    <a:lstStyle/>
                    <a:p>
                      <a:pPr algn="l"/>
                      <a:r>
                        <a:rPr lang="en-US" sz="1150" b="1" i="0">
                          <a:solidFill>
                            <a:srgbClr val="0079CF"/>
                          </a:solidFill>
                          <a:latin typeface="Calibri"/>
                        </a:rPr>
                        <a:t>Professional review</a:t>
                      </a:r>
                    </a:p>
                  </a:txBody>
                  <a:tcPr marL="109728" marR="109728" marT="27432" marB="27432" anchor="ctr">
                    <a:solidFill>
                      <a:srgbClr val="FFFFFF"/>
                    </a:solidFill>
                  </a:tcPr>
                </a:tc>
                <a:extLst>
                  <a:ext uri="{0D108BD9-81ED-4DB2-BD59-A6C34878D82A}">
                    <a16:rowId xmlns:a16="http://schemas.microsoft.com/office/drawing/2014/main" val="10009"/>
                  </a:ext>
                </a:extLst>
              </a:tr>
              <a:tr h="310896">
                <a:tc>
                  <a:txBody>
                    <a:bodyPr/>
                    <a:lstStyle/>
                    <a:p>
                      <a:pPr algn="l"/>
                      <a:r>
                        <a:rPr lang="en-US" sz="1150" b="1" i="0">
                          <a:solidFill>
                            <a:srgbClr val="013765"/>
                          </a:solidFill>
                          <a:latin typeface="Calibri"/>
                        </a:rPr>
                        <a:t>End the day</a:t>
                      </a:r>
                    </a:p>
                  </a:txBody>
                  <a:tcPr marL="109728" marR="109728" marT="27432" marB="27432" anchor="ctr">
                    <a:solidFill>
                      <a:srgbClr val="F3F6FA"/>
                    </a:solidFill>
                  </a:tcPr>
                </a:tc>
                <a:tc>
                  <a:txBody>
                    <a:bodyPr/>
                    <a:lstStyle/>
                    <a:p>
                      <a:pPr algn="l"/>
                      <a:r>
                        <a:rPr lang="en-US" sz="1150" b="1" i="0">
                          <a:solidFill>
                            <a:srgbClr val="0079CF"/>
                          </a:solidFill>
                          <a:latin typeface="Calibri"/>
                        </a:rPr>
                        <a:t>Governable activity</a:t>
                      </a:r>
                    </a:p>
                  </a:txBody>
                  <a:tcPr marL="109728" marR="109728" marT="27432" marB="27432" anchor="ctr">
                    <a:solidFill>
                      <a:srgbClr val="F3F6FA"/>
                    </a:solidFill>
                  </a:tcPr>
                </a:tc>
                <a:extLst>
                  <a:ext uri="{0D108BD9-81ED-4DB2-BD59-A6C34878D82A}">
                    <a16:rowId xmlns:a16="http://schemas.microsoft.com/office/drawing/2014/main" val="10010"/>
                  </a:ext>
                </a:extLst>
              </a:tr>
            </a:tbl>
          </a:graphicData>
        </a:graphic>
      </p:graphicFrame>
      <p:sp>
        <p:nvSpPr>
          <p:cNvPr id="104" name="Rectangle 104"/>
          <p:cNvSpPr/>
          <p:nvPr/>
        </p:nvSpPr>
        <p:spPr>
          <a:xfrm>
            <a:off x="1097280" y="5029200"/>
            <a:ext cx="10287000" cy="914400"/>
          </a:xfrm>
          <a:prstGeom prst="rect">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ctr">
            <a:noAutofit/>
          </a:bodyPr>
          <a:lstStyle/>
          <a:p>
            <a:pPr algn="l"/>
            <a:r>
              <a:rPr lang="en-US" sz="1000" b="1" i="0" cap="all" spc="150">
                <a:solidFill>
                  <a:srgbClr val="99D6EA"/>
                </a:solidFill>
                <a:latin typeface="Calibri"/>
              </a:rPr>
              <a:t>The important point</a:t>
            </a:r>
          </a:p>
          <a:p>
            <a:pPr algn="l">
              <a:spcBef>
                <a:spcPts val="400"/>
              </a:spcBef>
            </a:pPr>
            <a:r>
              <a:rPr lang="en-US" sz="1500" b="1" i="0">
                <a:solidFill>
                  <a:srgbClr val="FFFFFF"/>
                </a:solidFill>
                <a:latin typeface="Calibri"/>
              </a:rPr>
              <a:t>Governance was transparent to Maria.</a:t>
            </a:r>
            <a:r>
              <a:rPr lang="en-US" sz="1500" b="0" i="1">
                <a:solidFill>
                  <a:srgbClr val="FFFFFF"/>
                </a:solidFill>
                <a:latin typeface="Calibri"/>
              </a:rPr>
              <a:t>   She performed her job.   </a:t>
            </a:r>
            <a:r>
              <a:rPr lang="en-US" sz="1500" b="1" i="0">
                <a:solidFill>
                  <a:srgbClr val="FFFFFF"/>
                </a:solidFill>
                <a:latin typeface="Calibri"/>
              </a:rPr>
              <a:t>Governance operated through the job.</a:t>
            </a:r>
          </a:p>
        </p:txBody>
      </p:sp>
      <p:graphicFrame>
        <p:nvGraphicFramePr>
          <p:cNvPr id="3" name="Table 2">
            <a:extLst>
              <a:ext uri="{FF2B5EF4-FFF2-40B4-BE49-F238E27FC236}">
                <a16:creationId xmlns:a16="http://schemas.microsoft.com/office/drawing/2014/main" id="{DE9F3922-1D3F-B372-7CC7-DD14DACACE35}"/>
              </a:ext>
            </a:extLst>
          </p:cNvPr>
          <p:cNvGraphicFramePr>
            <a:graphicFrameLocks noGrp="1"/>
          </p:cNvGraphicFramePr>
          <p:nvPr/>
        </p:nvGraphicFramePr>
        <p:xfrm>
          <a:off x="6197600" y="1463040"/>
          <a:ext cx="5341256" cy="3419856"/>
        </p:xfrm>
        <a:graphic>
          <a:graphicData uri="http://schemas.openxmlformats.org/drawingml/2006/table">
            <a:tbl>
              <a:tblPr firstRow="1">
                <a:tableStyleId>{5C22544A-7EE6-4342-B048-85BDC9FD1C3A}</a:tableStyleId>
              </a:tblPr>
              <a:tblGrid>
                <a:gridCol w="2670628">
                  <a:extLst>
                    <a:ext uri="{9D8B030D-6E8A-4147-A177-3AD203B41FA5}">
                      <a16:colId xmlns:a16="http://schemas.microsoft.com/office/drawing/2014/main" val="3119051328"/>
                    </a:ext>
                  </a:extLst>
                </a:gridCol>
                <a:gridCol w="2670628">
                  <a:extLst>
                    <a:ext uri="{9D8B030D-6E8A-4147-A177-3AD203B41FA5}">
                      <a16:colId xmlns:a16="http://schemas.microsoft.com/office/drawing/2014/main" val="78650641"/>
                    </a:ext>
                  </a:extLst>
                </a:gridCol>
              </a:tblGrid>
              <a:tr h="310896">
                <a:tc>
                  <a:txBody>
                    <a:bodyPr/>
                    <a:lstStyle/>
                    <a:p>
                      <a:pPr algn="l"/>
                      <a:r>
                        <a:rPr lang="en-US" sz="1200" b="1" i="0">
                          <a:solidFill>
                            <a:srgbClr val="FFFFFF"/>
                          </a:solidFill>
                          <a:latin typeface="Calibri"/>
                        </a:rPr>
                        <a:t>What Could Go Wrong</a:t>
                      </a:r>
                    </a:p>
                  </a:txBody>
                  <a:tcPr marL="109728" marR="109728" marT="27432" marB="27432" anchor="ctr">
                    <a:solidFill>
                      <a:srgbClr val="013765"/>
                    </a:solidFill>
                  </a:tcPr>
                </a:tc>
                <a:tc>
                  <a:txBody>
                    <a:bodyPr/>
                    <a:lstStyle/>
                    <a:p>
                      <a:pPr algn="l"/>
                      <a:r>
                        <a:rPr lang="en-US" sz="1200" b="1" i="0">
                          <a:solidFill>
                            <a:srgbClr val="FFFFFF"/>
                          </a:solidFill>
                          <a:latin typeface="Calibri"/>
                        </a:rPr>
                        <a:t>Control Requirements</a:t>
                      </a:r>
                    </a:p>
                  </a:txBody>
                  <a:tcPr marL="109728" marR="109728" marT="27432" marB="27432" anchor="ctr">
                    <a:solidFill>
                      <a:srgbClr val="013765"/>
                    </a:solidFill>
                  </a:tcPr>
                </a:tc>
                <a:extLst>
                  <a:ext uri="{0D108BD9-81ED-4DB2-BD59-A6C34878D82A}">
                    <a16:rowId xmlns:a16="http://schemas.microsoft.com/office/drawing/2014/main" val="4135064067"/>
                  </a:ext>
                </a:extLst>
              </a:tr>
              <a:tr h="310896">
                <a:tc>
                  <a:txBody>
                    <a:bodyPr/>
                    <a:lstStyle/>
                    <a:p>
                      <a:pPr algn="l"/>
                      <a:r>
                        <a:rPr lang="en-US" sz="1150" b="0" i="0">
                          <a:solidFill>
                            <a:srgbClr val="595959"/>
                          </a:solidFill>
                          <a:latin typeface="Calibri"/>
                        </a:rPr>
                        <a:t>Wrong person gains access</a:t>
                      </a:r>
                    </a:p>
                  </a:txBody>
                  <a:tcPr marL="109728" marR="109728" marT="27432" marB="27432" anchor="ctr">
                    <a:solidFill>
                      <a:srgbClr val="FFFFFF"/>
                    </a:solidFill>
                  </a:tcPr>
                </a:tc>
                <a:tc>
                  <a:txBody>
                    <a:bodyPr/>
                    <a:lstStyle/>
                    <a:p>
                      <a:pPr algn="l"/>
                      <a:r>
                        <a:rPr lang="en-US" sz="1150" b="0" i="0">
                          <a:solidFill>
                            <a:srgbClr val="262626"/>
                          </a:solidFill>
                          <a:latin typeface="Calibri"/>
                        </a:rPr>
                        <a:t>Identity &amp; access requirements</a:t>
                      </a:r>
                    </a:p>
                  </a:txBody>
                  <a:tcPr marL="109728" marR="109728" marT="27432" marB="27432" anchor="ctr">
                    <a:solidFill>
                      <a:srgbClr val="FFFFFF"/>
                    </a:solidFill>
                  </a:tcPr>
                </a:tc>
                <a:extLst>
                  <a:ext uri="{0D108BD9-81ED-4DB2-BD59-A6C34878D82A}">
                    <a16:rowId xmlns:a16="http://schemas.microsoft.com/office/drawing/2014/main" val="164271921"/>
                  </a:ext>
                </a:extLst>
              </a:tr>
              <a:tr h="310896">
                <a:tc>
                  <a:txBody>
                    <a:bodyPr/>
                    <a:lstStyle/>
                    <a:p>
                      <a:pPr algn="l"/>
                      <a:r>
                        <a:rPr lang="en-US" sz="1150" b="0" i="0">
                          <a:solidFill>
                            <a:srgbClr val="595959"/>
                          </a:solidFill>
                          <a:latin typeface="Calibri"/>
                        </a:rPr>
                        <a:t>Unrelated information exposed</a:t>
                      </a:r>
                    </a:p>
                  </a:txBody>
                  <a:tcPr marL="109728" marR="109728" marT="27432" marB="27432" anchor="ctr">
                    <a:solidFill>
                      <a:srgbClr val="F3F6FA"/>
                    </a:solidFill>
                  </a:tcPr>
                </a:tc>
                <a:tc>
                  <a:txBody>
                    <a:bodyPr/>
                    <a:lstStyle/>
                    <a:p>
                      <a:pPr algn="l"/>
                      <a:r>
                        <a:rPr lang="en-US" sz="1150" b="0" i="0">
                          <a:solidFill>
                            <a:srgbClr val="262626"/>
                          </a:solidFill>
                          <a:latin typeface="Calibri"/>
                        </a:rPr>
                        <a:t>Authorized use</a:t>
                      </a:r>
                    </a:p>
                  </a:txBody>
                  <a:tcPr marL="109728" marR="109728" marT="27432" marB="27432" anchor="ctr">
                    <a:solidFill>
                      <a:srgbClr val="F3F6FA"/>
                    </a:solidFill>
                  </a:tcPr>
                </a:tc>
                <a:extLst>
                  <a:ext uri="{0D108BD9-81ED-4DB2-BD59-A6C34878D82A}">
                    <a16:rowId xmlns:a16="http://schemas.microsoft.com/office/drawing/2014/main" val="1716164757"/>
                  </a:ext>
                </a:extLst>
              </a:tr>
              <a:tr h="310896">
                <a:tc>
                  <a:txBody>
                    <a:bodyPr/>
                    <a:lstStyle/>
                    <a:p>
                      <a:pPr algn="l"/>
                      <a:r>
                        <a:rPr lang="en-US" sz="1150" b="0" i="0">
                          <a:solidFill>
                            <a:srgbClr val="595959"/>
                          </a:solidFill>
                          <a:latin typeface="Calibri"/>
                        </a:rPr>
                        <a:t>Information outside role retrieved</a:t>
                      </a:r>
                    </a:p>
                  </a:txBody>
                  <a:tcPr marL="109728" marR="109728" marT="27432" marB="27432" anchor="ctr">
                    <a:solidFill>
                      <a:srgbClr val="FFFFFF"/>
                    </a:solidFill>
                  </a:tcPr>
                </a:tc>
                <a:tc>
                  <a:txBody>
                    <a:bodyPr/>
                    <a:lstStyle/>
                    <a:p>
                      <a:pPr algn="l"/>
                      <a:r>
                        <a:rPr lang="en-US" sz="1150" b="0" i="0">
                          <a:solidFill>
                            <a:srgbClr val="262626"/>
                          </a:solidFill>
                          <a:latin typeface="Calibri"/>
                        </a:rPr>
                        <a:t>Information access boundaries</a:t>
                      </a:r>
                    </a:p>
                  </a:txBody>
                  <a:tcPr marL="109728" marR="109728" marT="27432" marB="27432" anchor="ctr">
                    <a:solidFill>
                      <a:srgbClr val="FFFFFF"/>
                    </a:solidFill>
                  </a:tcPr>
                </a:tc>
                <a:extLst>
                  <a:ext uri="{0D108BD9-81ED-4DB2-BD59-A6C34878D82A}">
                    <a16:rowId xmlns:a16="http://schemas.microsoft.com/office/drawing/2014/main" val="2442235006"/>
                  </a:ext>
                </a:extLst>
              </a:tr>
              <a:tr h="310896">
                <a:tc>
                  <a:txBody>
                    <a:bodyPr/>
                    <a:lstStyle/>
                    <a:p>
                      <a:pPr algn="l"/>
                      <a:r>
                        <a:rPr lang="en-US" sz="1150" b="0" i="0">
                          <a:solidFill>
                            <a:srgbClr val="595959"/>
                          </a:solidFill>
                          <a:latin typeface="Calibri"/>
                        </a:rPr>
                        <a:t>Inappropriate handling</a:t>
                      </a:r>
                    </a:p>
                  </a:txBody>
                  <a:tcPr marL="109728" marR="109728" marT="27432" marB="27432" anchor="ctr">
                    <a:solidFill>
                      <a:srgbClr val="F3F6FA"/>
                    </a:solidFill>
                  </a:tcPr>
                </a:tc>
                <a:tc>
                  <a:txBody>
                    <a:bodyPr/>
                    <a:lstStyle/>
                    <a:p>
                      <a:pPr algn="l"/>
                      <a:r>
                        <a:rPr lang="en-US" sz="1150" b="0" i="0">
                          <a:solidFill>
                            <a:srgbClr val="262626"/>
                          </a:solidFill>
                          <a:latin typeface="Calibri"/>
                        </a:rPr>
                        <a:t>Protection requirements</a:t>
                      </a:r>
                    </a:p>
                  </a:txBody>
                  <a:tcPr marL="109728" marR="109728" marT="27432" marB="27432" anchor="ctr">
                    <a:solidFill>
                      <a:srgbClr val="F3F6FA"/>
                    </a:solidFill>
                  </a:tcPr>
                </a:tc>
                <a:extLst>
                  <a:ext uri="{0D108BD9-81ED-4DB2-BD59-A6C34878D82A}">
                    <a16:rowId xmlns:a16="http://schemas.microsoft.com/office/drawing/2014/main" val="1470404923"/>
                  </a:ext>
                </a:extLst>
              </a:tr>
              <a:tr h="310896">
                <a:tc>
                  <a:txBody>
                    <a:bodyPr/>
                    <a:lstStyle/>
                    <a:p>
                      <a:pPr algn="l"/>
                      <a:r>
                        <a:rPr lang="en-US" sz="1150" b="0" i="0">
                          <a:solidFill>
                            <a:srgbClr val="595959"/>
                          </a:solidFill>
                          <a:latin typeface="Calibri"/>
                        </a:rPr>
                        <a:t>Unnecessary information exposed</a:t>
                      </a:r>
                    </a:p>
                  </a:txBody>
                  <a:tcPr marL="109728" marR="109728" marT="27432" marB="27432" anchor="ctr">
                    <a:solidFill>
                      <a:srgbClr val="FFFFFF"/>
                    </a:solidFill>
                  </a:tcPr>
                </a:tc>
                <a:tc>
                  <a:txBody>
                    <a:bodyPr/>
                    <a:lstStyle/>
                    <a:p>
                      <a:pPr algn="l"/>
                      <a:r>
                        <a:rPr lang="en-US" sz="1150" b="0" i="0">
                          <a:solidFill>
                            <a:srgbClr val="262626"/>
                          </a:solidFill>
                          <a:latin typeface="Calibri"/>
                        </a:rPr>
                        <a:t>Purpose-based use</a:t>
                      </a:r>
                    </a:p>
                  </a:txBody>
                  <a:tcPr marL="109728" marR="109728" marT="27432" marB="27432" anchor="ctr">
                    <a:solidFill>
                      <a:srgbClr val="FFFFFF"/>
                    </a:solidFill>
                  </a:tcPr>
                </a:tc>
                <a:extLst>
                  <a:ext uri="{0D108BD9-81ED-4DB2-BD59-A6C34878D82A}">
                    <a16:rowId xmlns:a16="http://schemas.microsoft.com/office/drawing/2014/main" val="1143269701"/>
                  </a:ext>
                </a:extLst>
              </a:tr>
              <a:tr h="310896">
                <a:tc>
                  <a:txBody>
                    <a:bodyPr/>
                    <a:lstStyle/>
                    <a:p>
                      <a:pPr algn="l"/>
                      <a:r>
                        <a:rPr lang="en-US" sz="1150" b="0" i="0">
                          <a:solidFill>
                            <a:srgbClr val="595959"/>
                          </a:solidFill>
                          <a:latin typeface="Calibri"/>
                        </a:rPr>
                        <a:t>Incorrect AI-generated content</a:t>
                      </a:r>
                    </a:p>
                  </a:txBody>
                  <a:tcPr marL="109728" marR="109728" marT="27432" marB="27432" anchor="ctr">
                    <a:solidFill>
                      <a:srgbClr val="F3F6FA"/>
                    </a:solidFill>
                  </a:tcPr>
                </a:tc>
                <a:tc>
                  <a:txBody>
                    <a:bodyPr/>
                    <a:lstStyle/>
                    <a:p>
                      <a:pPr algn="l"/>
                      <a:r>
                        <a:rPr lang="en-US" sz="1150" b="0" i="0">
                          <a:solidFill>
                            <a:srgbClr val="262626"/>
                          </a:solidFill>
                          <a:latin typeface="Calibri"/>
                        </a:rPr>
                        <a:t>Human review</a:t>
                      </a:r>
                    </a:p>
                  </a:txBody>
                  <a:tcPr marL="109728" marR="109728" marT="27432" marB="27432" anchor="ctr">
                    <a:solidFill>
                      <a:srgbClr val="F3F6FA"/>
                    </a:solidFill>
                  </a:tcPr>
                </a:tc>
                <a:extLst>
                  <a:ext uri="{0D108BD9-81ED-4DB2-BD59-A6C34878D82A}">
                    <a16:rowId xmlns:a16="http://schemas.microsoft.com/office/drawing/2014/main" val="1150179226"/>
                  </a:ext>
                </a:extLst>
              </a:tr>
              <a:tr h="310896">
                <a:tc>
                  <a:txBody>
                    <a:bodyPr/>
                    <a:lstStyle/>
                    <a:p>
                      <a:pPr algn="l"/>
                      <a:r>
                        <a:rPr lang="en-US" sz="1150" b="0" i="0">
                          <a:solidFill>
                            <a:srgbClr val="595959"/>
                          </a:solidFill>
                          <a:latin typeface="Calibri"/>
                        </a:rPr>
                        <a:t>Unauthorized access</a:t>
                      </a:r>
                    </a:p>
                  </a:txBody>
                  <a:tcPr marL="109728" marR="109728" marT="27432" marB="27432" anchor="ctr">
                    <a:solidFill>
                      <a:srgbClr val="FFFFFF"/>
                    </a:solidFill>
                  </a:tcPr>
                </a:tc>
                <a:tc>
                  <a:txBody>
                    <a:bodyPr/>
                    <a:lstStyle/>
                    <a:p>
                      <a:pPr algn="l"/>
                      <a:r>
                        <a:rPr lang="en-US" sz="1150" b="0" i="0">
                          <a:solidFill>
                            <a:srgbClr val="262626"/>
                          </a:solidFill>
                          <a:latin typeface="Calibri"/>
                        </a:rPr>
                        <a:t>Authorization boundary</a:t>
                      </a:r>
                    </a:p>
                  </a:txBody>
                  <a:tcPr marL="109728" marR="109728" marT="27432" marB="27432" anchor="ctr">
                    <a:solidFill>
                      <a:srgbClr val="FFFFFF"/>
                    </a:solidFill>
                  </a:tcPr>
                </a:tc>
                <a:extLst>
                  <a:ext uri="{0D108BD9-81ED-4DB2-BD59-A6C34878D82A}">
                    <a16:rowId xmlns:a16="http://schemas.microsoft.com/office/drawing/2014/main" val="1142774447"/>
                  </a:ext>
                </a:extLst>
              </a:tr>
              <a:tr h="310896">
                <a:tc>
                  <a:txBody>
                    <a:bodyPr/>
                    <a:lstStyle/>
                    <a:p>
                      <a:pPr algn="l"/>
                      <a:r>
                        <a:rPr lang="en-US" sz="1150" b="0" i="0">
                          <a:solidFill>
                            <a:srgbClr val="595959"/>
                          </a:solidFill>
                          <a:latin typeface="Calibri"/>
                        </a:rPr>
                        <a:t>Inappropriate disclosure</a:t>
                      </a:r>
                    </a:p>
                  </a:txBody>
                  <a:tcPr marL="109728" marR="109728" marT="27432" marB="27432" anchor="ctr">
                    <a:solidFill>
                      <a:srgbClr val="F3F6FA"/>
                    </a:solidFill>
                  </a:tcPr>
                </a:tc>
                <a:tc>
                  <a:txBody>
                    <a:bodyPr/>
                    <a:lstStyle/>
                    <a:p>
                      <a:pPr algn="l"/>
                      <a:r>
                        <a:rPr lang="en-US" sz="1150" b="0" i="0">
                          <a:solidFill>
                            <a:srgbClr val="262626"/>
                          </a:solidFill>
                          <a:latin typeface="Calibri"/>
                        </a:rPr>
                        <a:t>Sharing protections</a:t>
                      </a:r>
                    </a:p>
                  </a:txBody>
                  <a:tcPr marL="109728" marR="109728" marT="27432" marB="27432" anchor="ctr">
                    <a:solidFill>
                      <a:srgbClr val="F3F6FA"/>
                    </a:solidFill>
                  </a:tcPr>
                </a:tc>
                <a:extLst>
                  <a:ext uri="{0D108BD9-81ED-4DB2-BD59-A6C34878D82A}">
                    <a16:rowId xmlns:a16="http://schemas.microsoft.com/office/drawing/2014/main" val="1763652254"/>
                  </a:ext>
                </a:extLst>
              </a:tr>
              <a:tr h="310896">
                <a:tc>
                  <a:txBody>
                    <a:bodyPr/>
                    <a:lstStyle/>
                    <a:p>
                      <a:pPr algn="l"/>
                      <a:r>
                        <a:rPr lang="en-US" sz="1150" b="0" i="0">
                          <a:solidFill>
                            <a:srgbClr val="595959"/>
                          </a:solidFill>
                          <a:latin typeface="Calibri"/>
                        </a:rPr>
                        <a:t>AI replaces human judgment</a:t>
                      </a:r>
                    </a:p>
                  </a:txBody>
                  <a:tcPr marL="109728" marR="109728" marT="27432" marB="27432" anchor="ctr">
                    <a:solidFill>
                      <a:srgbClr val="FFFFFF"/>
                    </a:solidFill>
                  </a:tcPr>
                </a:tc>
                <a:tc>
                  <a:txBody>
                    <a:bodyPr/>
                    <a:lstStyle/>
                    <a:p>
                      <a:pPr algn="l"/>
                      <a:r>
                        <a:rPr lang="en-US" sz="1150" b="0" i="0">
                          <a:solidFill>
                            <a:srgbClr val="262626"/>
                          </a:solidFill>
                          <a:latin typeface="Calibri"/>
                        </a:rPr>
                        <a:t>Human accountability</a:t>
                      </a:r>
                    </a:p>
                  </a:txBody>
                  <a:tcPr marL="109728" marR="109728" marT="27432" marB="27432" anchor="ctr">
                    <a:solidFill>
                      <a:srgbClr val="FFFFFF"/>
                    </a:solidFill>
                  </a:tcPr>
                </a:tc>
                <a:extLst>
                  <a:ext uri="{0D108BD9-81ED-4DB2-BD59-A6C34878D82A}">
                    <a16:rowId xmlns:a16="http://schemas.microsoft.com/office/drawing/2014/main" val="2594993046"/>
                  </a:ext>
                </a:extLst>
              </a:tr>
              <a:tr h="310896">
                <a:tc>
                  <a:txBody>
                    <a:bodyPr/>
                    <a:lstStyle/>
                    <a:p>
                      <a:pPr algn="l"/>
                      <a:r>
                        <a:rPr lang="en-US" sz="1150" b="0" i="0">
                          <a:solidFill>
                            <a:srgbClr val="595959"/>
                          </a:solidFill>
                          <a:latin typeface="Calibri"/>
                        </a:rPr>
                        <a:t>No evidence of governance</a:t>
                      </a:r>
                    </a:p>
                  </a:txBody>
                  <a:tcPr marL="109728" marR="109728" marT="27432" marB="27432" anchor="ctr">
                    <a:solidFill>
                      <a:srgbClr val="F3F6FA"/>
                    </a:solidFill>
                  </a:tcPr>
                </a:tc>
                <a:tc>
                  <a:txBody>
                    <a:bodyPr/>
                    <a:lstStyle/>
                    <a:p>
                      <a:pPr algn="l"/>
                      <a:r>
                        <a:rPr lang="en-US" sz="1150" b="0" i="0">
                          <a:solidFill>
                            <a:srgbClr val="262626"/>
                          </a:solidFill>
                          <a:latin typeface="Calibri"/>
                        </a:rPr>
                        <a:t>Monitoring &amp; evidence</a:t>
                      </a:r>
                    </a:p>
                  </a:txBody>
                  <a:tcPr marL="109728" marR="109728" marT="27432" marB="27432" anchor="ctr">
                    <a:solidFill>
                      <a:srgbClr val="F3F6FA"/>
                    </a:solidFill>
                  </a:tcPr>
                </a:tc>
                <a:extLst>
                  <a:ext uri="{0D108BD9-81ED-4DB2-BD59-A6C34878D82A}">
                    <a16:rowId xmlns:a16="http://schemas.microsoft.com/office/drawing/2014/main" val="2001157350"/>
                  </a:ext>
                </a:extLst>
              </a:tr>
            </a:tbl>
          </a:graphicData>
        </a:graphic>
      </p:graphicFrame>
      <p:sp>
        <p:nvSpPr>
          <p:cNvPr id="4" name="TextBox 3">
            <a:extLst>
              <a:ext uri="{FF2B5EF4-FFF2-40B4-BE49-F238E27FC236}">
                <a16:creationId xmlns:a16="http://schemas.microsoft.com/office/drawing/2014/main" id="{C32597F5-0122-5D33-CAED-2289D3A30270}"/>
              </a:ext>
            </a:extLst>
          </p:cNvPr>
          <p:cNvSpPr txBox="1"/>
          <p:nvPr/>
        </p:nvSpPr>
        <p:spPr>
          <a:xfrm rot="16200000">
            <a:off x="4806163" y="3081866"/>
            <a:ext cx="1826141" cy="369332"/>
          </a:xfrm>
          <a:prstGeom prst="rect">
            <a:avLst/>
          </a:prstGeom>
          <a:noFill/>
        </p:spPr>
        <p:txBody>
          <a:bodyPr wrap="none" rtlCol="0">
            <a:spAutoFit/>
          </a:bodyPr>
          <a:lstStyle/>
          <a:p>
            <a:r>
              <a:rPr lang="en-IN"/>
              <a:t>GOVERNANCE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4CA7F-0848-E45B-5CAA-3FE8CBB06E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1BECA-A3B8-6623-6FFA-3D3E2CC70290}"/>
              </a:ext>
            </a:extLst>
          </p:cNvPr>
          <p:cNvSpPr>
            <a:spLocks noGrp="1"/>
          </p:cNvSpPr>
          <p:nvPr>
            <p:ph type="title"/>
          </p:nvPr>
        </p:nvSpPr>
        <p:spPr/>
        <p:txBody>
          <a:bodyPr/>
          <a:lstStyle/>
          <a:p>
            <a:r>
              <a:rPr lang="en-US" sz="2800"/>
              <a:t>Govern the AI-enabled business process</a:t>
            </a:r>
            <a:endParaRPr sz="2800"/>
          </a:p>
        </p:txBody>
      </p:sp>
      <p:sp>
        <p:nvSpPr>
          <p:cNvPr id="101" name="Slide number">
            <a:extLst>
              <a:ext uri="{FF2B5EF4-FFF2-40B4-BE49-F238E27FC236}">
                <a16:creationId xmlns:a16="http://schemas.microsoft.com/office/drawing/2014/main" id="{AF5CB0B2-ECA9-5153-2BA6-92FD955E3D4C}"/>
              </a:ext>
            </a:extLst>
          </p:cNvPr>
          <p:cNvSpPr txBox="1"/>
          <p:nvPr/>
        </p:nvSpPr>
        <p:spPr>
          <a:xfrm>
            <a:off x="10817352" y="6473952"/>
            <a:ext cx="914400" cy="274320"/>
          </a:xfrm>
          <a:prstGeom prst="rect">
            <a:avLst/>
          </a:prstGeom>
          <a:noFill/>
        </p:spPr>
        <p:txBody>
          <a:bodyPr wrap="none">
            <a:spAutoFit/>
          </a:bodyPr>
          <a:lstStyle/>
          <a:p>
            <a:pPr algn="r"/>
            <a:fld id="{B6F15528-21DE-4FAA-801E-634DDDAF4B2B}" type="slidenum">
              <a:rPr lang="en-US" sz="900">
                <a:solidFill>
                  <a:srgbClr val="8C8C8C"/>
                </a:solidFill>
                <a:latin typeface="Calibri"/>
              </a:rPr>
              <a:t>33</a:t>
            </a:fld>
            <a:endParaRPr lang="en-US" sz="900">
              <a:solidFill>
                <a:srgbClr val="8C8C8C"/>
              </a:solidFill>
              <a:latin typeface="Calibri"/>
            </a:endParaRPr>
          </a:p>
        </p:txBody>
      </p:sp>
      <p:sp>
        <p:nvSpPr>
          <p:cNvPr id="103" name="TextBox 103">
            <a:extLst>
              <a:ext uri="{FF2B5EF4-FFF2-40B4-BE49-F238E27FC236}">
                <a16:creationId xmlns:a16="http://schemas.microsoft.com/office/drawing/2014/main" id="{A47FD1A3-F405-79B8-4BEC-10DEEF29F328}"/>
              </a:ext>
            </a:extLst>
          </p:cNvPr>
          <p:cNvSpPr txBox="1"/>
          <p:nvPr/>
        </p:nvSpPr>
        <p:spPr>
          <a:xfrm>
            <a:off x="1093279" y="4253653"/>
            <a:ext cx="10287000" cy="457200"/>
          </a:xfrm>
          <a:prstGeom prst="rect">
            <a:avLst/>
          </a:prstGeom>
          <a:noFill/>
        </p:spPr>
        <p:txBody>
          <a:bodyPr wrap="square" lIns="0" tIns="0" rIns="0" bIns="0" rtlCol="0" anchor="ctr">
            <a:noAutofit/>
          </a:bodyPr>
          <a:lstStyle/>
          <a:p>
            <a:pPr algn="l"/>
            <a:r>
              <a:rPr lang="en-US" sz="1400" b="0" i="0">
                <a:solidFill>
                  <a:srgbClr val="262626"/>
                </a:solidFill>
                <a:latin typeface="Calibri"/>
              </a:rPr>
              <a:t>The outcome is:   </a:t>
            </a:r>
            <a:r>
              <a:rPr lang="en-US" sz="2200" b="1" i="0">
                <a:solidFill>
                  <a:srgbClr val="0079CF"/>
                </a:solidFill>
                <a:latin typeface="Calibri"/>
              </a:rPr>
              <a:t>Controlled Business Use of AI</a:t>
            </a:r>
          </a:p>
        </p:txBody>
      </p:sp>
      <p:sp>
        <p:nvSpPr>
          <p:cNvPr id="104" name="Rectangle 104">
            <a:extLst>
              <a:ext uri="{FF2B5EF4-FFF2-40B4-BE49-F238E27FC236}">
                <a16:creationId xmlns:a16="http://schemas.microsoft.com/office/drawing/2014/main" id="{7D9833E4-8D95-0E03-87CE-766297AE128F}"/>
              </a:ext>
            </a:extLst>
          </p:cNvPr>
          <p:cNvSpPr/>
          <p:nvPr/>
        </p:nvSpPr>
        <p:spPr>
          <a:xfrm>
            <a:off x="1093279" y="4848013"/>
            <a:ext cx="1125855" cy="566928"/>
          </a:xfrm>
          <a:prstGeom prst="roundRect">
            <a:avLst>
              <a:gd name="adj" fmla="val 12000"/>
            </a:avLst>
          </a:prstGeom>
          <a:solidFill>
            <a:srgbClr val="013765"/>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lang="en-US" sz="1100" b="1" i="0">
                <a:solidFill>
                  <a:srgbClr val="FFFFFF"/>
                </a:solidFill>
                <a:latin typeface="Calibri"/>
              </a:rPr>
              <a:t>AI Capability</a:t>
            </a:r>
          </a:p>
        </p:txBody>
      </p:sp>
      <p:cxnSp>
        <p:nvCxnSpPr>
          <p:cNvPr id="105" name="Connector 105">
            <a:extLst>
              <a:ext uri="{FF2B5EF4-FFF2-40B4-BE49-F238E27FC236}">
                <a16:creationId xmlns:a16="http://schemas.microsoft.com/office/drawing/2014/main" id="{C558DCE0-ACA9-B196-4BFB-BF0B967D85F9}"/>
              </a:ext>
            </a:extLst>
          </p:cNvPr>
          <p:cNvCxnSpPr/>
          <p:nvPr/>
        </p:nvCxnSpPr>
        <p:spPr>
          <a:xfrm>
            <a:off x="2237422" y="5131477"/>
            <a:ext cx="146304" cy="0"/>
          </a:xfrm>
          <a:prstGeom prst="line">
            <a:avLst/>
          </a:prstGeom>
          <a:ln w="22225">
            <a:solidFill>
              <a:srgbClr val="0079CF"/>
            </a:solidFill>
            <a:tailEnd type="triangle" w="med" len="med"/>
          </a:ln>
        </p:spPr>
      </p:cxnSp>
      <p:sp>
        <p:nvSpPr>
          <p:cNvPr id="106" name="Rectangle 106">
            <a:extLst>
              <a:ext uri="{FF2B5EF4-FFF2-40B4-BE49-F238E27FC236}">
                <a16:creationId xmlns:a16="http://schemas.microsoft.com/office/drawing/2014/main" id="{70783E8B-5D30-E925-87CC-0BE35ED4DC01}"/>
              </a:ext>
            </a:extLst>
          </p:cNvPr>
          <p:cNvSpPr/>
          <p:nvPr/>
        </p:nvSpPr>
        <p:spPr>
          <a:xfrm>
            <a:off x="2402014" y="4848013"/>
            <a:ext cx="1125855" cy="566928"/>
          </a:xfrm>
          <a:prstGeom prst="roundRect">
            <a:avLst>
              <a:gd name="adj" fmla="val 12000"/>
            </a:avLst>
          </a:prstGeom>
          <a:solidFill>
            <a:srgbClr val="013765"/>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lang="en-US" sz="1100" b="1" i="0">
                <a:solidFill>
                  <a:srgbClr val="FFFFFF"/>
                </a:solidFill>
                <a:latin typeface="Calibri"/>
              </a:rPr>
              <a:t>Business Use Case</a:t>
            </a:r>
          </a:p>
        </p:txBody>
      </p:sp>
      <p:cxnSp>
        <p:nvCxnSpPr>
          <p:cNvPr id="107" name="Connector 107">
            <a:extLst>
              <a:ext uri="{FF2B5EF4-FFF2-40B4-BE49-F238E27FC236}">
                <a16:creationId xmlns:a16="http://schemas.microsoft.com/office/drawing/2014/main" id="{64A35AAA-62A9-5D3E-CB2B-7C2358AA1428}"/>
              </a:ext>
            </a:extLst>
          </p:cNvPr>
          <p:cNvCxnSpPr/>
          <p:nvPr/>
        </p:nvCxnSpPr>
        <p:spPr>
          <a:xfrm>
            <a:off x="3546157" y="5131477"/>
            <a:ext cx="146304" cy="0"/>
          </a:xfrm>
          <a:prstGeom prst="line">
            <a:avLst/>
          </a:prstGeom>
          <a:ln w="22225">
            <a:solidFill>
              <a:srgbClr val="0079CF"/>
            </a:solidFill>
            <a:tailEnd type="triangle" w="med" len="med"/>
          </a:ln>
        </p:spPr>
      </p:cxnSp>
      <p:sp>
        <p:nvSpPr>
          <p:cNvPr id="108" name="Rectangle 108">
            <a:extLst>
              <a:ext uri="{FF2B5EF4-FFF2-40B4-BE49-F238E27FC236}">
                <a16:creationId xmlns:a16="http://schemas.microsoft.com/office/drawing/2014/main" id="{79D0CB75-4220-4795-E665-540192E25BA6}"/>
              </a:ext>
            </a:extLst>
          </p:cNvPr>
          <p:cNvSpPr/>
          <p:nvPr/>
        </p:nvSpPr>
        <p:spPr>
          <a:xfrm>
            <a:off x="3710749" y="4848013"/>
            <a:ext cx="1125855" cy="566928"/>
          </a:xfrm>
          <a:prstGeom prst="roundRect">
            <a:avLst>
              <a:gd name="adj" fmla="val 12000"/>
            </a:avLst>
          </a:prstGeom>
          <a:solidFill>
            <a:srgbClr val="013765"/>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lang="en-US" sz="1100" b="1" i="0">
                <a:solidFill>
                  <a:srgbClr val="FFFFFF"/>
                </a:solidFill>
                <a:latin typeface="Calibri"/>
              </a:rPr>
              <a:t>Risk &amp; Requirement</a:t>
            </a:r>
          </a:p>
        </p:txBody>
      </p:sp>
      <p:cxnSp>
        <p:nvCxnSpPr>
          <p:cNvPr id="109" name="Connector 109">
            <a:extLst>
              <a:ext uri="{FF2B5EF4-FFF2-40B4-BE49-F238E27FC236}">
                <a16:creationId xmlns:a16="http://schemas.microsoft.com/office/drawing/2014/main" id="{92BE6AA1-04C1-224F-632D-C7FB20B641C2}"/>
              </a:ext>
            </a:extLst>
          </p:cNvPr>
          <p:cNvCxnSpPr/>
          <p:nvPr/>
        </p:nvCxnSpPr>
        <p:spPr>
          <a:xfrm>
            <a:off x="4854892" y="5131477"/>
            <a:ext cx="146304" cy="0"/>
          </a:xfrm>
          <a:prstGeom prst="line">
            <a:avLst/>
          </a:prstGeom>
          <a:ln w="22225">
            <a:solidFill>
              <a:srgbClr val="0079CF"/>
            </a:solidFill>
            <a:tailEnd type="triangle" w="med" len="med"/>
          </a:ln>
        </p:spPr>
      </p:cxnSp>
      <p:sp>
        <p:nvSpPr>
          <p:cNvPr id="110" name="Rectangle 110">
            <a:extLst>
              <a:ext uri="{FF2B5EF4-FFF2-40B4-BE49-F238E27FC236}">
                <a16:creationId xmlns:a16="http://schemas.microsoft.com/office/drawing/2014/main" id="{1123DBED-8D7B-83FB-6F6F-6E2290E1A3E0}"/>
              </a:ext>
            </a:extLst>
          </p:cNvPr>
          <p:cNvSpPr/>
          <p:nvPr/>
        </p:nvSpPr>
        <p:spPr>
          <a:xfrm>
            <a:off x="5019484" y="4848013"/>
            <a:ext cx="1125855" cy="566928"/>
          </a:xfrm>
          <a:prstGeom prst="roundRect">
            <a:avLst>
              <a:gd name="adj" fmla="val 12000"/>
            </a:avLst>
          </a:prstGeom>
          <a:solidFill>
            <a:srgbClr val="013765"/>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lang="en-US" sz="1100" b="1" i="0">
                <a:solidFill>
                  <a:srgbClr val="FFFFFF"/>
                </a:solidFill>
                <a:latin typeface="Calibri"/>
              </a:rPr>
              <a:t>Policy</a:t>
            </a:r>
          </a:p>
        </p:txBody>
      </p:sp>
      <p:cxnSp>
        <p:nvCxnSpPr>
          <p:cNvPr id="111" name="Connector 111">
            <a:extLst>
              <a:ext uri="{FF2B5EF4-FFF2-40B4-BE49-F238E27FC236}">
                <a16:creationId xmlns:a16="http://schemas.microsoft.com/office/drawing/2014/main" id="{96B6BB16-8DF2-4ACC-330E-6102DB526DE3}"/>
              </a:ext>
            </a:extLst>
          </p:cNvPr>
          <p:cNvCxnSpPr/>
          <p:nvPr/>
        </p:nvCxnSpPr>
        <p:spPr>
          <a:xfrm>
            <a:off x="6163627" y="5131477"/>
            <a:ext cx="146304" cy="0"/>
          </a:xfrm>
          <a:prstGeom prst="line">
            <a:avLst/>
          </a:prstGeom>
          <a:ln w="22225">
            <a:solidFill>
              <a:srgbClr val="0079CF"/>
            </a:solidFill>
            <a:tailEnd type="triangle" w="med" len="med"/>
          </a:ln>
        </p:spPr>
      </p:cxnSp>
      <p:sp>
        <p:nvSpPr>
          <p:cNvPr id="112" name="Rectangle 112">
            <a:extLst>
              <a:ext uri="{FF2B5EF4-FFF2-40B4-BE49-F238E27FC236}">
                <a16:creationId xmlns:a16="http://schemas.microsoft.com/office/drawing/2014/main" id="{C4B8433A-8A00-E86D-7308-691BDB36FDB5}"/>
              </a:ext>
            </a:extLst>
          </p:cNvPr>
          <p:cNvSpPr/>
          <p:nvPr/>
        </p:nvSpPr>
        <p:spPr>
          <a:xfrm>
            <a:off x="6328219" y="4848013"/>
            <a:ext cx="1125855" cy="566928"/>
          </a:xfrm>
          <a:prstGeom prst="roundRect">
            <a:avLst>
              <a:gd name="adj" fmla="val 12000"/>
            </a:avLst>
          </a:prstGeom>
          <a:solidFill>
            <a:srgbClr val="013765"/>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lang="en-US" sz="1100" b="1" i="0">
                <a:solidFill>
                  <a:srgbClr val="FFFFFF"/>
                </a:solidFill>
                <a:latin typeface="Calibri"/>
              </a:rPr>
              <a:t>Control</a:t>
            </a:r>
          </a:p>
        </p:txBody>
      </p:sp>
      <p:cxnSp>
        <p:nvCxnSpPr>
          <p:cNvPr id="113" name="Connector 113">
            <a:extLst>
              <a:ext uri="{FF2B5EF4-FFF2-40B4-BE49-F238E27FC236}">
                <a16:creationId xmlns:a16="http://schemas.microsoft.com/office/drawing/2014/main" id="{B726484F-9B81-767E-5227-CD9B494CE4B0}"/>
              </a:ext>
            </a:extLst>
          </p:cNvPr>
          <p:cNvCxnSpPr/>
          <p:nvPr/>
        </p:nvCxnSpPr>
        <p:spPr>
          <a:xfrm>
            <a:off x="7472362" y="5131477"/>
            <a:ext cx="146304" cy="0"/>
          </a:xfrm>
          <a:prstGeom prst="line">
            <a:avLst/>
          </a:prstGeom>
          <a:ln w="22225">
            <a:solidFill>
              <a:srgbClr val="0079CF"/>
            </a:solidFill>
            <a:tailEnd type="triangle" w="med" len="med"/>
          </a:ln>
        </p:spPr>
      </p:cxnSp>
      <p:sp>
        <p:nvSpPr>
          <p:cNvPr id="114" name="Rectangle 114">
            <a:extLst>
              <a:ext uri="{FF2B5EF4-FFF2-40B4-BE49-F238E27FC236}">
                <a16:creationId xmlns:a16="http://schemas.microsoft.com/office/drawing/2014/main" id="{82511296-CD07-358B-1C81-7ED4A7F32626}"/>
              </a:ext>
            </a:extLst>
          </p:cNvPr>
          <p:cNvSpPr/>
          <p:nvPr/>
        </p:nvSpPr>
        <p:spPr>
          <a:xfrm>
            <a:off x="7636954" y="4848013"/>
            <a:ext cx="1125855" cy="566928"/>
          </a:xfrm>
          <a:prstGeom prst="roundRect">
            <a:avLst>
              <a:gd name="adj" fmla="val 12000"/>
            </a:avLst>
          </a:prstGeom>
          <a:solidFill>
            <a:srgbClr val="013765"/>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lang="en-US" sz="1100" b="1" i="0">
                <a:solidFill>
                  <a:srgbClr val="FFFFFF"/>
                </a:solidFill>
                <a:latin typeface="Calibri"/>
              </a:rPr>
              <a:t>Implementation</a:t>
            </a:r>
          </a:p>
        </p:txBody>
      </p:sp>
      <p:cxnSp>
        <p:nvCxnSpPr>
          <p:cNvPr id="115" name="Connector 115">
            <a:extLst>
              <a:ext uri="{FF2B5EF4-FFF2-40B4-BE49-F238E27FC236}">
                <a16:creationId xmlns:a16="http://schemas.microsoft.com/office/drawing/2014/main" id="{CF3ED0E6-11A7-57A5-F661-D14FEDC217B1}"/>
              </a:ext>
            </a:extLst>
          </p:cNvPr>
          <p:cNvCxnSpPr/>
          <p:nvPr/>
        </p:nvCxnSpPr>
        <p:spPr>
          <a:xfrm>
            <a:off x="8781097" y="5131477"/>
            <a:ext cx="146304" cy="0"/>
          </a:xfrm>
          <a:prstGeom prst="line">
            <a:avLst/>
          </a:prstGeom>
          <a:ln w="22225">
            <a:solidFill>
              <a:srgbClr val="0079CF"/>
            </a:solidFill>
            <a:tailEnd type="triangle" w="med" len="med"/>
          </a:ln>
        </p:spPr>
      </p:cxnSp>
      <p:sp>
        <p:nvSpPr>
          <p:cNvPr id="116" name="Rectangle 116">
            <a:extLst>
              <a:ext uri="{FF2B5EF4-FFF2-40B4-BE49-F238E27FC236}">
                <a16:creationId xmlns:a16="http://schemas.microsoft.com/office/drawing/2014/main" id="{056B5138-24C9-F482-5A4C-5C7DF3B1EDDE}"/>
              </a:ext>
            </a:extLst>
          </p:cNvPr>
          <p:cNvSpPr/>
          <p:nvPr/>
        </p:nvSpPr>
        <p:spPr>
          <a:xfrm>
            <a:off x="8945689" y="4848013"/>
            <a:ext cx="1125855" cy="566928"/>
          </a:xfrm>
          <a:prstGeom prst="roundRect">
            <a:avLst>
              <a:gd name="adj" fmla="val 12000"/>
            </a:avLst>
          </a:prstGeom>
          <a:solidFill>
            <a:srgbClr val="013765"/>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lang="en-US" sz="1100" b="1" i="0">
                <a:solidFill>
                  <a:srgbClr val="FFFFFF"/>
                </a:solidFill>
                <a:latin typeface="Calibri"/>
              </a:rPr>
              <a:t>Human </a:t>
            </a:r>
          </a:p>
          <a:p>
            <a:pPr algn="ctr"/>
            <a:r>
              <a:rPr lang="en-US" sz="1100" b="1" i="0">
                <a:solidFill>
                  <a:srgbClr val="FFFFFF"/>
                </a:solidFill>
                <a:latin typeface="Calibri"/>
              </a:rPr>
              <a:t>Oversight</a:t>
            </a:r>
          </a:p>
        </p:txBody>
      </p:sp>
      <p:cxnSp>
        <p:nvCxnSpPr>
          <p:cNvPr id="117" name="Connector 117">
            <a:extLst>
              <a:ext uri="{FF2B5EF4-FFF2-40B4-BE49-F238E27FC236}">
                <a16:creationId xmlns:a16="http://schemas.microsoft.com/office/drawing/2014/main" id="{06C58A47-B272-AF0D-F729-7A60B8185E44}"/>
              </a:ext>
            </a:extLst>
          </p:cNvPr>
          <p:cNvCxnSpPr/>
          <p:nvPr/>
        </p:nvCxnSpPr>
        <p:spPr>
          <a:xfrm>
            <a:off x="10089832" y="5131477"/>
            <a:ext cx="146304" cy="0"/>
          </a:xfrm>
          <a:prstGeom prst="line">
            <a:avLst/>
          </a:prstGeom>
          <a:ln w="22225">
            <a:solidFill>
              <a:srgbClr val="0079CF"/>
            </a:solidFill>
            <a:tailEnd type="triangle" w="med" len="med"/>
          </a:ln>
        </p:spPr>
      </p:cxnSp>
      <p:sp>
        <p:nvSpPr>
          <p:cNvPr id="118" name="Rectangle 118">
            <a:extLst>
              <a:ext uri="{FF2B5EF4-FFF2-40B4-BE49-F238E27FC236}">
                <a16:creationId xmlns:a16="http://schemas.microsoft.com/office/drawing/2014/main" id="{2B45DBD4-4EE3-9ECC-5540-7EAE70A7E35E}"/>
              </a:ext>
            </a:extLst>
          </p:cNvPr>
          <p:cNvSpPr/>
          <p:nvPr/>
        </p:nvSpPr>
        <p:spPr>
          <a:xfrm>
            <a:off x="10254424" y="4848013"/>
            <a:ext cx="1125855" cy="566928"/>
          </a:xfrm>
          <a:prstGeom prst="roundRect">
            <a:avLst>
              <a:gd name="adj" fmla="val 12000"/>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r>
              <a:rPr lang="en-US" sz="1100" b="1" i="0">
                <a:solidFill>
                  <a:srgbClr val="FFFFFF"/>
                </a:solidFill>
                <a:latin typeface="Calibri"/>
              </a:rPr>
              <a:t>Evidence</a:t>
            </a:r>
          </a:p>
        </p:txBody>
      </p:sp>
      <p:sp>
        <p:nvSpPr>
          <p:cNvPr id="8" name="TextBox 120">
            <a:extLst>
              <a:ext uri="{FF2B5EF4-FFF2-40B4-BE49-F238E27FC236}">
                <a16:creationId xmlns:a16="http://schemas.microsoft.com/office/drawing/2014/main" id="{B728ABD2-2CCE-A9B2-25A6-756F906A2BC0}"/>
              </a:ext>
            </a:extLst>
          </p:cNvPr>
          <p:cNvSpPr txBox="1"/>
          <p:nvPr/>
        </p:nvSpPr>
        <p:spPr>
          <a:xfrm>
            <a:off x="1092200" y="1548722"/>
            <a:ext cx="4114800" cy="219456"/>
          </a:xfrm>
          <a:prstGeom prst="rect">
            <a:avLst/>
          </a:prstGeom>
          <a:noFill/>
        </p:spPr>
        <p:txBody>
          <a:bodyPr wrap="square" lIns="0" tIns="0" rIns="0" bIns="0" rtlCol="0" anchor="t">
            <a:noAutofit/>
          </a:bodyPr>
          <a:lstStyle/>
          <a:p>
            <a:pPr algn="l"/>
            <a:r>
              <a:rPr lang="en-US" sz="900" b="1" i="0" cap="all" spc="150">
                <a:solidFill>
                  <a:srgbClr val="0079CF"/>
                </a:solidFill>
                <a:latin typeface="Calibri"/>
              </a:rPr>
              <a:t>What we demonstrated today</a:t>
            </a:r>
          </a:p>
        </p:txBody>
      </p:sp>
      <p:sp>
        <p:nvSpPr>
          <p:cNvPr id="10" name="TextBox 121">
            <a:extLst>
              <a:ext uri="{FF2B5EF4-FFF2-40B4-BE49-F238E27FC236}">
                <a16:creationId xmlns:a16="http://schemas.microsoft.com/office/drawing/2014/main" id="{06D622CC-4676-FD15-E205-A82712BD921A}"/>
              </a:ext>
            </a:extLst>
          </p:cNvPr>
          <p:cNvSpPr txBox="1"/>
          <p:nvPr/>
        </p:nvSpPr>
        <p:spPr>
          <a:xfrm>
            <a:off x="1092200" y="1777322"/>
            <a:ext cx="10287000" cy="274320"/>
          </a:xfrm>
          <a:prstGeom prst="rect">
            <a:avLst/>
          </a:prstGeom>
          <a:noFill/>
        </p:spPr>
        <p:txBody>
          <a:bodyPr wrap="square" lIns="0" tIns="0" rIns="0" bIns="0" rtlCol="0" anchor="ctr">
            <a:noAutofit/>
          </a:bodyPr>
          <a:lstStyle/>
          <a:p>
            <a:pPr algn="l"/>
            <a:r>
              <a:rPr lang="en-US" sz="1300" b="0" i="0">
                <a:solidFill>
                  <a:srgbClr val="262626"/>
                </a:solidFill>
                <a:latin typeface="Calibri"/>
              </a:rPr>
              <a:t>Maria used AI throughout her working day.</a:t>
            </a:r>
          </a:p>
        </p:txBody>
      </p:sp>
      <p:sp>
        <p:nvSpPr>
          <p:cNvPr id="12" name="Rectangle 122">
            <a:extLst>
              <a:ext uri="{FF2B5EF4-FFF2-40B4-BE49-F238E27FC236}">
                <a16:creationId xmlns:a16="http://schemas.microsoft.com/office/drawing/2014/main" id="{15C15CBD-738F-098C-7F4E-627D0CEAF4E7}"/>
              </a:ext>
            </a:extLst>
          </p:cNvPr>
          <p:cNvSpPr/>
          <p:nvPr/>
        </p:nvSpPr>
        <p:spPr>
          <a:xfrm>
            <a:off x="1092200" y="2143082"/>
            <a:ext cx="2468880" cy="822960"/>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4" name="Oval 123">
            <a:extLst>
              <a:ext uri="{FF2B5EF4-FFF2-40B4-BE49-F238E27FC236}">
                <a16:creationId xmlns:a16="http://schemas.microsoft.com/office/drawing/2014/main" id="{49C2C129-BE55-8CF5-8DA2-F12C92CD274A}"/>
              </a:ext>
            </a:extLst>
          </p:cNvPr>
          <p:cNvSpPr/>
          <p:nvPr/>
        </p:nvSpPr>
        <p:spPr>
          <a:xfrm>
            <a:off x="1229360" y="2353394"/>
            <a:ext cx="402336" cy="402336"/>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6" name="MdCheckCircle_w.png" descr="MdCheckCircle_w.png">
            <a:extLst>
              <a:ext uri="{FF2B5EF4-FFF2-40B4-BE49-F238E27FC236}">
                <a16:creationId xmlns:a16="http://schemas.microsoft.com/office/drawing/2014/main" id="{F5A5D956-BDCD-F064-54EB-CFCE889CB6B8}"/>
              </a:ext>
            </a:extLst>
          </p:cNvPr>
          <p:cNvPicPr>
            <a:picLocks noChangeAspect="1"/>
          </p:cNvPicPr>
          <p:nvPr/>
        </p:nvPicPr>
        <p:blipFill>
          <a:blip r:embed="rId2"/>
          <a:stretch>
            <a:fillRect/>
          </a:stretch>
        </p:blipFill>
        <p:spPr>
          <a:xfrm>
            <a:off x="1317874" y="2441908"/>
            <a:ext cx="225308" cy="225308"/>
          </a:xfrm>
          <a:prstGeom prst="rect">
            <a:avLst/>
          </a:prstGeom>
        </p:spPr>
      </p:pic>
      <p:sp>
        <p:nvSpPr>
          <p:cNvPr id="18" name="TextBox 124">
            <a:extLst>
              <a:ext uri="{FF2B5EF4-FFF2-40B4-BE49-F238E27FC236}">
                <a16:creationId xmlns:a16="http://schemas.microsoft.com/office/drawing/2014/main" id="{A3C49382-11CE-E466-6C1B-9BE792CFE6FC}"/>
              </a:ext>
            </a:extLst>
          </p:cNvPr>
          <p:cNvSpPr txBox="1"/>
          <p:nvPr/>
        </p:nvSpPr>
        <p:spPr>
          <a:xfrm>
            <a:off x="1750568" y="2143082"/>
            <a:ext cx="1719072" cy="822960"/>
          </a:xfrm>
          <a:prstGeom prst="rect">
            <a:avLst/>
          </a:prstGeom>
          <a:noFill/>
        </p:spPr>
        <p:txBody>
          <a:bodyPr wrap="square" lIns="0" tIns="0" rIns="0" bIns="0" rtlCol="0" anchor="ctr">
            <a:noAutofit/>
          </a:bodyPr>
          <a:lstStyle/>
          <a:p>
            <a:pPr algn="l"/>
            <a:r>
              <a:rPr lang="en-US" sz="1250" b="1" i="0">
                <a:solidFill>
                  <a:srgbClr val="013765"/>
                </a:solidFill>
                <a:latin typeface="Calibri"/>
              </a:rPr>
              <a:t>Sometimes AI helped.</a:t>
            </a:r>
          </a:p>
        </p:txBody>
      </p:sp>
      <p:sp>
        <p:nvSpPr>
          <p:cNvPr id="20" name="Rectangle 125">
            <a:extLst>
              <a:ext uri="{FF2B5EF4-FFF2-40B4-BE49-F238E27FC236}">
                <a16:creationId xmlns:a16="http://schemas.microsoft.com/office/drawing/2014/main" id="{76567824-0EA7-FAC1-F8EE-89313977C2A2}"/>
              </a:ext>
            </a:extLst>
          </p:cNvPr>
          <p:cNvSpPr/>
          <p:nvPr/>
        </p:nvSpPr>
        <p:spPr>
          <a:xfrm>
            <a:off x="3698240" y="2143082"/>
            <a:ext cx="2468880" cy="822960"/>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22" name="Oval 126">
            <a:extLst>
              <a:ext uri="{FF2B5EF4-FFF2-40B4-BE49-F238E27FC236}">
                <a16:creationId xmlns:a16="http://schemas.microsoft.com/office/drawing/2014/main" id="{7B56BA5D-5080-605E-92EF-A383E8CFA59A}"/>
              </a:ext>
            </a:extLst>
          </p:cNvPr>
          <p:cNvSpPr/>
          <p:nvPr/>
        </p:nvSpPr>
        <p:spPr>
          <a:xfrm>
            <a:off x="3835400" y="2353394"/>
            <a:ext cx="402336" cy="402336"/>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24" name="MdBlock_w.png" descr="MdBlock_w.png">
            <a:extLst>
              <a:ext uri="{FF2B5EF4-FFF2-40B4-BE49-F238E27FC236}">
                <a16:creationId xmlns:a16="http://schemas.microsoft.com/office/drawing/2014/main" id="{C4EAA2FE-5CA9-9514-BDC9-1A37E6235FB1}"/>
              </a:ext>
            </a:extLst>
          </p:cNvPr>
          <p:cNvPicPr>
            <a:picLocks noChangeAspect="1"/>
          </p:cNvPicPr>
          <p:nvPr/>
        </p:nvPicPr>
        <p:blipFill>
          <a:blip r:embed="rId3"/>
          <a:stretch>
            <a:fillRect/>
          </a:stretch>
        </p:blipFill>
        <p:spPr>
          <a:xfrm>
            <a:off x="3923914" y="2441908"/>
            <a:ext cx="225308" cy="225308"/>
          </a:xfrm>
          <a:prstGeom prst="rect">
            <a:avLst/>
          </a:prstGeom>
        </p:spPr>
      </p:pic>
      <p:sp>
        <p:nvSpPr>
          <p:cNvPr id="26" name="TextBox 127">
            <a:extLst>
              <a:ext uri="{FF2B5EF4-FFF2-40B4-BE49-F238E27FC236}">
                <a16:creationId xmlns:a16="http://schemas.microsoft.com/office/drawing/2014/main" id="{B7C1C249-9875-780D-A6E9-15B6D626ECCE}"/>
              </a:ext>
            </a:extLst>
          </p:cNvPr>
          <p:cNvSpPr txBox="1"/>
          <p:nvPr/>
        </p:nvSpPr>
        <p:spPr>
          <a:xfrm>
            <a:off x="4356608" y="2143082"/>
            <a:ext cx="1719072" cy="822960"/>
          </a:xfrm>
          <a:prstGeom prst="rect">
            <a:avLst/>
          </a:prstGeom>
          <a:noFill/>
        </p:spPr>
        <p:txBody>
          <a:bodyPr wrap="square" lIns="0" tIns="0" rIns="0" bIns="0" rtlCol="0" anchor="ctr">
            <a:noAutofit/>
          </a:bodyPr>
          <a:lstStyle/>
          <a:p>
            <a:pPr algn="l"/>
            <a:r>
              <a:rPr lang="en-US" sz="1250" b="1" i="0">
                <a:solidFill>
                  <a:srgbClr val="013765"/>
                </a:solidFill>
                <a:latin typeface="Calibri"/>
              </a:rPr>
              <a:t>Sometimes information was restricted.</a:t>
            </a:r>
          </a:p>
        </p:txBody>
      </p:sp>
      <p:sp>
        <p:nvSpPr>
          <p:cNvPr id="28" name="Rectangle 128">
            <a:extLst>
              <a:ext uri="{FF2B5EF4-FFF2-40B4-BE49-F238E27FC236}">
                <a16:creationId xmlns:a16="http://schemas.microsoft.com/office/drawing/2014/main" id="{C30347F8-7D2C-C121-5E35-6CDC3F51E232}"/>
              </a:ext>
            </a:extLst>
          </p:cNvPr>
          <p:cNvSpPr/>
          <p:nvPr/>
        </p:nvSpPr>
        <p:spPr>
          <a:xfrm>
            <a:off x="6304280" y="2143082"/>
            <a:ext cx="2468880" cy="822960"/>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30" name="Oval 129">
            <a:extLst>
              <a:ext uri="{FF2B5EF4-FFF2-40B4-BE49-F238E27FC236}">
                <a16:creationId xmlns:a16="http://schemas.microsoft.com/office/drawing/2014/main" id="{8230201D-8B5A-B872-0D82-927DE73E843B}"/>
              </a:ext>
            </a:extLst>
          </p:cNvPr>
          <p:cNvSpPr/>
          <p:nvPr/>
        </p:nvSpPr>
        <p:spPr>
          <a:xfrm>
            <a:off x="6441440" y="2353394"/>
            <a:ext cx="402336" cy="402336"/>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32" name="MdShield_w.png" descr="MdShield_w.png">
            <a:extLst>
              <a:ext uri="{FF2B5EF4-FFF2-40B4-BE49-F238E27FC236}">
                <a16:creationId xmlns:a16="http://schemas.microsoft.com/office/drawing/2014/main" id="{409280DE-647A-21B0-00EA-0787DF05B6E8}"/>
              </a:ext>
            </a:extLst>
          </p:cNvPr>
          <p:cNvPicPr>
            <a:picLocks noChangeAspect="1"/>
          </p:cNvPicPr>
          <p:nvPr/>
        </p:nvPicPr>
        <p:blipFill>
          <a:blip r:embed="rId4"/>
          <a:stretch>
            <a:fillRect/>
          </a:stretch>
        </p:blipFill>
        <p:spPr>
          <a:xfrm>
            <a:off x="6529954" y="2441908"/>
            <a:ext cx="225308" cy="225308"/>
          </a:xfrm>
          <a:prstGeom prst="rect">
            <a:avLst/>
          </a:prstGeom>
        </p:spPr>
      </p:pic>
      <p:sp>
        <p:nvSpPr>
          <p:cNvPr id="34" name="TextBox 130">
            <a:extLst>
              <a:ext uri="{FF2B5EF4-FFF2-40B4-BE49-F238E27FC236}">
                <a16:creationId xmlns:a16="http://schemas.microsoft.com/office/drawing/2014/main" id="{BCD5C8C3-69BC-B2CE-15F0-AD3DC0E9E1EB}"/>
              </a:ext>
            </a:extLst>
          </p:cNvPr>
          <p:cNvSpPr txBox="1"/>
          <p:nvPr/>
        </p:nvSpPr>
        <p:spPr>
          <a:xfrm>
            <a:off x="6962648" y="2143082"/>
            <a:ext cx="1719072" cy="822960"/>
          </a:xfrm>
          <a:prstGeom prst="rect">
            <a:avLst/>
          </a:prstGeom>
          <a:noFill/>
        </p:spPr>
        <p:txBody>
          <a:bodyPr wrap="square" lIns="0" tIns="0" rIns="0" bIns="0" rtlCol="0" anchor="ctr">
            <a:noAutofit/>
          </a:bodyPr>
          <a:lstStyle/>
          <a:p>
            <a:pPr algn="l"/>
            <a:r>
              <a:rPr lang="en-US" sz="1250" b="1" i="0">
                <a:solidFill>
                  <a:srgbClr val="013765"/>
                </a:solidFill>
                <a:latin typeface="Calibri"/>
              </a:rPr>
              <a:t>Sometimes additional protection was required.</a:t>
            </a:r>
          </a:p>
        </p:txBody>
      </p:sp>
      <p:sp>
        <p:nvSpPr>
          <p:cNvPr id="36" name="Rectangle 131">
            <a:extLst>
              <a:ext uri="{FF2B5EF4-FFF2-40B4-BE49-F238E27FC236}">
                <a16:creationId xmlns:a16="http://schemas.microsoft.com/office/drawing/2014/main" id="{039738B2-669E-79E8-5DE0-7E82855E2625}"/>
              </a:ext>
            </a:extLst>
          </p:cNvPr>
          <p:cNvSpPr/>
          <p:nvPr/>
        </p:nvSpPr>
        <p:spPr>
          <a:xfrm>
            <a:off x="8910320" y="2143082"/>
            <a:ext cx="2468880" cy="822960"/>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38" name="Oval 132">
            <a:extLst>
              <a:ext uri="{FF2B5EF4-FFF2-40B4-BE49-F238E27FC236}">
                <a16:creationId xmlns:a16="http://schemas.microsoft.com/office/drawing/2014/main" id="{1E3ADBE8-A3B9-4588-C9E1-E140FACBFC0E}"/>
              </a:ext>
            </a:extLst>
          </p:cNvPr>
          <p:cNvSpPr/>
          <p:nvPr/>
        </p:nvSpPr>
        <p:spPr>
          <a:xfrm>
            <a:off x="9047480" y="2353394"/>
            <a:ext cx="402336" cy="402336"/>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40" name="MdPerson_w.png" descr="MdPerson_w.png">
            <a:extLst>
              <a:ext uri="{FF2B5EF4-FFF2-40B4-BE49-F238E27FC236}">
                <a16:creationId xmlns:a16="http://schemas.microsoft.com/office/drawing/2014/main" id="{AF37ABC4-3F81-B3F1-AFCA-DDE2054B9DBD}"/>
              </a:ext>
            </a:extLst>
          </p:cNvPr>
          <p:cNvPicPr>
            <a:picLocks noChangeAspect="1"/>
          </p:cNvPicPr>
          <p:nvPr/>
        </p:nvPicPr>
        <p:blipFill>
          <a:blip r:embed="rId5"/>
          <a:stretch>
            <a:fillRect/>
          </a:stretch>
        </p:blipFill>
        <p:spPr>
          <a:xfrm>
            <a:off x="9135994" y="2441908"/>
            <a:ext cx="225308" cy="225308"/>
          </a:xfrm>
          <a:prstGeom prst="rect">
            <a:avLst/>
          </a:prstGeom>
        </p:spPr>
      </p:pic>
      <p:sp>
        <p:nvSpPr>
          <p:cNvPr id="42" name="TextBox 133">
            <a:extLst>
              <a:ext uri="{FF2B5EF4-FFF2-40B4-BE49-F238E27FC236}">
                <a16:creationId xmlns:a16="http://schemas.microsoft.com/office/drawing/2014/main" id="{7653210C-ABD4-4527-6564-74D898F7CDD1}"/>
              </a:ext>
            </a:extLst>
          </p:cNvPr>
          <p:cNvSpPr txBox="1"/>
          <p:nvPr/>
        </p:nvSpPr>
        <p:spPr>
          <a:xfrm>
            <a:off x="9568688" y="2143082"/>
            <a:ext cx="1719072" cy="822960"/>
          </a:xfrm>
          <a:prstGeom prst="rect">
            <a:avLst/>
          </a:prstGeom>
          <a:noFill/>
        </p:spPr>
        <p:txBody>
          <a:bodyPr wrap="square" lIns="0" tIns="0" rIns="0" bIns="0" rtlCol="0" anchor="ctr">
            <a:noAutofit/>
          </a:bodyPr>
          <a:lstStyle/>
          <a:p>
            <a:pPr algn="l"/>
            <a:r>
              <a:rPr lang="en-US" sz="1250" b="1" i="0">
                <a:solidFill>
                  <a:srgbClr val="013765"/>
                </a:solidFill>
                <a:latin typeface="Calibri"/>
              </a:rPr>
              <a:t>Sometimes Maria needed to review the result herself.</a:t>
            </a:r>
          </a:p>
        </p:txBody>
      </p:sp>
      <p:sp>
        <p:nvSpPr>
          <p:cNvPr id="44" name="Rectangle 134">
            <a:extLst>
              <a:ext uri="{FF2B5EF4-FFF2-40B4-BE49-F238E27FC236}">
                <a16:creationId xmlns:a16="http://schemas.microsoft.com/office/drawing/2014/main" id="{3F0246CA-8DA8-07CB-0FA7-2A3D4C795A9B}"/>
              </a:ext>
            </a:extLst>
          </p:cNvPr>
          <p:cNvSpPr/>
          <p:nvPr/>
        </p:nvSpPr>
        <p:spPr>
          <a:xfrm>
            <a:off x="1092200" y="3194642"/>
            <a:ext cx="10287000" cy="685800"/>
          </a:xfrm>
          <a:prstGeom prst="rect">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54864" rIns="274320" bIns="54864" rtlCol="0" anchor="ctr">
            <a:noAutofit/>
          </a:bodyPr>
          <a:lstStyle/>
          <a:p>
            <a:pPr algn="l"/>
            <a:r>
              <a:rPr lang="en-US" sz="1200" b="0" i="1">
                <a:solidFill>
                  <a:srgbClr val="99D6EA"/>
                </a:solidFill>
                <a:latin typeface="Calibri"/>
              </a:rPr>
              <a:t>And throughout the day:</a:t>
            </a:r>
          </a:p>
          <a:p>
            <a:pPr algn="l">
              <a:spcBef>
                <a:spcPts val="200"/>
              </a:spcBef>
            </a:pPr>
            <a:r>
              <a:rPr lang="en-US" sz="1800" b="1" i="0">
                <a:solidFill>
                  <a:srgbClr val="FFFFFF"/>
                </a:solidFill>
                <a:latin typeface="Calibri"/>
              </a:rPr>
              <a:t>Governance operated behind the work.</a:t>
            </a:r>
          </a:p>
        </p:txBody>
      </p:sp>
    </p:spTree>
    <p:extLst>
      <p:ext uri="{BB962C8B-B14F-4D97-AF65-F5344CB8AC3E}">
        <p14:creationId xmlns:p14="http://schemas.microsoft.com/office/powerpoint/2010/main" val="13449289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a:t>From Demonstration to Operating Model</a:t>
            </a:r>
          </a:p>
        </p:txBody>
      </p:sp>
      <p:sp>
        <p:nvSpPr>
          <p:cNvPr id="101" name="Slide number"/>
          <p:cNvSpPr txBox="1"/>
          <p:nvPr/>
        </p:nvSpPr>
        <p:spPr>
          <a:xfrm>
            <a:off x="10817352" y="6473952"/>
            <a:ext cx="914400" cy="274320"/>
          </a:xfrm>
          <a:prstGeom prst="rect">
            <a:avLst/>
          </a:prstGeom>
          <a:noFill/>
        </p:spPr>
        <p:txBody>
          <a:bodyPr wrap="none">
            <a:spAutoFit/>
          </a:bodyPr>
          <a:lstStyle/>
          <a:p>
            <a:pPr algn="r"/>
            <a:fld id="{B6F15528-21DE-4FAA-801E-634DDDAF4B2B}" type="slidenum">
              <a:rPr lang="en-US" sz="900">
                <a:solidFill>
                  <a:srgbClr val="8C8C8C"/>
                </a:solidFill>
                <a:latin typeface="Calibri"/>
              </a:rPr>
              <a:t>34</a:t>
            </a:fld>
            <a:endParaRPr lang="en-US" sz="900">
              <a:solidFill>
                <a:srgbClr val="8C8C8C"/>
              </a:solidFill>
              <a:latin typeface="Calibri"/>
            </a:endParaRPr>
          </a:p>
        </p:txBody>
      </p:sp>
      <p:sp>
        <p:nvSpPr>
          <p:cNvPr id="102" name="TextBox 102"/>
          <p:cNvSpPr txBox="1"/>
          <p:nvPr/>
        </p:nvSpPr>
        <p:spPr>
          <a:xfrm>
            <a:off x="1014984" y="1106424"/>
            <a:ext cx="10058400" cy="274320"/>
          </a:xfrm>
          <a:prstGeom prst="rect">
            <a:avLst/>
          </a:prstGeom>
          <a:noFill/>
        </p:spPr>
        <p:txBody>
          <a:bodyPr wrap="square" lIns="91440" tIns="45720" rIns="91440" bIns="45720" rtlCol="0" anchor="ctr">
            <a:noAutofit/>
          </a:bodyPr>
          <a:lstStyle/>
          <a:p>
            <a:pPr algn="l"/>
            <a:r>
              <a:rPr lang="en-US" sz="1100" b="1" i="0" cap="all" spc="200">
                <a:solidFill>
                  <a:srgbClr val="262626"/>
                </a:solidFill>
                <a:latin typeface="Calibri"/>
              </a:rPr>
              <a:t>The demonstration is a small example of the enterprise governance model</a:t>
            </a:r>
          </a:p>
        </p:txBody>
      </p:sp>
      <p:sp>
        <p:nvSpPr>
          <p:cNvPr id="103" name="TextBox 103"/>
          <p:cNvSpPr txBox="1"/>
          <p:nvPr/>
        </p:nvSpPr>
        <p:spPr>
          <a:xfrm>
            <a:off x="1097280" y="1444752"/>
            <a:ext cx="10287000" cy="365760"/>
          </a:xfrm>
          <a:prstGeom prst="rect">
            <a:avLst/>
          </a:prstGeom>
          <a:noFill/>
        </p:spPr>
        <p:txBody>
          <a:bodyPr wrap="square" lIns="0" tIns="0" rIns="0" bIns="0" rtlCol="0" anchor="ctr">
            <a:noAutofit/>
          </a:bodyPr>
          <a:lstStyle/>
          <a:p>
            <a:pPr algn="l"/>
            <a:r>
              <a:rPr lang="en-US" sz="1400" b="0" i="0">
                <a:solidFill>
                  <a:srgbClr val="262626"/>
                </a:solidFill>
                <a:latin typeface="Calibri"/>
              </a:rPr>
              <a:t>The same approach can be applied to other AI-enabled business processes.</a:t>
            </a:r>
          </a:p>
        </p:txBody>
      </p:sp>
      <p:sp>
        <p:nvSpPr>
          <p:cNvPr id="104" name="TextBox 104"/>
          <p:cNvSpPr txBox="1"/>
          <p:nvPr/>
        </p:nvSpPr>
        <p:spPr>
          <a:xfrm>
            <a:off x="1097280" y="1938528"/>
            <a:ext cx="3657600" cy="219456"/>
          </a:xfrm>
          <a:prstGeom prst="rect">
            <a:avLst/>
          </a:prstGeom>
          <a:noFill/>
        </p:spPr>
        <p:txBody>
          <a:bodyPr wrap="square" lIns="0" tIns="0" rIns="0" bIns="0" rtlCol="0" anchor="t">
            <a:noAutofit/>
          </a:bodyPr>
          <a:lstStyle/>
          <a:p>
            <a:pPr algn="l"/>
            <a:r>
              <a:rPr lang="en-US" sz="900" b="1" i="0" cap="all" spc="150">
                <a:solidFill>
                  <a:srgbClr val="0079CF"/>
                </a:solidFill>
                <a:latin typeface="Calibri"/>
              </a:rPr>
              <a:t>Every use case answers:</a:t>
            </a:r>
          </a:p>
        </p:txBody>
      </p:sp>
      <p:sp>
        <p:nvSpPr>
          <p:cNvPr id="105" name="Rectangle 105"/>
          <p:cNvSpPr/>
          <p:nvPr/>
        </p:nvSpPr>
        <p:spPr>
          <a:xfrm>
            <a:off x="1097280" y="2240280"/>
            <a:ext cx="1281466" cy="1600200"/>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06" name="Oval 106"/>
          <p:cNvSpPr/>
          <p:nvPr/>
        </p:nvSpPr>
        <p:spPr>
          <a:xfrm>
            <a:off x="1491125" y="2395728"/>
            <a:ext cx="493776" cy="493776"/>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07" name="MdBusinessCenter_w.png" descr="MdBusinessCenter_w.png"/>
          <p:cNvPicPr>
            <a:picLocks noChangeAspect="1"/>
          </p:cNvPicPr>
          <p:nvPr/>
        </p:nvPicPr>
        <p:blipFill>
          <a:blip r:embed="rId2"/>
          <a:stretch>
            <a:fillRect/>
          </a:stretch>
        </p:blipFill>
        <p:spPr>
          <a:xfrm>
            <a:off x="1599756" y="2504359"/>
            <a:ext cx="276515" cy="276515"/>
          </a:xfrm>
          <a:prstGeom prst="rect">
            <a:avLst/>
          </a:prstGeom>
        </p:spPr>
      </p:pic>
      <p:sp>
        <p:nvSpPr>
          <p:cNvPr id="3" name="TextBox 107"/>
          <p:cNvSpPr txBox="1"/>
          <p:nvPr/>
        </p:nvSpPr>
        <p:spPr>
          <a:xfrm>
            <a:off x="1188720" y="2990088"/>
            <a:ext cx="1098586" cy="777240"/>
          </a:xfrm>
          <a:prstGeom prst="rect">
            <a:avLst/>
          </a:prstGeom>
          <a:noFill/>
        </p:spPr>
        <p:txBody>
          <a:bodyPr wrap="square" lIns="0" tIns="0" rIns="0" bIns="0" rtlCol="0" anchor="t">
            <a:noAutofit/>
          </a:bodyPr>
          <a:lstStyle/>
          <a:p>
            <a:pPr algn="ctr"/>
            <a:r>
              <a:rPr lang="en-US" sz="1300" b="1" i="0">
                <a:solidFill>
                  <a:srgbClr val="013765"/>
                </a:solidFill>
                <a:latin typeface="Calibri"/>
              </a:rPr>
              <a:t>What is the business activity?</a:t>
            </a:r>
          </a:p>
        </p:txBody>
      </p:sp>
      <p:cxnSp>
        <p:nvCxnSpPr>
          <p:cNvPr id="108" name="Connector 108"/>
          <p:cNvCxnSpPr/>
          <p:nvPr/>
        </p:nvCxnSpPr>
        <p:spPr>
          <a:xfrm>
            <a:off x="2406178" y="3035808"/>
            <a:ext cx="164592" cy="0"/>
          </a:xfrm>
          <a:prstGeom prst="line">
            <a:avLst/>
          </a:prstGeom>
          <a:ln w="22225">
            <a:solidFill>
              <a:srgbClr val="0079CF"/>
            </a:solidFill>
            <a:tailEnd type="triangle" w="med" len="med"/>
          </a:ln>
        </p:spPr>
      </p:cxnSp>
      <p:sp>
        <p:nvSpPr>
          <p:cNvPr id="109" name="Rectangle 109"/>
          <p:cNvSpPr/>
          <p:nvPr/>
        </p:nvSpPr>
        <p:spPr>
          <a:xfrm>
            <a:off x="2598202" y="2240280"/>
            <a:ext cx="1281466" cy="1600200"/>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10" name="Oval 110"/>
          <p:cNvSpPr/>
          <p:nvPr/>
        </p:nvSpPr>
        <p:spPr>
          <a:xfrm>
            <a:off x="2992047" y="2395728"/>
            <a:ext cx="493776" cy="493776"/>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11" name="MdWarningAmber_w.png" descr="MdWarningAmber_w.png"/>
          <p:cNvPicPr>
            <a:picLocks noChangeAspect="1"/>
          </p:cNvPicPr>
          <p:nvPr/>
        </p:nvPicPr>
        <p:blipFill>
          <a:blip r:embed="rId3"/>
          <a:stretch>
            <a:fillRect/>
          </a:stretch>
        </p:blipFill>
        <p:spPr>
          <a:xfrm>
            <a:off x="3100678" y="2504359"/>
            <a:ext cx="276515" cy="276515"/>
          </a:xfrm>
          <a:prstGeom prst="rect">
            <a:avLst/>
          </a:prstGeom>
        </p:spPr>
      </p:pic>
      <p:sp>
        <p:nvSpPr>
          <p:cNvPr id="4" name="TextBox 111"/>
          <p:cNvSpPr txBox="1"/>
          <p:nvPr/>
        </p:nvSpPr>
        <p:spPr>
          <a:xfrm>
            <a:off x="2689642" y="2990088"/>
            <a:ext cx="1098586" cy="777240"/>
          </a:xfrm>
          <a:prstGeom prst="rect">
            <a:avLst/>
          </a:prstGeom>
          <a:noFill/>
        </p:spPr>
        <p:txBody>
          <a:bodyPr wrap="square" lIns="0" tIns="0" rIns="0" bIns="0" rtlCol="0" anchor="t">
            <a:noAutofit/>
          </a:bodyPr>
          <a:lstStyle/>
          <a:p>
            <a:pPr algn="ctr"/>
            <a:r>
              <a:rPr lang="en-US" sz="1300" b="1" i="0">
                <a:solidFill>
                  <a:srgbClr val="013765"/>
                </a:solidFill>
                <a:latin typeface="Calibri"/>
              </a:rPr>
              <a:t>What could go wrong?</a:t>
            </a:r>
          </a:p>
        </p:txBody>
      </p:sp>
      <p:cxnSp>
        <p:nvCxnSpPr>
          <p:cNvPr id="112" name="Connector 112"/>
          <p:cNvCxnSpPr/>
          <p:nvPr/>
        </p:nvCxnSpPr>
        <p:spPr>
          <a:xfrm>
            <a:off x="3907101" y="3035808"/>
            <a:ext cx="164592" cy="0"/>
          </a:xfrm>
          <a:prstGeom prst="line">
            <a:avLst/>
          </a:prstGeom>
          <a:ln w="22225">
            <a:solidFill>
              <a:srgbClr val="0079CF"/>
            </a:solidFill>
            <a:tailEnd type="triangle" w="med" len="med"/>
          </a:ln>
        </p:spPr>
      </p:cxnSp>
      <p:sp>
        <p:nvSpPr>
          <p:cNvPr id="113" name="Rectangle 113"/>
          <p:cNvSpPr/>
          <p:nvPr/>
        </p:nvSpPr>
        <p:spPr>
          <a:xfrm>
            <a:off x="4099125" y="2240280"/>
            <a:ext cx="1281466" cy="1600200"/>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14" name="Oval 114"/>
          <p:cNvSpPr/>
          <p:nvPr/>
        </p:nvSpPr>
        <p:spPr>
          <a:xfrm>
            <a:off x="4492970" y="2395728"/>
            <a:ext cx="493776" cy="493776"/>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15" name="MdRuleFolder_w.png" descr="MdRuleFolder_w.png"/>
          <p:cNvPicPr>
            <a:picLocks noChangeAspect="1"/>
          </p:cNvPicPr>
          <p:nvPr/>
        </p:nvPicPr>
        <p:blipFill>
          <a:blip r:embed="rId4"/>
          <a:stretch>
            <a:fillRect/>
          </a:stretch>
        </p:blipFill>
        <p:spPr>
          <a:xfrm>
            <a:off x="4601600" y="2504359"/>
            <a:ext cx="276515" cy="276515"/>
          </a:xfrm>
          <a:prstGeom prst="rect">
            <a:avLst/>
          </a:prstGeom>
        </p:spPr>
      </p:pic>
      <p:sp>
        <p:nvSpPr>
          <p:cNvPr id="5" name="TextBox 115"/>
          <p:cNvSpPr txBox="1"/>
          <p:nvPr/>
        </p:nvSpPr>
        <p:spPr>
          <a:xfrm>
            <a:off x="4190565" y="2990088"/>
            <a:ext cx="1098586" cy="777240"/>
          </a:xfrm>
          <a:prstGeom prst="rect">
            <a:avLst/>
          </a:prstGeom>
          <a:noFill/>
        </p:spPr>
        <p:txBody>
          <a:bodyPr wrap="square" lIns="0" tIns="0" rIns="0" bIns="0" rtlCol="0" anchor="t">
            <a:noAutofit/>
          </a:bodyPr>
          <a:lstStyle/>
          <a:p>
            <a:pPr algn="ctr"/>
            <a:r>
              <a:rPr lang="en-US" sz="1300" b="1" i="0">
                <a:solidFill>
                  <a:srgbClr val="013765"/>
                </a:solidFill>
                <a:latin typeface="Calibri"/>
              </a:rPr>
              <a:t>What do we require?</a:t>
            </a:r>
          </a:p>
        </p:txBody>
      </p:sp>
      <p:cxnSp>
        <p:nvCxnSpPr>
          <p:cNvPr id="116" name="Connector 116"/>
          <p:cNvCxnSpPr/>
          <p:nvPr/>
        </p:nvCxnSpPr>
        <p:spPr>
          <a:xfrm>
            <a:off x="5408023" y="3035808"/>
            <a:ext cx="164592" cy="0"/>
          </a:xfrm>
          <a:prstGeom prst="line">
            <a:avLst/>
          </a:prstGeom>
          <a:ln w="22225">
            <a:solidFill>
              <a:srgbClr val="0079CF"/>
            </a:solidFill>
            <a:tailEnd type="triangle" w="med" len="med"/>
          </a:ln>
        </p:spPr>
      </p:cxnSp>
      <p:sp>
        <p:nvSpPr>
          <p:cNvPr id="117" name="Rectangle 117"/>
          <p:cNvSpPr/>
          <p:nvPr/>
        </p:nvSpPr>
        <p:spPr>
          <a:xfrm>
            <a:off x="5600047" y="2240280"/>
            <a:ext cx="1281466" cy="1600200"/>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18" name="Oval 118"/>
          <p:cNvSpPr/>
          <p:nvPr/>
        </p:nvSpPr>
        <p:spPr>
          <a:xfrm>
            <a:off x="5993892" y="2395728"/>
            <a:ext cx="493776" cy="493776"/>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19" name="MdPolicy_w.png" descr="MdPolicy_w.png"/>
          <p:cNvPicPr>
            <a:picLocks noChangeAspect="1"/>
          </p:cNvPicPr>
          <p:nvPr/>
        </p:nvPicPr>
        <p:blipFill>
          <a:blip r:embed="rId5"/>
          <a:stretch>
            <a:fillRect/>
          </a:stretch>
        </p:blipFill>
        <p:spPr>
          <a:xfrm>
            <a:off x="6102523" y="2504359"/>
            <a:ext cx="276515" cy="276515"/>
          </a:xfrm>
          <a:prstGeom prst="rect">
            <a:avLst/>
          </a:prstGeom>
        </p:spPr>
      </p:pic>
      <p:sp>
        <p:nvSpPr>
          <p:cNvPr id="6" name="TextBox 119"/>
          <p:cNvSpPr txBox="1"/>
          <p:nvPr/>
        </p:nvSpPr>
        <p:spPr>
          <a:xfrm>
            <a:off x="5691487" y="2990088"/>
            <a:ext cx="1098586" cy="777240"/>
          </a:xfrm>
          <a:prstGeom prst="rect">
            <a:avLst/>
          </a:prstGeom>
          <a:noFill/>
        </p:spPr>
        <p:txBody>
          <a:bodyPr wrap="square" lIns="0" tIns="0" rIns="0" bIns="0" rtlCol="0" anchor="t">
            <a:noAutofit/>
          </a:bodyPr>
          <a:lstStyle/>
          <a:p>
            <a:pPr algn="ctr"/>
            <a:r>
              <a:rPr lang="en-US" sz="1300" b="1" i="0">
                <a:solidFill>
                  <a:srgbClr val="013765"/>
                </a:solidFill>
                <a:latin typeface="Calibri"/>
              </a:rPr>
              <a:t>What policy governs it?</a:t>
            </a:r>
          </a:p>
        </p:txBody>
      </p:sp>
      <p:cxnSp>
        <p:nvCxnSpPr>
          <p:cNvPr id="120" name="Connector 120"/>
          <p:cNvCxnSpPr/>
          <p:nvPr/>
        </p:nvCxnSpPr>
        <p:spPr>
          <a:xfrm>
            <a:off x="6908945" y="3035808"/>
            <a:ext cx="164592" cy="0"/>
          </a:xfrm>
          <a:prstGeom prst="line">
            <a:avLst/>
          </a:prstGeom>
          <a:ln w="22225">
            <a:solidFill>
              <a:srgbClr val="0079CF"/>
            </a:solidFill>
            <a:tailEnd type="triangle" w="med" len="med"/>
          </a:ln>
        </p:spPr>
      </p:cxnSp>
      <p:sp>
        <p:nvSpPr>
          <p:cNvPr id="121" name="Rectangle 121"/>
          <p:cNvSpPr/>
          <p:nvPr/>
        </p:nvSpPr>
        <p:spPr>
          <a:xfrm>
            <a:off x="7100969" y="2240280"/>
            <a:ext cx="1281466" cy="1600200"/>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22" name="Oval 122"/>
          <p:cNvSpPr/>
          <p:nvPr/>
        </p:nvSpPr>
        <p:spPr>
          <a:xfrm>
            <a:off x="7494814" y="2395728"/>
            <a:ext cx="493776" cy="493776"/>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23" name="MdShield_w.png" descr="MdShield_w.png"/>
          <p:cNvPicPr>
            <a:picLocks noChangeAspect="1"/>
          </p:cNvPicPr>
          <p:nvPr/>
        </p:nvPicPr>
        <p:blipFill>
          <a:blip r:embed="rId6"/>
          <a:stretch>
            <a:fillRect/>
          </a:stretch>
        </p:blipFill>
        <p:spPr>
          <a:xfrm>
            <a:off x="7603445" y="2504359"/>
            <a:ext cx="276515" cy="276515"/>
          </a:xfrm>
          <a:prstGeom prst="rect">
            <a:avLst/>
          </a:prstGeom>
        </p:spPr>
      </p:pic>
      <p:sp>
        <p:nvSpPr>
          <p:cNvPr id="7" name="TextBox 123"/>
          <p:cNvSpPr txBox="1"/>
          <p:nvPr/>
        </p:nvSpPr>
        <p:spPr>
          <a:xfrm>
            <a:off x="7192409" y="2990088"/>
            <a:ext cx="1098586" cy="777240"/>
          </a:xfrm>
          <a:prstGeom prst="rect">
            <a:avLst/>
          </a:prstGeom>
          <a:noFill/>
        </p:spPr>
        <p:txBody>
          <a:bodyPr wrap="square" lIns="0" tIns="0" rIns="0" bIns="0" rtlCol="0" anchor="t">
            <a:noAutofit/>
          </a:bodyPr>
          <a:lstStyle/>
          <a:p>
            <a:pPr algn="ctr"/>
            <a:r>
              <a:rPr lang="en-US" sz="1300" b="1" i="0">
                <a:solidFill>
                  <a:srgbClr val="013765"/>
                </a:solidFill>
                <a:latin typeface="Calibri"/>
              </a:rPr>
              <a:t>What control makes it real?</a:t>
            </a:r>
          </a:p>
        </p:txBody>
      </p:sp>
      <p:cxnSp>
        <p:nvCxnSpPr>
          <p:cNvPr id="124" name="Connector 124"/>
          <p:cNvCxnSpPr/>
          <p:nvPr/>
        </p:nvCxnSpPr>
        <p:spPr>
          <a:xfrm>
            <a:off x="8409867" y="3035808"/>
            <a:ext cx="164592" cy="0"/>
          </a:xfrm>
          <a:prstGeom prst="line">
            <a:avLst/>
          </a:prstGeom>
          <a:ln w="22225">
            <a:solidFill>
              <a:srgbClr val="0079CF"/>
            </a:solidFill>
            <a:tailEnd type="triangle" w="med" len="med"/>
          </a:ln>
        </p:spPr>
      </p:cxnSp>
      <p:sp>
        <p:nvSpPr>
          <p:cNvPr id="125" name="Rectangle 125"/>
          <p:cNvSpPr/>
          <p:nvPr/>
        </p:nvSpPr>
        <p:spPr>
          <a:xfrm>
            <a:off x="8601891" y="2240280"/>
            <a:ext cx="1281466" cy="1600200"/>
          </a:xfrm>
          <a:prstGeom prst="rect">
            <a:avLst/>
          </a:prstGeom>
          <a:solidFill>
            <a:srgbClr val="FFFFFF"/>
          </a:solidFill>
          <a:ln w="9525">
            <a:solidFill>
              <a:srgbClr val="D4D4D4"/>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26" name="Oval 126"/>
          <p:cNvSpPr/>
          <p:nvPr/>
        </p:nvSpPr>
        <p:spPr>
          <a:xfrm>
            <a:off x="8995737" y="2395728"/>
            <a:ext cx="493776" cy="493776"/>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27" name="MdPerson_w.png" descr="MdPerson_w.png"/>
          <p:cNvPicPr>
            <a:picLocks noChangeAspect="1"/>
          </p:cNvPicPr>
          <p:nvPr/>
        </p:nvPicPr>
        <p:blipFill>
          <a:blip r:embed="rId7"/>
          <a:stretch>
            <a:fillRect/>
          </a:stretch>
        </p:blipFill>
        <p:spPr>
          <a:xfrm>
            <a:off x="9104367" y="2504359"/>
            <a:ext cx="276515" cy="276515"/>
          </a:xfrm>
          <a:prstGeom prst="rect">
            <a:avLst/>
          </a:prstGeom>
        </p:spPr>
      </p:pic>
      <p:sp>
        <p:nvSpPr>
          <p:cNvPr id="8" name="TextBox 127"/>
          <p:cNvSpPr txBox="1"/>
          <p:nvPr/>
        </p:nvSpPr>
        <p:spPr>
          <a:xfrm>
            <a:off x="8693331" y="2990088"/>
            <a:ext cx="1098586" cy="777240"/>
          </a:xfrm>
          <a:prstGeom prst="rect">
            <a:avLst/>
          </a:prstGeom>
          <a:noFill/>
        </p:spPr>
        <p:txBody>
          <a:bodyPr wrap="square" lIns="0" tIns="0" rIns="0" bIns="0" rtlCol="0" anchor="t">
            <a:noAutofit/>
          </a:bodyPr>
          <a:lstStyle/>
          <a:p>
            <a:pPr algn="ctr"/>
            <a:r>
              <a:rPr lang="en-US" sz="1300" b="1" i="0">
                <a:solidFill>
                  <a:srgbClr val="013765"/>
                </a:solidFill>
                <a:latin typeface="Calibri"/>
              </a:rPr>
              <a:t>Who remains accountable?</a:t>
            </a:r>
          </a:p>
        </p:txBody>
      </p:sp>
      <p:cxnSp>
        <p:nvCxnSpPr>
          <p:cNvPr id="128" name="Connector 128"/>
          <p:cNvCxnSpPr/>
          <p:nvPr/>
        </p:nvCxnSpPr>
        <p:spPr>
          <a:xfrm>
            <a:off x="9910790" y="3035808"/>
            <a:ext cx="164592" cy="0"/>
          </a:xfrm>
          <a:prstGeom prst="line">
            <a:avLst/>
          </a:prstGeom>
          <a:ln w="22225">
            <a:solidFill>
              <a:srgbClr val="0079CF"/>
            </a:solidFill>
            <a:tailEnd type="triangle" w="med" len="med"/>
          </a:ln>
        </p:spPr>
      </p:cxnSp>
      <p:sp>
        <p:nvSpPr>
          <p:cNvPr id="129" name="Rectangle 129"/>
          <p:cNvSpPr/>
          <p:nvPr/>
        </p:nvSpPr>
        <p:spPr>
          <a:xfrm>
            <a:off x="10102814" y="2240280"/>
            <a:ext cx="1281466" cy="1600200"/>
          </a:xfrm>
          <a:prstGeom prst="rect">
            <a:avLst/>
          </a:prstGeom>
          <a:solidFill>
            <a:srgbClr val="0079CF"/>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noAutofit/>
          </a:bodyPr>
          <a:lstStyle/>
          <a:p>
            <a:endParaRPr lang="en-US"/>
          </a:p>
        </p:txBody>
      </p:sp>
      <p:sp>
        <p:nvSpPr>
          <p:cNvPr id="130" name="Oval 130"/>
          <p:cNvSpPr/>
          <p:nvPr/>
        </p:nvSpPr>
        <p:spPr>
          <a:xfrm>
            <a:off x="10496659" y="2395728"/>
            <a:ext cx="493776" cy="493776"/>
          </a:xfrm>
          <a:prstGeom prst="ellipse">
            <a:avLst/>
          </a:prstGeom>
          <a:solidFill>
            <a:srgbClr val="FFFFFF"/>
          </a:solidFill>
          <a:ln>
            <a:noFill/>
          </a:ln>
          <a:effectLst/>
        </p:spPr>
        <p:txBody>
          <a:bodyPr wrap="square" lIns="91440" tIns="45720" rIns="91440" bIns="45720" rtlCol="0" anchor="ctr">
            <a:noAutofit/>
          </a:bodyPr>
          <a:lstStyle/>
          <a:p>
            <a:endParaRPr lang="en-US"/>
          </a:p>
        </p:txBody>
      </p:sp>
      <p:pic>
        <p:nvPicPr>
          <p:cNvPr id="131" name="MdFactCheck_b.png" descr="MdFactCheck_b.png"/>
          <p:cNvPicPr>
            <a:picLocks noChangeAspect="1"/>
          </p:cNvPicPr>
          <p:nvPr/>
        </p:nvPicPr>
        <p:blipFill>
          <a:blip r:embed="rId8"/>
          <a:stretch>
            <a:fillRect/>
          </a:stretch>
        </p:blipFill>
        <p:spPr>
          <a:xfrm>
            <a:off x="10605290" y="2504359"/>
            <a:ext cx="276515" cy="276515"/>
          </a:xfrm>
          <a:prstGeom prst="rect">
            <a:avLst/>
          </a:prstGeom>
        </p:spPr>
      </p:pic>
      <p:sp>
        <p:nvSpPr>
          <p:cNvPr id="9" name="TextBox 131"/>
          <p:cNvSpPr txBox="1"/>
          <p:nvPr/>
        </p:nvSpPr>
        <p:spPr>
          <a:xfrm>
            <a:off x="10194254" y="2990088"/>
            <a:ext cx="1098586" cy="777240"/>
          </a:xfrm>
          <a:prstGeom prst="rect">
            <a:avLst/>
          </a:prstGeom>
          <a:noFill/>
        </p:spPr>
        <p:txBody>
          <a:bodyPr wrap="square" lIns="0" tIns="0" rIns="0" bIns="0" rtlCol="0" anchor="t">
            <a:noAutofit/>
          </a:bodyPr>
          <a:lstStyle/>
          <a:p>
            <a:pPr algn="ctr"/>
            <a:r>
              <a:rPr lang="en-US" sz="1300" b="1" i="0">
                <a:solidFill>
                  <a:srgbClr val="FFFFFF"/>
                </a:solidFill>
                <a:latin typeface="Calibri"/>
              </a:rPr>
              <a:t>What evidence demonstrates it worked?</a:t>
            </a:r>
          </a:p>
        </p:txBody>
      </p:sp>
      <p:sp>
        <p:nvSpPr>
          <p:cNvPr id="132" name="TextBox 132"/>
          <p:cNvSpPr txBox="1"/>
          <p:nvPr/>
        </p:nvSpPr>
        <p:spPr>
          <a:xfrm>
            <a:off x="1097280" y="4114800"/>
            <a:ext cx="2743200" cy="219456"/>
          </a:xfrm>
          <a:prstGeom prst="rect">
            <a:avLst/>
          </a:prstGeom>
          <a:noFill/>
        </p:spPr>
        <p:txBody>
          <a:bodyPr wrap="square" lIns="0" tIns="0" rIns="0" bIns="0" rtlCol="0" anchor="t">
            <a:noAutofit/>
          </a:bodyPr>
          <a:lstStyle/>
          <a:p>
            <a:pPr algn="l"/>
            <a:r>
              <a:rPr lang="en-US" sz="900" b="1" i="0" cap="all" spc="150">
                <a:solidFill>
                  <a:srgbClr val="0079CF"/>
                </a:solidFill>
                <a:latin typeface="Calibri"/>
              </a:rPr>
              <a:t>The result</a:t>
            </a:r>
          </a:p>
        </p:txBody>
      </p:sp>
      <p:sp>
        <p:nvSpPr>
          <p:cNvPr id="133" name="Rectangle 133"/>
          <p:cNvSpPr/>
          <p:nvPr/>
        </p:nvSpPr>
        <p:spPr>
          <a:xfrm>
            <a:off x="1097280" y="4389120"/>
            <a:ext cx="4937760" cy="1554480"/>
          </a:xfrm>
          <a:prstGeom prst="rect">
            <a:avLst/>
          </a:prstGeom>
          <a:solidFill>
            <a:srgbClr val="013765"/>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91440" rIns="274320" bIns="91440" rtlCol="0" anchor="ctr">
            <a:noAutofit/>
          </a:bodyPr>
          <a:lstStyle/>
          <a:p>
            <a:pPr algn="l">
              <a:lnSpc>
                <a:spcPct val="95000"/>
              </a:lnSpc>
            </a:pPr>
            <a:r>
              <a:rPr lang="en-US" sz="2200" b="1" i="0">
                <a:solidFill>
                  <a:srgbClr val="FFFFFF"/>
                </a:solidFill>
                <a:latin typeface="Calibri"/>
              </a:rPr>
              <a:t>Same governance outcomes. Different operating model.</a:t>
            </a:r>
          </a:p>
        </p:txBody>
      </p:sp>
      <p:sp>
        <p:nvSpPr>
          <p:cNvPr id="134" name="Rectangle 134"/>
          <p:cNvSpPr/>
          <p:nvPr/>
        </p:nvSpPr>
        <p:spPr>
          <a:xfrm>
            <a:off x="6217920" y="4389120"/>
            <a:ext cx="5166360" cy="1554480"/>
          </a:xfrm>
          <a:prstGeom prst="rect">
            <a:avLst/>
          </a:prstGeom>
          <a:solidFill>
            <a:srgbClr val="E8F2FB"/>
          </a:solidFill>
          <a:ln>
            <a:noFill/>
          </a:ln>
          <a:effectLst/>
        </p:spPr>
        <p:txBody>
          <a:bodyPr wrap="square" lIns="91440" tIns="45720" rIns="91440" bIns="45720" rtlCol="0" anchor="ctr">
            <a:noAutofit/>
          </a:bodyPr>
          <a:lstStyle/>
          <a:p>
            <a:endParaRPr lang="en-US"/>
          </a:p>
        </p:txBody>
      </p:sp>
      <p:sp>
        <p:nvSpPr>
          <p:cNvPr id="135" name="Oval 135"/>
          <p:cNvSpPr/>
          <p:nvPr/>
        </p:nvSpPr>
        <p:spPr>
          <a:xfrm>
            <a:off x="6492240" y="4892040"/>
            <a:ext cx="548640" cy="548640"/>
          </a:xfrm>
          <a:prstGeom prst="ellipse">
            <a:avLst/>
          </a:prstGeom>
          <a:solidFill>
            <a:srgbClr val="0079CF"/>
          </a:solidFill>
          <a:ln>
            <a:noFill/>
          </a:ln>
          <a:effectLst/>
        </p:spPr>
        <p:txBody>
          <a:bodyPr wrap="square" lIns="91440" tIns="45720" rIns="91440" bIns="45720" rtlCol="0" anchor="ctr">
            <a:noAutofit/>
          </a:bodyPr>
          <a:lstStyle/>
          <a:p>
            <a:endParaRPr lang="en-US"/>
          </a:p>
        </p:txBody>
      </p:sp>
      <p:pic>
        <p:nvPicPr>
          <p:cNvPr id="136" name="MdLayers_w.png" descr="MdLayers_w.png"/>
          <p:cNvPicPr>
            <a:picLocks noChangeAspect="1"/>
          </p:cNvPicPr>
          <p:nvPr/>
        </p:nvPicPr>
        <p:blipFill>
          <a:blip r:embed="rId9"/>
          <a:stretch>
            <a:fillRect/>
          </a:stretch>
        </p:blipFill>
        <p:spPr>
          <a:xfrm>
            <a:off x="6612941" y="5012741"/>
            <a:ext cx="307238" cy="307238"/>
          </a:xfrm>
          <a:prstGeom prst="rect">
            <a:avLst/>
          </a:prstGeom>
        </p:spPr>
      </p:pic>
      <p:sp>
        <p:nvSpPr>
          <p:cNvPr id="10" name="TextBox 136"/>
          <p:cNvSpPr txBox="1"/>
          <p:nvPr/>
        </p:nvSpPr>
        <p:spPr>
          <a:xfrm>
            <a:off x="7269480" y="4389120"/>
            <a:ext cx="3931920" cy="1554480"/>
          </a:xfrm>
          <a:prstGeom prst="rect">
            <a:avLst/>
          </a:prstGeom>
          <a:noFill/>
        </p:spPr>
        <p:txBody>
          <a:bodyPr wrap="square" lIns="0" tIns="0" rIns="0" bIns="0" rtlCol="0" anchor="ctr">
            <a:noAutofit/>
          </a:bodyPr>
          <a:lstStyle/>
          <a:p>
            <a:pPr algn="l"/>
            <a:r>
              <a:rPr lang="en-US" sz="1600" b="0" i="0">
                <a:solidFill>
                  <a:srgbClr val="013765"/>
                </a:solidFill>
                <a:latin typeface="Calibri"/>
              </a:rPr>
              <a:t>The governance framework scales across business functions, AI capabilities and use cases.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Questions &amp; Discussion</a:t>
            </a:r>
          </a:p>
        </p:txBody>
      </p:sp>
      <p:sp>
        <p:nvSpPr>
          <p:cNvPr id="3" name="Subtitle 2"/>
          <p:cNvSpPr>
            <a:spLocks noGrp="1"/>
          </p:cNvSpPr>
          <p:nvPr>
            <p:ph type="subTitle" idx="1"/>
          </p:nvPr>
        </p:nvSpPr>
        <p:spPr/>
        <p:txBody>
          <a:bodyPr/>
          <a:lstStyle/>
          <a:p>
            <a:r>
              <a:rPr sz="1600"/>
              <a:t>Copilot for Legal </a:t>
            </a:r>
            <a:r>
              <a:rPr lang="en-IN" sz="1600"/>
              <a:t>-</a:t>
            </a:r>
            <a:r>
              <a:rPr sz="1600"/>
              <a:t> Governance Demonstration</a:t>
            </a:r>
          </a:p>
        </p:txBody>
      </p:sp>
      <p:sp>
        <p:nvSpPr>
          <p:cNvPr id="4" name="Picture Placeholder 3"/>
          <p:cNvSpPr>
            <a:spLocks noGrp="1"/>
          </p:cNvSpPr>
          <p:nvPr>
            <p:ph type="pic" sz="quarter" idx="10"/>
          </p:nvPr>
        </p:nvSpPr>
        <p:spPr/>
        <p:txBody>
          <a:bodyPr/>
          <a:lstStyle/>
          <a:p>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8C325E2-2207-E881-43A7-4A99A9F1788A}"/>
              </a:ext>
            </a:extLst>
          </p:cNvPr>
          <p:cNvSpPr>
            <a:spLocks noGrp="1"/>
          </p:cNvSpPr>
          <p:nvPr>
            <p:ph type="title"/>
          </p:nvPr>
        </p:nvSpPr>
        <p:spPr/>
        <p:txBody>
          <a:bodyPr/>
          <a:lstStyle/>
          <a:p>
            <a:r>
              <a:rPr lang="en-IN"/>
              <a:t>Sprint Plan moving forward</a:t>
            </a:r>
          </a:p>
        </p:txBody>
      </p:sp>
      <p:sp>
        <p:nvSpPr>
          <p:cNvPr id="11" name="Content Placeholder 10">
            <a:extLst>
              <a:ext uri="{FF2B5EF4-FFF2-40B4-BE49-F238E27FC236}">
                <a16:creationId xmlns:a16="http://schemas.microsoft.com/office/drawing/2014/main" id="{84D22BDB-05EF-9BDF-6310-C758F7E35D90}"/>
              </a:ext>
            </a:extLst>
          </p:cNvPr>
          <p:cNvSpPr>
            <a:spLocks noGrp="1"/>
          </p:cNvSpPr>
          <p:nvPr>
            <p:ph idx="1"/>
          </p:nvPr>
        </p:nvSpPr>
        <p:spPr/>
        <p:txBody>
          <a:bodyPr>
            <a:normAutofit fontScale="77500" lnSpcReduction="20000"/>
          </a:bodyPr>
          <a:lstStyle/>
          <a:p>
            <a:r>
              <a:rPr lang="en-US"/>
              <a:t>Week of 09/28 </a:t>
            </a:r>
          </a:p>
          <a:p>
            <a:pPr lvl="2"/>
            <a:r>
              <a:rPr lang="en-US"/>
              <a:t>Sprint 3 (Policy Review, Practice the AI Governance Process End-to-End for the 3 to 6 Use Cases)</a:t>
            </a:r>
          </a:p>
          <a:p>
            <a:endParaRPr lang="en-US"/>
          </a:p>
          <a:p>
            <a:r>
              <a:rPr lang="en-US"/>
              <a:t>Week of 10/05 </a:t>
            </a:r>
          </a:p>
          <a:p>
            <a:pPr lvl="2"/>
            <a:r>
              <a:rPr lang="en-US"/>
              <a:t>Sprint 4 (AI COE Processes/Functions and Workforce Development for the Copilot Use Case)</a:t>
            </a:r>
          </a:p>
          <a:p>
            <a:endParaRPr lang="en-US"/>
          </a:p>
          <a:p>
            <a:r>
              <a:rPr lang="en-US"/>
              <a:t>Week of 10/12 </a:t>
            </a:r>
          </a:p>
          <a:p>
            <a:pPr lvl="2"/>
            <a:r>
              <a:rPr lang="en-US"/>
              <a:t>Sprint 4 (Prioritize and Select a Use Case for the AI COE, Perform the Detailed Assessment)</a:t>
            </a:r>
          </a:p>
          <a:p>
            <a:endParaRPr lang="en-US"/>
          </a:p>
          <a:p>
            <a:r>
              <a:rPr lang="en-US"/>
              <a:t>Week of 10/19 </a:t>
            </a:r>
          </a:p>
          <a:p>
            <a:pPr lvl="2"/>
            <a:r>
              <a:rPr lang="en-US"/>
              <a:t>Sprint 5 (Design the Solution - Data, Infrastructure, Controls, etc.)</a:t>
            </a:r>
          </a:p>
          <a:p>
            <a:endParaRPr lang="en-US"/>
          </a:p>
          <a:p>
            <a:r>
              <a:rPr lang="en-US"/>
              <a:t>Week of 10/26</a:t>
            </a:r>
          </a:p>
          <a:p>
            <a:pPr lvl="2"/>
            <a:r>
              <a:rPr lang="en-US"/>
              <a:t>Sprint 5 (Finalize the Complete Package)</a:t>
            </a:r>
          </a:p>
        </p:txBody>
      </p:sp>
    </p:spTree>
    <p:extLst>
      <p:ext uri="{BB962C8B-B14F-4D97-AF65-F5344CB8AC3E}">
        <p14:creationId xmlns:p14="http://schemas.microsoft.com/office/powerpoint/2010/main" val="3188131239"/>
      </p:ext>
    </p:extLst>
  </p:cSld>
  <p:clrMapOvr>
    <a:masterClrMapping/>
  </p:clrMapOvr>
  <p:transition>
    <p:fade/>
  </p:transition>
</p:sld>
</file>

<file path=ppt/theme/theme1.xml><?xml version="1.0" encoding="utf-8"?>
<a:theme xmlns:a="http://schemas.openxmlformats.org/drawingml/2006/main" name="BCBSVT_CorporateTemplate">
  <a:themeElements>
    <a:clrScheme name="Custom 2">
      <a:dk1>
        <a:sysClr val="windowText" lastClr="000000"/>
      </a:dk1>
      <a:lt1>
        <a:sysClr val="window" lastClr="FFFFFF"/>
      </a:lt1>
      <a:dk2>
        <a:srgbClr val="1F497D"/>
      </a:dk2>
      <a:lt2>
        <a:srgbClr val="EEECE1"/>
      </a:lt2>
      <a:accent1>
        <a:srgbClr val="0077C8"/>
      </a:accent1>
      <a:accent2>
        <a:srgbClr val="99D6EA"/>
      </a:accent2>
      <a:accent3>
        <a:srgbClr val="5D6439"/>
      </a:accent3>
      <a:accent4>
        <a:srgbClr val="8C8C48"/>
      </a:accent4>
      <a:accent5>
        <a:srgbClr val="4BACC6"/>
      </a:accent5>
      <a:accent6>
        <a:srgbClr val="F79646"/>
      </a:accent6>
      <a:hlink>
        <a:srgbClr val="0077C8"/>
      </a:hlink>
      <a:folHlink>
        <a:srgbClr val="0077C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CBSVT_CorporateTemplate-2020.pptx" id="{259A73AF-F759-4C36-A51D-84372F1EABC5}" vid="{B5EA280E-63CD-4AF8-8BB6-8B6D4D8139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7c48e1d-5683-47b2-a58c-2d8ebfb3001a" xsi:nil="true"/>
    <lcf76f155ced4ddcb4097134ff3c332f xmlns="3ddd6749-6aa0-40c7-8f05-4ef96f9a16a4">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E841318954F3749A52FCB8B5A691E0A" ma:contentTypeVersion="10" ma:contentTypeDescription="Create a new document." ma:contentTypeScope="" ma:versionID="3e1f45fa745b846473bb98fee2be3298">
  <xsd:schema xmlns:xsd="http://www.w3.org/2001/XMLSchema" xmlns:xs="http://www.w3.org/2001/XMLSchema" xmlns:p="http://schemas.microsoft.com/office/2006/metadata/properties" xmlns:ns2="3ddd6749-6aa0-40c7-8f05-4ef96f9a16a4" xmlns:ns3="47c48e1d-5683-47b2-a58c-2d8ebfb3001a" targetNamespace="http://schemas.microsoft.com/office/2006/metadata/properties" ma:root="true" ma:fieldsID="dcd2371b096e3a1e7ad2cd10dddd39e1" ns2:_="" ns3:_="">
    <xsd:import namespace="3ddd6749-6aa0-40c7-8f05-4ef96f9a16a4"/>
    <xsd:import namespace="47c48e1d-5683-47b2-a58c-2d8ebfb3001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dd6749-6aa0-40c7-8f05-4ef96f9a16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686cc5e-50d3-4a93-b635-98f94c149fd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c48e1d-5683-47b2-a58c-2d8ebfb3001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5e048d6-f984-435d-8548-69230b6bca39}" ma:internalName="TaxCatchAll" ma:showField="CatchAllData" ma:web="47c48e1d-5683-47b2-a58c-2d8ebfb300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0C3C14-5077-45B9-B901-605840DEEDD7}">
  <ds:schemaRefs>
    <ds:schemaRef ds:uri="http://schemas.microsoft.com/sharepoint/v3/contenttype/forms"/>
  </ds:schemaRefs>
</ds:datastoreItem>
</file>

<file path=customXml/itemProps2.xml><?xml version="1.0" encoding="utf-8"?>
<ds:datastoreItem xmlns:ds="http://schemas.openxmlformats.org/officeDocument/2006/customXml" ds:itemID="{990A2943-A724-4BC0-9C1D-C43FE478E1B8}">
  <ds:schemaRefs>
    <ds:schemaRef ds:uri="3ddd6749-6aa0-40c7-8f05-4ef96f9a16a4"/>
    <ds:schemaRef ds:uri="47c48e1d-5683-47b2-a58c-2d8ebfb3001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CC288A1-0687-4490-9F86-32BC985A4AFD}">
  <ds:schemaRefs>
    <ds:schemaRef ds:uri="3ddd6749-6aa0-40c7-8f05-4ef96f9a16a4"/>
    <ds:schemaRef ds:uri="47c48e1d-5683-47b2-a58c-2d8ebfb3001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BCBSVT_CorporateTemplate-2020</Template>
  <Application>Microsoft Office PowerPoint</Application>
  <PresentationFormat>Widescreen</PresentationFormat>
  <Slides>36</Slides>
  <Notes>9</Notes>
  <HiddenSlides>0</HiddenSlides>
  <ScaleCrop>false</ScaleCrop>
  <HeadingPairs>
    <vt:vector size="4" baseType="variant">
      <vt:variant>
        <vt:lpstr>Theme</vt:lpstr>
      </vt:variant>
      <vt:variant>
        <vt:i4>2</vt:i4>
      </vt:variant>
      <vt:variant>
        <vt:lpstr>Slide Titles</vt:lpstr>
      </vt:variant>
      <vt:variant>
        <vt:i4>36</vt:i4>
      </vt:variant>
    </vt:vector>
  </HeadingPairs>
  <TitlesOfParts>
    <vt:vector size="38" baseType="lpstr">
      <vt:lpstr>BCBSVT_CorporateTemplate</vt:lpstr>
      <vt:lpstr>Office Theme</vt:lpstr>
      <vt:lpstr>507 &amp; 510: Workshop_09/24 – 09/25</vt:lpstr>
      <vt:lpstr>Agenda</vt:lpstr>
      <vt:lpstr>SPRINT 1: Establish Mandate &amp; Inventory Shadow AI</vt:lpstr>
      <vt:lpstr>SPRINT 2: Identify &amp; Prioritize AI Value Opportunities</vt:lpstr>
      <vt:lpstr>PowerPoint Presentation</vt:lpstr>
      <vt:lpstr>PowerPoint Presentation</vt:lpstr>
      <vt:lpstr>Regulatory Mapping Feeds the Control Functions</vt:lpstr>
      <vt:lpstr>The solution pipeline</vt:lpstr>
      <vt:lpstr>Copilot specific risks</vt:lpstr>
      <vt:lpstr>Copilot specific Human Oversight</vt:lpstr>
      <vt:lpstr>Copilot specific Governance Mapping</vt:lpstr>
      <vt:lpstr>Copilot specific Vendor Risks mapping</vt:lpstr>
      <vt:lpstr>PowerPoint Presentation</vt:lpstr>
      <vt:lpstr>AI Governance Process Flow</vt:lpstr>
      <vt:lpstr>AI governance process</vt:lpstr>
      <vt:lpstr>AI COE and workforce development</vt:lpstr>
      <vt:lpstr>How templates and roles map to the process</vt:lpstr>
      <vt:lpstr>Roles and responsibilities</vt:lpstr>
      <vt:lpstr>Governance Demonstration Copilot for legal</vt:lpstr>
      <vt:lpstr>Before governing AI, understand the business activity</vt:lpstr>
      <vt:lpstr>What Are We Demonstrating?</vt:lpstr>
      <vt:lpstr>Meet Maria</vt:lpstr>
      <vt:lpstr>Start Work</vt:lpstr>
      <vt:lpstr>Find Information</vt:lpstr>
      <vt:lpstr>Review an Assigned Contract</vt:lpstr>
      <vt:lpstr>Work With Sensitive Information</vt:lpstr>
      <vt:lpstr>Prepare a Legal Response</vt:lpstr>
      <vt:lpstr>A Request Falls Outside Maria's Role</vt:lpstr>
      <vt:lpstr>Prepare Information for Sharing</vt:lpstr>
      <vt:lpstr>A Legal Decision Requires Human Judgment</vt:lpstr>
      <vt:lpstr>Can the Organization Prove What Happened</vt:lpstr>
      <vt:lpstr>What Maria's Day Demonstrated</vt:lpstr>
      <vt:lpstr>Govern the AI-enabled business process</vt:lpstr>
      <vt:lpstr>From Demonstration to Operating Model</vt:lpstr>
      <vt:lpstr>Questions &amp; Discussion</vt:lpstr>
      <vt:lpstr>Sprint Plan moving forward</vt:lpstr>
    </vt:vector>
  </TitlesOfParts>
  <Company>BCBSVT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PAGE (if text is longer then 14 letters, reduce the font size to 44 and use two lines vs. one)</dc:title>
  <dc:creator>Teresa Anderson</dc:creator>
  <cp:revision>1</cp:revision>
  <dcterms:created xsi:type="dcterms:W3CDTF">2021-03-01T16:00:34Z</dcterms:created>
  <dcterms:modified xsi:type="dcterms:W3CDTF">2026-09-28T12:45:59Z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0x0101003E841318954F3749A52FCB8B5A691E0A</vt:lpwstr>
  </property>
  <property fmtid="{D5CDD505-2E9C-101B-9397-08002B2CF9AE}" pid="3" name="DocumentCategory">
    <vt:lpwstr/>
  </property>
  <property fmtid="{D5CDD505-2E9C-101B-9397-08002B2CF9AE}" pid="4" name="MediaServiceImageTags">
    <vt:lpwstr/>
  </property>
</Properties>
</file>